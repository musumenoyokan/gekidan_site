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49" r:id="rId5"/>
    <p:sldId id="340" r:id="rId6"/>
    <p:sldId id="328" r:id="rId7"/>
    <p:sldId id="356" r:id="rId8"/>
    <p:sldId id="357" r:id="rId9"/>
    <p:sldId id="358" r:id="rId10"/>
    <p:sldId id="359" r:id="rId11"/>
    <p:sldId id="361" r:id="rId12"/>
    <p:sldId id="360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1" r:id="rId22"/>
    <p:sldId id="372" r:id="rId23"/>
    <p:sldId id="373" r:id="rId24"/>
    <p:sldId id="374" r:id="rId25"/>
    <p:sldId id="375" r:id="rId26"/>
    <p:sldId id="354" r:id="rId27"/>
  </p:sldIdLst>
  <p:sldSz cx="9144000" cy="5143500" type="screen16x9"/>
  <p:notesSz cx="6735763" cy="9866313"/>
  <p:defaultTextStyle>
    <a:defPPr>
      <a:defRPr lang="ja-JP"/>
    </a:defPPr>
    <a:lvl1pPr marL="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kumimoji="1"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" userDrawn="1">
          <p15:clr>
            <a:srgbClr val="A4A3A4"/>
          </p15:clr>
        </p15:guide>
        <p15:guide id="2" orient="horz" pos="2981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orient="horz" pos="889" userDrawn="1">
          <p15:clr>
            <a:srgbClr val="A4A3A4"/>
          </p15:clr>
        </p15:guide>
        <p15:guide id="5" orient="horz" pos="2351" userDrawn="1">
          <p15:clr>
            <a:srgbClr val="A4A3A4"/>
          </p15:clr>
        </p15:guide>
        <p15:guide id="6" orient="horz" pos="429" userDrawn="1">
          <p15:clr>
            <a:srgbClr val="A4A3A4"/>
          </p15:clr>
        </p15:guide>
        <p15:guide id="7" pos="158" userDrawn="1">
          <p15:clr>
            <a:srgbClr val="A4A3A4"/>
          </p15:clr>
        </p15:guide>
        <p15:guide id="8" pos="5585" userDrawn="1">
          <p15:clr>
            <a:srgbClr val="A4A3A4"/>
          </p15:clr>
        </p15:guide>
        <p15:guide id="9" pos="2880" userDrawn="1">
          <p15:clr>
            <a:srgbClr val="A4A3A4"/>
          </p15:clr>
        </p15:guide>
        <p15:guide id="10" pos="3780" userDrawn="1">
          <p15:clr>
            <a:srgbClr val="A4A3A4"/>
          </p15:clr>
        </p15:guide>
        <p15:guide id="11" pos="19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水野 慎也" initials="水野" lastIdx="1" clrIdx="0">
    <p:extLst>
      <p:ext uri="{19B8F6BF-5375-455C-9EA6-DF929625EA0E}">
        <p15:presenceInfo xmlns:p15="http://schemas.microsoft.com/office/powerpoint/2012/main" userId="S::shinya.mizuno@optim.co.jp::906787ec-4388-43d0-b562-62d6a6c355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EE5"/>
    <a:srgbClr val="00CBB6"/>
    <a:srgbClr val="FFFFFF"/>
    <a:srgbClr val="014187"/>
    <a:srgbClr val="BFFEBA"/>
    <a:srgbClr val="11B9CD"/>
    <a:srgbClr val="F07A14"/>
    <a:srgbClr val="FFA94D"/>
    <a:srgbClr val="EFD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6D8BF-CEBC-5CFA-D890-20AEE46AB23E}" v="57" dt="2021-02-12T05:34:39.604"/>
    <p1510:client id="{323EF43F-0DBC-CF41-8C02-8C20AB759CB4}" v="1081" dt="2021-01-28T02:32:54.235"/>
    <p1510:client id="{34D92B21-CD21-1CE0-6F11-D223FFEE6568}" v="183" dt="2021-02-12T05:22:35.450"/>
    <p1510:client id="{5FEEE928-EA31-8932-A6C9-03D5CB7ED64C}" v="3435" dt="2021-02-12T03:53:19.310"/>
    <p1510:client id="{6B185E19-5F2D-25DE-B908-92D172718DB5}" v="5862" dt="2021-02-12T03:51:47.951"/>
    <p1510:client id="{7F37118D-21B4-A1FE-908A-6573B33AD45E}" v="5422" dt="2021-02-12T04:12:45.607"/>
    <p1510:client id="{E9EC1804-7E66-B042-BB9C-1A720B162A2C}" v="709" dt="2021-01-22T08:49:49.344"/>
    <p1510:client id="{FE3E2BFB-4CAB-5F31-9D7A-E9C6EAA24DD4}" v="901" dt="2021-02-12T05:27:37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濃色スタイル 2 - アクセント 5/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中間スタイル 3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77" d="100"/>
          <a:sy n="77" d="100"/>
        </p:scale>
        <p:origin x="210" y="78"/>
      </p:cViewPr>
      <p:guideLst>
        <p:guide orient="horz" pos="293"/>
        <p:guide orient="horz" pos="2981"/>
        <p:guide orient="horz" pos="1620"/>
        <p:guide orient="horz" pos="889"/>
        <p:guide orient="horz" pos="2351"/>
        <p:guide orient="horz" pos="429"/>
        <p:guide pos="158"/>
        <p:guide pos="5585"/>
        <p:guide pos="2880"/>
        <p:guide pos="3780"/>
        <p:guide pos="19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西原 康裕" userId="79137d2e-3fa4-4b6f-adef-0113893d7643" providerId="ADAL" clId="{323EF43F-0DBC-CF41-8C02-8C20AB759CB4}"/>
    <pc:docChg chg="undo custSel addSld delSld modSld sldOrd">
      <pc:chgData name="西原 康裕" userId="79137d2e-3fa4-4b6f-adef-0113893d7643" providerId="ADAL" clId="{323EF43F-0DBC-CF41-8C02-8C20AB759CB4}" dt="2021-01-28T02:32:54.235" v="1079" actId="1076"/>
      <pc:docMkLst>
        <pc:docMk/>
      </pc:docMkLst>
      <pc:sldChg chg="modSp mod">
        <pc:chgData name="西原 康裕" userId="79137d2e-3fa4-4b6f-adef-0113893d7643" providerId="ADAL" clId="{323EF43F-0DBC-CF41-8C02-8C20AB759CB4}" dt="2021-01-28T01:43:40.287" v="1049" actId="20577"/>
        <pc:sldMkLst>
          <pc:docMk/>
          <pc:sldMk cId="3774475954" sldId="305"/>
        </pc:sldMkLst>
        <pc:spChg chg="mod">
          <ac:chgData name="西原 康裕" userId="79137d2e-3fa4-4b6f-adef-0113893d7643" providerId="ADAL" clId="{323EF43F-0DBC-CF41-8C02-8C20AB759CB4}" dt="2021-01-28T01:43:40.287" v="1049" actId="20577"/>
          <ac:spMkLst>
            <pc:docMk/>
            <pc:sldMk cId="3774475954" sldId="305"/>
            <ac:spMk id="2" creationId="{5E9F15F5-C23A-C545-962D-FF34A94A9325}"/>
          </ac:spMkLst>
        </pc:spChg>
        <pc:spChg chg="mod">
          <ac:chgData name="西原 康裕" userId="79137d2e-3fa4-4b6f-adef-0113893d7643" providerId="ADAL" clId="{323EF43F-0DBC-CF41-8C02-8C20AB759CB4}" dt="2021-01-27T12:42:23.986" v="570" actId="1076"/>
          <ac:spMkLst>
            <pc:docMk/>
            <pc:sldMk cId="3774475954" sldId="305"/>
            <ac:spMk id="6" creationId="{8EC84E8B-C7D1-0749-B1AB-18C8233DEE7E}"/>
          </ac:spMkLst>
        </pc:spChg>
        <pc:grpChg chg="mod">
          <ac:chgData name="西原 康裕" userId="79137d2e-3fa4-4b6f-adef-0113893d7643" providerId="ADAL" clId="{323EF43F-0DBC-CF41-8C02-8C20AB759CB4}" dt="2021-01-27T12:42:23.986" v="570" actId="1076"/>
          <ac:grpSpMkLst>
            <pc:docMk/>
            <pc:sldMk cId="3774475954" sldId="305"/>
            <ac:grpSpMk id="7" creationId="{52DF9FE5-B2DC-B042-90C8-832D41CE32B5}"/>
          </ac:grpSpMkLst>
        </pc:grpChg>
        <pc:grpChg chg="mod">
          <ac:chgData name="西原 康裕" userId="79137d2e-3fa4-4b6f-adef-0113893d7643" providerId="ADAL" clId="{323EF43F-0DBC-CF41-8C02-8C20AB759CB4}" dt="2021-01-27T12:42:25.837" v="571" actId="1076"/>
          <ac:grpSpMkLst>
            <pc:docMk/>
            <pc:sldMk cId="3774475954" sldId="305"/>
            <ac:grpSpMk id="10" creationId="{9967EB35-2C5C-AC4D-A595-BFD30D6302A1}"/>
          </ac:grpSpMkLst>
        </pc:grpChg>
        <pc:grpChg chg="mod">
          <ac:chgData name="西原 康裕" userId="79137d2e-3fa4-4b6f-adef-0113893d7643" providerId="ADAL" clId="{323EF43F-0DBC-CF41-8C02-8C20AB759CB4}" dt="2021-01-27T12:42:27.348" v="572" actId="1076"/>
          <ac:grpSpMkLst>
            <pc:docMk/>
            <pc:sldMk cId="3774475954" sldId="305"/>
            <ac:grpSpMk id="13" creationId="{AEA97B26-8781-DA4A-B173-135DF62529DB}"/>
          </ac:grpSpMkLst>
        </pc:grpChg>
        <pc:picChg chg="mod">
          <ac:chgData name="西原 康裕" userId="79137d2e-3fa4-4b6f-adef-0113893d7643" providerId="ADAL" clId="{323EF43F-0DBC-CF41-8C02-8C20AB759CB4}" dt="2021-01-27T12:42:23.986" v="570" actId="1076"/>
          <ac:picMkLst>
            <pc:docMk/>
            <pc:sldMk cId="3774475954" sldId="305"/>
            <ac:picMk id="5" creationId="{44161A5E-C5A3-A648-B056-855901F28131}"/>
          </ac:picMkLst>
        </pc:picChg>
      </pc:sldChg>
      <pc:sldChg chg="modSp mod">
        <pc:chgData name="西原 康裕" userId="79137d2e-3fa4-4b6f-adef-0113893d7643" providerId="ADAL" clId="{323EF43F-0DBC-CF41-8C02-8C20AB759CB4}" dt="2021-01-23T09:05:14.197" v="1" actId="1076"/>
        <pc:sldMkLst>
          <pc:docMk/>
          <pc:sldMk cId="278828678" sldId="308"/>
        </pc:sldMkLst>
        <pc:spChg chg="mod">
          <ac:chgData name="西原 康裕" userId="79137d2e-3fa4-4b6f-adef-0113893d7643" providerId="ADAL" clId="{323EF43F-0DBC-CF41-8C02-8C20AB759CB4}" dt="2021-01-23T09:05:14.197" v="1" actId="1076"/>
          <ac:spMkLst>
            <pc:docMk/>
            <pc:sldMk cId="278828678" sldId="308"/>
            <ac:spMk id="8" creationId="{82DBBD3C-14D5-9543-A3BB-A284D685C5EC}"/>
          </ac:spMkLst>
        </pc:spChg>
      </pc:sldChg>
      <pc:sldChg chg="addSp delSp modSp del mod">
        <pc:chgData name="西原 康裕" userId="79137d2e-3fa4-4b6f-adef-0113893d7643" providerId="ADAL" clId="{323EF43F-0DBC-CF41-8C02-8C20AB759CB4}" dt="2021-01-27T12:41:00.312" v="262" actId="2696"/>
        <pc:sldMkLst>
          <pc:docMk/>
          <pc:sldMk cId="776578524" sldId="348"/>
        </pc:sldMkLst>
        <pc:spChg chg="mod">
          <ac:chgData name="西原 康裕" userId="79137d2e-3fa4-4b6f-adef-0113893d7643" providerId="ADAL" clId="{323EF43F-0DBC-CF41-8C02-8C20AB759CB4}" dt="2021-01-26T07:37:56.971" v="25" actId="20577"/>
          <ac:spMkLst>
            <pc:docMk/>
            <pc:sldMk cId="776578524" sldId="348"/>
            <ac:spMk id="3" creationId="{CE81BCE6-F0E9-1046-83C5-AC164AEA3E36}"/>
          </ac:spMkLst>
        </pc:spChg>
        <pc:spChg chg="add del mod">
          <ac:chgData name="西原 康裕" userId="79137d2e-3fa4-4b6f-adef-0113893d7643" providerId="ADAL" clId="{323EF43F-0DBC-CF41-8C02-8C20AB759CB4}" dt="2021-01-26T07:39:38.787" v="214" actId="21"/>
          <ac:spMkLst>
            <pc:docMk/>
            <pc:sldMk cId="776578524" sldId="348"/>
            <ac:spMk id="4" creationId="{7227BB1F-EF3A-B744-B566-B3E61FE4982A}"/>
          </ac:spMkLst>
        </pc:spChg>
        <pc:spChg chg="add mod">
          <ac:chgData name="西原 康裕" userId="79137d2e-3fa4-4b6f-adef-0113893d7643" providerId="ADAL" clId="{323EF43F-0DBC-CF41-8C02-8C20AB759CB4}" dt="2021-01-26T07:39:58.240" v="255" actId="20577"/>
          <ac:spMkLst>
            <pc:docMk/>
            <pc:sldMk cId="776578524" sldId="348"/>
            <ac:spMk id="5" creationId="{99E54772-E81D-874F-94D3-DC34E2ECBADD}"/>
          </ac:spMkLst>
        </pc:spChg>
        <pc:picChg chg="add mod">
          <ac:chgData name="西原 康裕" userId="79137d2e-3fa4-4b6f-adef-0113893d7643" providerId="ADAL" clId="{323EF43F-0DBC-CF41-8C02-8C20AB759CB4}" dt="2021-01-23T09:09:02.748" v="13" actId="1076"/>
          <ac:picMkLst>
            <pc:docMk/>
            <pc:sldMk cId="776578524" sldId="348"/>
            <ac:picMk id="2" creationId="{2387A21B-C482-6144-BEEB-FF40D7244762}"/>
          </ac:picMkLst>
        </pc:picChg>
        <pc:picChg chg="del">
          <ac:chgData name="西原 康裕" userId="79137d2e-3fa4-4b6f-adef-0113893d7643" providerId="ADAL" clId="{323EF43F-0DBC-CF41-8C02-8C20AB759CB4}" dt="2021-01-23T09:08:58.154" v="10" actId="478"/>
          <ac:picMkLst>
            <pc:docMk/>
            <pc:sldMk cId="776578524" sldId="348"/>
            <ac:picMk id="4" creationId="{4C075645-A438-EB48-8C23-5F8FFEDA2DB0}"/>
          </ac:picMkLst>
        </pc:picChg>
      </pc:sldChg>
      <pc:sldChg chg="add del ord">
        <pc:chgData name="西原 康裕" userId="79137d2e-3fa4-4b6f-adef-0113893d7643" providerId="ADAL" clId="{323EF43F-0DBC-CF41-8C02-8C20AB759CB4}" dt="2021-01-23T09:07:56.277" v="9" actId="2696"/>
        <pc:sldMkLst>
          <pc:docMk/>
          <pc:sldMk cId="705496730" sldId="349"/>
        </pc:sldMkLst>
      </pc:sldChg>
      <pc:sldChg chg="addSp delSp modSp new mod">
        <pc:chgData name="西原 康裕" userId="79137d2e-3fa4-4b6f-adef-0113893d7643" providerId="ADAL" clId="{323EF43F-0DBC-CF41-8C02-8C20AB759CB4}" dt="2021-01-28T02:32:54.235" v="1079" actId="1076"/>
        <pc:sldMkLst>
          <pc:docMk/>
          <pc:sldMk cId="3652017659" sldId="349"/>
        </pc:sldMkLst>
        <pc:spChg chg="del mod">
          <ac:chgData name="西原 康裕" userId="79137d2e-3fa4-4b6f-adef-0113893d7643" providerId="ADAL" clId="{323EF43F-0DBC-CF41-8C02-8C20AB759CB4}" dt="2021-01-27T12:40:00.708" v="256" actId="478"/>
          <ac:spMkLst>
            <pc:docMk/>
            <pc:sldMk cId="3652017659" sldId="349"/>
            <ac:spMk id="2" creationId="{2F09CDB0-72BD-E64B-84B5-B02B3A339511}"/>
          </ac:spMkLst>
        </pc:spChg>
        <pc:spChg chg="mod">
          <ac:chgData name="西原 康裕" userId="79137d2e-3fa4-4b6f-adef-0113893d7643" providerId="ADAL" clId="{323EF43F-0DBC-CF41-8C02-8C20AB759CB4}" dt="2021-01-26T07:38:03.599" v="55" actId="20577"/>
          <ac:spMkLst>
            <pc:docMk/>
            <pc:sldMk cId="3652017659" sldId="349"/>
            <ac:spMk id="3" creationId="{35164B42-CFC6-024B-97DC-447FFE5991A0}"/>
          </ac:spMkLst>
        </pc:spChg>
        <pc:spChg chg="add del mod">
          <ac:chgData name="西原 康裕" userId="79137d2e-3fa4-4b6f-adef-0113893d7643" providerId="ADAL" clId="{323EF43F-0DBC-CF41-8C02-8C20AB759CB4}" dt="2021-01-27T12:40:20.788" v="258" actId="478"/>
          <ac:spMkLst>
            <pc:docMk/>
            <pc:sldMk cId="3652017659" sldId="349"/>
            <ac:spMk id="4" creationId="{5465B0CD-B8D2-0349-9FB6-219535606D69}"/>
          </ac:spMkLst>
        </pc:spChg>
        <pc:spChg chg="add del mod">
          <ac:chgData name="西原 康裕" userId="79137d2e-3fa4-4b6f-adef-0113893d7643" providerId="ADAL" clId="{323EF43F-0DBC-CF41-8C02-8C20AB759CB4}" dt="2021-01-27T12:40:03.187" v="257" actId="478"/>
          <ac:spMkLst>
            <pc:docMk/>
            <pc:sldMk cId="3652017659" sldId="349"/>
            <ac:spMk id="6" creationId="{6958155E-EB72-A64C-ADF5-52EF85910264}"/>
          </ac:spMkLst>
        </pc:spChg>
        <pc:spChg chg="add del mod">
          <ac:chgData name="西原 康裕" userId="79137d2e-3fa4-4b6f-adef-0113893d7643" providerId="ADAL" clId="{323EF43F-0DBC-CF41-8C02-8C20AB759CB4}" dt="2021-01-28T02:20:45.894" v="1070" actId="478"/>
          <ac:spMkLst>
            <pc:docMk/>
            <pc:sldMk cId="3652017659" sldId="349"/>
            <ac:spMk id="8" creationId="{79D49A10-F545-0343-8ACE-933B8CE38C59}"/>
          </ac:spMkLst>
        </pc:spChg>
        <pc:picChg chg="add del mod">
          <ac:chgData name="西原 康裕" userId="79137d2e-3fa4-4b6f-adef-0113893d7643" providerId="ADAL" clId="{323EF43F-0DBC-CF41-8C02-8C20AB759CB4}" dt="2021-01-28T02:20:43.341" v="1069" actId="478"/>
          <ac:picMkLst>
            <pc:docMk/>
            <pc:sldMk cId="3652017659" sldId="349"/>
            <ac:picMk id="7" creationId="{3425E55E-40E6-E24B-A039-3D8C8F323C02}"/>
          </ac:picMkLst>
        </pc:picChg>
        <pc:picChg chg="add del mod">
          <ac:chgData name="西原 康裕" userId="79137d2e-3fa4-4b6f-adef-0113893d7643" providerId="ADAL" clId="{323EF43F-0DBC-CF41-8C02-8C20AB759CB4}" dt="2021-01-28T02:32:49.795" v="1076" actId="478"/>
          <ac:picMkLst>
            <pc:docMk/>
            <pc:sldMk cId="3652017659" sldId="349"/>
            <ac:picMk id="9" creationId="{D5988DED-7BE7-B647-BC94-F6960A253E7E}"/>
          </ac:picMkLst>
        </pc:picChg>
        <pc:picChg chg="add mod">
          <ac:chgData name="西原 康裕" userId="79137d2e-3fa4-4b6f-adef-0113893d7643" providerId="ADAL" clId="{323EF43F-0DBC-CF41-8C02-8C20AB759CB4}" dt="2021-01-28T02:32:54.235" v="1079" actId="1076"/>
          <ac:picMkLst>
            <pc:docMk/>
            <pc:sldMk cId="3652017659" sldId="349"/>
            <ac:picMk id="10" creationId="{70AE7C6C-3AE9-6A4F-A505-640B7287A938}"/>
          </ac:picMkLst>
        </pc:picChg>
      </pc:sldChg>
      <pc:sldChg chg="del ord">
        <pc:chgData name="西原 康裕" userId="79137d2e-3fa4-4b6f-adef-0113893d7643" providerId="ADAL" clId="{323EF43F-0DBC-CF41-8C02-8C20AB759CB4}" dt="2021-01-23T09:07:52.748" v="8" actId="2696"/>
        <pc:sldMkLst>
          <pc:docMk/>
          <pc:sldMk cId="518362546" sldId="350"/>
        </pc:sldMkLst>
      </pc:sldChg>
    </pc:docChg>
  </pc:docChgLst>
  <pc:docChgLst>
    <pc:chgData name="池田 幸高" userId="S::yukitaka.ikeda@optim.co.jp::698c31e5-383b-467c-bc20-a09d8c482264" providerId="AD" clId="Web-{34D92B21-CD21-1CE0-6F11-D223FFEE6568}"/>
    <pc:docChg chg="delSld modSld">
      <pc:chgData name="池田 幸高" userId="S::yukitaka.ikeda@optim.co.jp::698c31e5-383b-467c-bc20-a09d8c482264" providerId="AD" clId="Web-{34D92B21-CD21-1CE0-6F11-D223FFEE6568}" dt="2021-02-12T05:22:08.575" v="99" actId="20577"/>
      <pc:docMkLst>
        <pc:docMk/>
      </pc:docMkLst>
      <pc:sldChg chg="del">
        <pc:chgData name="池田 幸高" userId="S::yukitaka.ikeda@optim.co.jp::698c31e5-383b-467c-bc20-a09d8c482264" providerId="AD" clId="Web-{34D92B21-CD21-1CE0-6F11-D223FFEE6568}" dt="2021-02-12T05:05:41.974" v="3"/>
        <pc:sldMkLst>
          <pc:docMk/>
          <pc:sldMk cId="561172512" sldId="302"/>
        </pc:sldMkLst>
      </pc:sldChg>
      <pc:sldChg chg="del">
        <pc:chgData name="池田 幸高" userId="S::yukitaka.ikeda@optim.co.jp::698c31e5-383b-467c-bc20-a09d8c482264" providerId="AD" clId="Web-{34D92B21-CD21-1CE0-6F11-D223FFEE6568}" dt="2021-02-12T05:05:44.505" v="5"/>
        <pc:sldMkLst>
          <pc:docMk/>
          <pc:sldMk cId="3548069977" sldId="305"/>
        </pc:sldMkLst>
      </pc:sldChg>
      <pc:sldChg chg="del">
        <pc:chgData name="池田 幸高" userId="S::yukitaka.ikeda@optim.co.jp::698c31e5-383b-467c-bc20-a09d8c482264" providerId="AD" clId="Web-{34D92B21-CD21-1CE0-6F11-D223FFEE6568}" dt="2021-02-12T05:05:55.599" v="13"/>
        <pc:sldMkLst>
          <pc:docMk/>
          <pc:sldMk cId="759396487" sldId="307"/>
        </pc:sldMkLst>
      </pc:sldChg>
      <pc:sldChg chg="del">
        <pc:chgData name="池田 幸高" userId="S::yukitaka.ikeda@optim.co.jp::698c31e5-383b-467c-bc20-a09d8c482264" providerId="AD" clId="Web-{34D92B21-CD21-1CE0-6F11-D223FFEE6568}" dt="2021-02-12T05:05:46.021" v="6"/>
        <pc:sldMkLst>
          <pc:docMk/>
          <pc:sldMk cId="2850686047" sldId="308"/>
        </pc:sldMkLst>
      </pc:sldChg>
      <pc:sldChg chg="del">
        <pc:chgData name="池田 幸高" userId="S::yukitaka.ikeda@optim.co.jp::698c31e5-383b-467c-bc20-a09d8c482264" providerId="AD" clId="Web-{34D92B21-CD21-1CE0-6F11-D223FFEE6568}" dt="2021-02-12T05:05:46.974" v="7"/>
        <pc:sldMkLst>
          <pc:docMk/>
          <pc:sldMk cId="2795901340" sldId="309"/>
        </pc:sldMkLst>
      </pc:sldChg>
      <pc:sldChg chg="del">
        <pc:chgData name="池田 幸高" userId="S::yukitaka.ikeda@optim.co.jp::698c31e5-383b-467c-bc20-a09d8c482264" providerId="AD" clId="Web-{34D92B21-CD21-1CE0-6F11-D223FFEE6568}" dt="2021-02-12T05:05:50.037" v="9"/>
        <pc:sldMkLst>
          <pc:docMk/>
          <pc:sldMk cId="3628679355" sldId="310"/>
        </pc:sldMkLst>
      </pc:sldChg>
      <pc:sldChg chg="del">
        <pc:chgData name="池田 幸高" userId="S::yukitaka.ikeda@optim.co.jp::698c31e5-383b-467c-bc20-a09d8c482264" providerId="AD" clId="Web-{34D92B21-CD21-1CE0-6F11-D223FFEE6568}" dt="2021-02-12T05:05:48.380" v="8"/>
        <pc:sldMkLst>
          <pc:docMk/>
          <pc:sldMk cId="1530525949" sldId="312"/>
        </pc:sldMkLst>
      </pc:sldChg>
      <pc:sldChg chg="del">
        <pc:chgData name="池田 幸高" userId="S::yukitaka.ikeda@optim.co.jp::698c31e5-383b-467c-bc20-a09d8c482264" providerId="AD" clId="Web-{34D92B21-CD21-1CE0-6F11-D223FFEE6568}" dt="2021-02-12T05:05:52.334" v="11"/>
        <pc:sldMkLst>
          <pc:docMk/>
          <pc:sldMk cId="1794314594" sldId="315"/>
        </pc:sldMkLst>
      </pc:sldChg>
      <pc:sldChg chg="del">
        <pc:chgData name="池田 幸高" userId="S::yukitaka.ikeda@optim.co.jp::698c31e5-383b-467c-bc20-a09d8c482264" providerId="AD" clId="Web-{34D92B21-CD21-1CE0-6F11-D223FFEE6568}" dt="2021-02-12T05:05:54.037" v="12"/>
        <pc:sldMkLst>
          <pc:docMk/>
          <pc:sldMk cId="1779281197" sldId="318"/>
        </pc:sldMkLst>
      </pc:sldChg>
      <pc:sldChg chg="del">
        <pc:chgData name="池田 幸高" userId="S::yukitaka.ikeda@optim.co.jp::698c31e5-383b-467c-bc20-a09d8c482264" providerId="AD" clId="Web-{34D92B21-CD21-1CE0-6F11-D223FFEE6568}" dt="2021-02-12T05:05:51.443" v="10"/>
        <pc:sldMkLst>
          <pc:docMk/>
          <pc:sldMk cId="399621309" sldId="324"/>
        </pc:sldMkLst>
      </pc:sldChg>
      <pc:sldChg chg="del">
        <pc:chgData name="池田 幸高" userId="S::yukitaka.ikeda@optim.co.jp::698c31e5-383b-467c-bc20-a09d8c482264" providerId="AD" clId="Web-{34D92B21-CD21-1CE0-6F11-D223FFEE6568}" dt="2021-02-12T05:05:43.693" v="4"/>
        <pc:sldMkLst>
          <pc:docMk/>
          <pc:sldMk cId="4037615875" sldId="325"/>
        </pc:sldMkLst>
      </pc:sldChg>
      <pc:sldChg chg="del">
        <pc:chgData name="池田 幸高" userId="S::yukitaka.ikeda@optim.co.jp::698c31e5-383b-467c-bc20-a09d8c482264" providerId="AD" clId="Web-{34D92B21-CD21-1CE0-6F11-D223FFEE6568}" dt="2021-02-12T05:05:40.927" v="2"/>
        <pc:sldMkLst>
          <pc:docMk/>
          <pc:sldMk cId="2351651307" sldId="326"/>
        </pc:sldMkLst>
      </pc:sldChg>
      <pc:sldChg chg="modSp">
        <pc:chgData name="池田 幸高" userId="S::yukitaka.ikeda@optim.co.jp::698c31e5-383b-467c-bc20-a09d8c482264" providerId="AD" clId="Web-{34D92B21-CD21-1CE0-6F11-D223FFEE6568}" dt="2021-02-12T05:22:08.575" v="99" actId="20577"/>
        <pc:sldMkLst>
          <pc:docMk/>
          <pc:sldMk cId="607794871" sldId="328"/>
        </pc:sldMkLst>
        <pc:spChg chg="mod">
          <ac:chgData name="池田 幸高" userId="S::yukitaka.ikeda@optim.co.jp::698c31e5-383b-467c-bc20-a09d8c482264" providerId="AD" clId="Web-{34D92B21-CD21-1CE0-6F11-D223FFEE6568}" dt="2021-02-12T05:22:08.575" v="99" actId="20577"/>
          <ac:spMkLst>
            <pc:docMk/>
            <pc:sldMk cId="607794871" sldId="328"/>
            <ac:spMk id="2" creationId="{E532047D-1DAD-4921-A95C-548EE0DBE01E}"/>
          </ac:spMkLst>
        </pc:spChg>
      </pc:sldChg>
      <pc:sldChg chg="del">
        <pc:chgData name="池田 幸高" userId="S::yukitaka.ikeda@optim.co.jp::698c31e5-383b-467c-bc20-a09d8c482264" providerId="AD" clId="Web-{34D92B21-CD21-1CE0-6F11-D223FFEE6568}" dt="2021-02-12T05:05:30.411" v="0"/>
        <pc:sldMkLst>
          <pc:docMk/>
          <pc:sldMk cId="531660861" sldId="334"/>
        </pc:sldMkLst>
      </pc:sldChg>
      <pc:sldChg chg="modSp">
        <pc:chgData name="池田 幸高" userId="S::yukitaka.ikeda@optim.co.jp::698c31e5-383b-467c-bc20-a09d8c482264" providerId="AD" clId="Web-{34D92B21-CD21-1CE0-6F11-D223FFEE6568}" dt="2021-02-12T05:11:40.357" v="19" actId="20577"/>
        <pc:sldMkLst>
          <pc:docMk/>
          <pc:sldMk cId="2661154259" sldId="335"/>
        </pc:sldMkLst>
        <pc:spChg chg="mod">
          <ac:chgData name="池田 幸高" userId="S::yukitaka.ikeda@optim.co.jp::698c31e5-383b-467c-bc20-a09d8c482264" providerId="AD" clId="Web-{34D92B21-CD21-1CE0-6F11-D223FFEE6568}" dt="2021-02-12T05:11:40.357" v="19" actId="20577"/>
          <ac:spMkLst>
            <pc:docMk/>
            <pc:sldMk cId="2661154259" sldId="335"/>
            <ac:spMk id="3" creationId="{9D2EA1CA-A1CA-2A4E-A954-D36AF5AC6134}"/>
          </ac:spMkLst>
        </pc:spChg>
      </pc:sldChg>
      <pc:sldChg chg="modSp">
        <pc:chgData name="池田 幸高" userId="S::yukitaka.ikeda@optim.co.jp::698c31e5-383b-467c-bc20-a09d8c482264" providerId="AD" clId="Web-{34D92B21-CD21-1CE0-6F11-D223FFEE6568}" dt="2021-02-12T05:11:45.373" v="20" actId="20577"/>
        <pc:sldMkLst>
          <pc:docMk/>
          <pc:sldMk cId="3237190692" sldId="336"/>
        </pc:sldMkLst>
        <pc:spChg chg="mod">
          <ac:chgData name="池田 幸高" userId="S::yukitaka.ikeda@optim.co.jp::698c31e5-383b-467c-bc20-a09d8c482264" providerId="AD" clId="Web-{34D92B21-CD21-1CE0-6F11-D223FFEE6568}" dt="2021-02-12T05:11:45.373" v="20" actId="20577"/>
          <ac:spMkLst>
            <pc:docMk/>
            <pc:sldMk cId="3237190692" sldId="336"/>
            <ac:spMk id="3" creationId="{9D2EA1CA-A1CA-2A4E-A954-D36AF5AC6134}"/>
          </ac:spMkLst>
        </pc:spChg>
      </pc:sldChg>
      <pc:sldChg chg="del">
        <pc:chgData name="池田 幸高" userId="S::yukitaka.ikeda@optim.co.jp::698c31e5-383b-467c-bc20-a09d8c482264" providerId="AD" clId="Web-{34D92B21-CD21-1CE0-6F11-D223FFEE6568}" dt="2021-02-12T05:05:33.115" v="1"/>
        <pc:sldMkLst>
          <pc:docMk/>
          <pc:sldMk cId="3043137049" sldId="337"/>
        </pc:sldMkLst>
      </pc:sldChg>
      <pc:sldChg chg="modSp">
        <pc:chgData name="池田 幸高" userId="S::yukitaka.ikeda@optim.co.jp::698c31e5-383b-467c-bc20-a09d8c482264" providerId="AD" clId="Web-{34D92B21-CD21-1CE0-6F11-D223FFEE6568}" dt="2021-02-12T05:15:13.784" v="23" actId="20577"/>
        <pc:sldMkLst>
          <pc:docMk/>
          <pc:sldMk cId="1825714938" sldId="338"/>
        </pc:sldMkLst>
        <pc:spChg chg="mod">
          <ac:chgData name="池田 幸高" userId="S::yukitaka.ikeda@optim.co.jp::698c31e5-383b-467c-bc20-a09d8c482264" providerId="AD" clId="Web-{34D92B21-CD21-1CE0-6F11-D223FFEE6568}" dt="2021-02-12T05:15:13.784" v="23" actId="20577"/>
          <ac:spMkLst>
            <pc:docMk/>
            <pc:sldMk cId="1825714938" sldId="338"/>
            <ac:spMk id="3" creationId="{9D2EA1CA-A1CA-2A4E-A954-D36AF5AC6134}"/>
          </ac:spMkLst>
        </pc:spChg>
      </pc:sldChg>
      <pc:sldChg chg="modSp">
        <pc:chgData name="池田 幸高" userId="S::yukitaka.ikeda@optim.co.jp::698c31e5-383b-467c-bc20-a09d8c482264" providerId="AD" clId="Web-{34D92B21-CD21-1CE0-6F11-D223FFEE6568}" dt="2021-02-12T05:11:31.607" v="17" actId="20577"/>
        <pc:sldMkLst>
          <pc:docMk/>
          <pc:sldMk cId="3642466287" sldId="339"/>
        </pc:sldMkLst>
        <pc:spChg chg="mod">
          <ac:chgData name="池田 幸高" userId="S::yukitaka.ikeda@optim.co.jp::698c31e5-383b-467c-bc20-a09d8c482264" providerId="AD" clId="Web-{34D92B21-CD21-1CE0-6F11-D223FFEE6568}" dt="2021-02-12T05:11:31.607" v="17" actId="20577"/>
          <ac:spMkLst>
            <pc:docMk/>
            <pc:sldMk cId="3642466287" sldId="339"/>
            <ac:spMk id="3" creationId="{9D2EA1CA-A1CA-2A4E-A954-D36AF5AC6134}"/>
          </ac:spMkLst>
        </pc:spChg>
      </pc:sldChg>
    </pc:docChg>
  </pc:docChgLst>
  <pc:docChgLst>
    <pc:chgData name="鈴木 麻衣" userId="S::mai.suzuki@optim.co.jp::e2722636-063e-48cd-ad55-78e8ffb0756d" providerId="AD" clId="Web-{5FEEE928-EA31-8932-A6C9-03D5CB7ED64C}"/>
    <pc:docChg chg="addSld modSld sldOrd">
      <pc:chgData name="鈴木 麻衣" userId="S::mai.suzuki@optim.co.jp::e2722636-063e-48cd-ad55-78e8ffb0756d" providerId="AD" clId="Web-{5FEEE928-EA31-8932-A6C9-03D5CB7ED64C}" dt="2021-02-12T03:53:19.310" v="2414" actId="14100"/>
      <pc:docMkLst>
        <pc:docMk/>
      </pc:docMkLst>
      <pc:sldChg chg="addSp delSp modSp">
        <pc:chgData name="鈴木 麻衣" userId="S::mai.suzuki@optim.co.jp::e2722636-063e-48cd-ad55-78e8ffb0756d" providerId="AD" clId="Web-{5FEEE928-EA31-8932-A6C9-03D5CB7ED64C}" dt="2021-02-12T03:53:19.310" v="2414" actId="14100"/>
        <pc:sldMkLst>
          <pc:docMk/>
          <pc:sldMk cId="4262953675" sldId="327"/>
        </pc:sldMkLst>
        <pc:spChg chg="add mod">
          <ac:chgData name="鈴木 麻衣" userId="S::mai.suzuki@optim.co.jp::e2722636-063e-48cd-ad55-78e8ffb0756d" providerId="AD" clId="Web-{5FEEE928-EA31-8932-A6C9-03D5CB7ED64C}" dt="2021-02-12T03:53:19.310" v="2414" actId="14100"/>
          <ac:spMkLst>
            <pc:docMk/>
            <pc:sldMk cId="4262953675" sldId="327"/>
            <ac:spMk id="5" creationId="{A0E9DAB4-52C0-4A89-88E3-7D77FE48317F}"/>
          </ac:spMkLst>
        </pc:spChg>
        <pc:spChg chg="mod">
          <ac:chgData name="鈴木 麻衣" userId="S::mai.suzuki@optim.co.jp::e2722636-063e-48cd-ad55-78e8ffb0756d" providerId="AD" clId="Web-{5FEEE928-EA31-8932-A6C9-03D5CB7ED64C}" dt="2021-02-12T03:52:12.403" v="2402" actId="20577"/>
          <ac:spMkLst>
            <pc:docMk/>
            <pc:sldMk cId="4262953675" sldId="327"/>
            <ac:spMk id="21" creationId="{F4480A6D-41AB-401B-B288-B1EE8EAB8B78}"/>
          </ac:spMkLst>
        </pc:spChg>
        <pc:spChg chg="mod topLvl">
          <ac:chgData name="鈴木 麻衣" userId="S::mai.suzuki@optim.co.jp::e2722636-063e-48cd-ad55-78e8ffb0756d" providerId="AD" clId="Web-{5FEEE928-EA31-8932-A6C9-03D5CB7ED64C}" dt="2021-02-12T03:53:14.029" v="2413" actId="1076"/>
          <ac:spMkLst>
            <pc:docMk/>
            <pc:sldMk cId="4262953675" sldId="327"/>
            <ac:spMk id="23" creationId="{E1E164F2-02A4-4DF7-831D-448B76B9B8A9}"/>
          </ac:spMkLst>
        </pc:spChg>
        <pc:grpChg chg="add mod">
          <ac:chgData name="鈴木 麻衣" userId="S::mai.suzuki@optim.co.jp::e2722636-063e-48cd-ad55-78e8ffb0756d" providerId="AD" clId="Web-{5FEEE928-EA31-8932-A6C9-03D5CB7ED64C}" dt="2021-02-12T03:53:07.935" v="2411" actId="1076"/>
          <ac:grpSpMkLst>
            <pc:docMk/>
            <pc:sldMk cId="4262953675" sldId="327"/>
            <ac:grpSpMk id="2" creationId="{60CA7B9E-646B-4B40-BABF-E1CEC4895176}"/>
          </ac:grpSpMkLst>
        </pc:grpChg>
        <pc:grpChg chg="del mod">
          <ac:chgData name="鈴木 麻衣" userId="S::mai.suzuki@optim.co.jp::e2722636-063e-48cd-ad55-78e8ffb0756d" providerId="AD" clId="Web-{5FEEE928-EA31-8932-A6C9-03D5CB7ED64C}" dt="2021-02-12T03:51:06.714" v="2390"/>
          <ac:grpSpMkLst>
            <pc:docMk/>
            <pc:sldMk cId="4262953675" sldId="327"/>
            <ac:grpSpMk id="9" creationId="{4E80098F-9656-472A-9D41-8BA23E334EDB}"/>
          </ac:grpSpMkLst>
        </pc:grpChg>
        <pc:picChg chg="mod topLvl modCrop">
          <ac:chgData name="鈴木 麻衣" userId="S::mai.suzuki@optim.co.jp::e2722636-063e-48cd-ad55-78e8ffb0756d" providerId="AD" clId="Web-{5FEEE928-EA31-8932-A6C9-03D5CB7ED64C}" dt="2021-02-12T03:53:10.576" v="2412" actId="1076"/>
          <ac:picMkLst>
            <pc:docMk/>
            <pc:sldMk cId="4262953675" sldId="327"/>
            <ac:picMk id="4" creationId="{781F90DE-6927-44D2-98AB-15735312015D}"/>
          </ac:picMkLst>
        </pc:picChg>
      </pc:sldChg>
      <pc:sldChg chg="modSp">
        <pc:chgData name="鈴木 麻衣" userId="S::mai.suzuki@optim.co.jp::e2722636-063e-48cd-ad55-78e8ffb0756d" providerId="AD" clId="Web-{5FEEE928-EA31-8932-A6C9-03D5CB7ED64C}" dt="2021-02-12T03:49:20.243" v="2388"/>
        <pc:sldMkLst>
          <pc:docMk/>
          <pc:sldMk cId="1333521870" sldId="331"/>
        </pc:sldMkLst>
        <pc:spChg chg="mod">
          <ac:chgData name="鈴木 麻衣" userId="S::mai.suzuki@optim.co.jp::e2722636-063e-48cd-ad55-78e8ffb0756d" providerId="AD" clId="Web-{5FEEE928-EA31-8932-A6C9-03D5CB7ED64C}" dt="2021-02-12T03:43:16.406" v="2386" actId="1076"/>
          <ac:spMkLst>
            <pc:docMk/>
            <pc:sldMk cId="1333521870" sldId="331"/>
            <ac:spMk id="2" creationId="{1B4455B7-15E1-442D-A83F-73515AF9AF62}"/>
          </ac:spMkLst>
        </pc:spChg>
        <pc:spChg chg="mod">
          <ac:chgData name="鈴木 麻衣" userId="S::mai.suzuki@optim.co.jp::e2722636-063e-48cd-ad55-78e8ffb0756d" providerId="AD" clId="Web-{5FEEE928-EA31-8932-A6C9-03D5CB7ED64C}" dt="2021-02-12T03:42:58.250" v="2382" actId="1076"/>
          <ac:spMkLst>
            <pc:docMk/>
            <pc:sldMk cId="1333521870" sldId="331"/>
            <ac:spMk id="5" creationId="{1EBFD8F2-AB40-4279-9629-CDCA028B8FD2}"/>
          </ac:spMkLst>
        </pc:spChg>
        <pc:spChg chg="mod">
          <ac:chgData name="鈴木 麻衣" userId="S::mai.suzuki@optim.co.jp::e2722636-063e-48cd-ad55-78e8ffb0756d" providerId="AD" clId="Web-{5FEEE928-EA31-8932-A6C9-03D5CB7ED64C}" dt="2021-02-12T03:43:08.844" v="2384" actId="1076"/>
          <ac:spMkLst>
            <pc:docMk/>
            <pc:sldMk cId="1333521870" sldId="331"/>
            <ac:spMk id="7" creationId="{FBF5364A-AD00-4441-BD9E-035353E02197}"/>
          </ac:spMkLst>
        </pc:spChg>
        <pc:spChg chg="mod">
          <ac:chgData name="鈴木 麻衣" userId="S::mai.suzuki@optim.co.jp::e2722636-063e-48cd-ad55-78e8ffb0756d" providerId="AD" clId="Web-{5FEEE928-EA31-8932-A6C9-03D5CB7ED64C}" dt="2021-02-12T03:43:19.141" v="2387" actId="1076"/>
          <ac:spMkLst>
            <pc:docMk/>
            <pc:sldMk cId="1333521870" sldId="331"/>
            <ac:spMk id="8" creationId="{52973711-580A-4D8D-A86B-222425BE08EC}"/>
          </ac:spMkLst>
        </pc:spChg>
        <pc:picChg chg="mod">
          <ac:chgData name="鈴木 麻衣" userId="S::mai.suzuki@optim.co.jp::e2722636-063e-48cd-ad55-78e8ffb0756d" providerId="AD" clId="Web-{5FEEE928-EA31-8932-A6C9-03D5CB7ED64C}" dt="2021-02-12T03:49:20.243" v="2388"/>
          <ac:picMkLst>
            <pc:docMk/>
            <pc:sldMk cId="1333521870" sldId="331"/>
            <ac:picMk id="6" creationId="{36B2D9EA-4813-4126-AF68-89BD12FB73FC}"/>
          </ac:picMkLst>
        </pc:picChg>
      </pc:sldChg>
      <pc:sldChg chg="modSp">
        <pc:chgData name="鈴木 麻衣" userId="S::mai.suzuki@optim.co.jp::e2722636-063e-48cd-ad55-78e8ffb0756d" providerId="AD" clId="Web-{5FEEE928-EA31-8932-A6C9-03D5CB7ED64C}" dt="2021-02-12T03:31:28.938" v="2157" actId="1076"/>
        <pc:sldMkLst>
          <pc:docMk/>
          <pc:sldMk cId="2661154259" sldId="335"/>
        </pc:sldMkLst>
        <pc:spChg chg="mod">
          <ac:chgData name="鈴木 麻衣" userId="S::mai.suzuki@optim.co.jp::e2722636-063e-48cd-ad55-78e8ffb0756d" providerId="AD" clId="Web-{5FEEE928-EA31-8932-A6C9-03D5CB7ED64C}" dt="2021-02-12T03:31:28.938" v="2157" actId="1076"/>
          <ac:spMkLst>
            <pc:docMk/>
            <pc:sldMk cId="2661154259" sldId="335"/>
            <ac:spMk id="21" creationId="{F4480A6D-41AB-401B-B288-B1EE8EAB8B78}"/>
          </ac:spMkLst>
        </pc:spChg>
      </pc:sldChg>
      <pc:sldChg chg="addSp delSp modSp add ord replId">
        <pc:chgData name="鈴木 麻衣" userId="S::mai.suzuki@optim.co.jp::e2722636-063e-48cd-ad55-78e8ffb0756d" providerId="AD" clId="Web-{5FEEE928-EA31-8932-A6C9-03D5CB7ED64C}" dt="2021-02-12T03:27:14.869" v="1935" actId="1076"/>
        <pc:sldMkLst>
          <pc:docMk/>
          <pc:sldMk cId="3237190692" sldId="336"/>
        </pc:sldMkLst>
        <pc:spChg chg="mod">
          <ac:chgData name="鈴木 麻衣" userId="S::mai.suzuki@optim.co.jp::e2722636-063e-48cd-ad55-78e8ffb0756d" providerId="AD" clId="Web-{5FEEE928-EA31-8932-A6C9-03D5CB7ED64C}" dt="2021-02-12T02:54:33.996" v="480" actId="20577"/>
          <ac:spMkLst>
            <pc:docMk/>
            <pc:sldMk cId="3237190692" sldId="336"/>
            <ac:spMk id="3" creationId="{9D2EA1CA-A1CA-2A4E-A954-D36AF5AC6134}"/>
          </ac:spMkLst>
        </pc:spChg>
        <pc:spChg chg="del mod">
          <ac:chgData name="鈴木 麻衣" userId="S::mai.suzuki@optim.co.jp::e2722636-063e-48cd-ad55-78e8ffb0756d" providerId="AD" clId="Web-{5FEEE928-EA31-8932-A6C9-03D5CB7ED64C}" dt="2021-02-12T03:02:04.850" v="747"/>
          <ac:spMkLst>
            <pc:docMk/>
            <pc:sldMk cId="3237190692" sldId="336"/>
            <ac:spMk id="8" creationId="{C2706924-C538-455E-A143-320AD1CD96A1}"/>
          </ac:spMkLst>
        </pc:spChg>
        <pc:spChg chg="del mod">
          <ac:chgData name="鈴木 麻衣" userId="S::mai.suzuki@optim.co.jp::e2722636-063e-48cd-ad55-78e8ffb0756d" providerId="AD" clId="Web-{5FEEE928-EA31-8932-A6C9-03D5CB7ED64C}" dt="2021-02-12T03:02:13.069" v="750"/>
          <ac:spMkLst>
            <pc:docMk/>
            <pc:sldMk cId="3237190692" sldId="336"/>
            <ac:spMk id="9" creationId="{5F09A658-E8D5-461B-A82F-252B5FC4CF51}"/>
          </ac:spMkLst>
        </pc:spChg>
        <pc:spChg chg="del mod">
          <ac:chgData name="鈴木 麻衣" userId="S::mai.suzuki@optim.co.jp::e2722636-063e-48cd-ad55-78e8ffb0756d" providerId="AD" clId="Web-{5FEEE928-EA31-8932-A6C9-03D5CB7ED64C}" dt="2021-02-12T03:02:22.194" v="751"/>
          <ac:spMkLst>
            <pc:docMk/>
            <pc:sldMk cId="3237190692" sldId="336"/>
            <ac:spMk id="10" creationId="{95BEBC35-9984-4E28-91CE-1ADBDB40F35F}"/>
          </ac:spMkLst>
        </pc:spChg>
        <pc:spChg chg="add mod">
          <ac:chgData name="鈴木 麻衣" userId="S::mai.suzuki@optim.co.jp::e2722636-063e-48cd-ad55-78e8ffb0756d" providerId="AD" clId="Web-{5FEEE928-EA31-8932-A6C9-03D5CB7ED64C}" dt="2021-02-12T03:26:37.228" v="1931"/>
          <ac:spMkLst>
            <pc:docMk/>
            <pc:sldMk cId="3237190692" sldId="336"/>
            <ac:spMk id="13" creationId="{7FCB6CDF-3377-4F5D-A988-C847184BB6ED}"/>
          </ac:spMkLst>
        </pc:spChg>
        <pc:spChg chg="add mod">
          <ac:chgData name="鈴木 麻衣" userId="S::mai.suzuki@optim.co.jp::e2722636-063e-48cd-ad55-78e8ffb0756d" providerId="AD" clId="Web-{5FEEE928-EA31-8932-A6C9-03D5CB7ED64C}" dt="2021-02-12T03:27:14.869" v="1935" actId="1076"/>
          <ac:spMkLst>
            <pc:docMk/>
            <pc:sldMk cId="3237190692" sldId="336"/>
            <ac:spMk id="19" creationId="{605D46E7-2FDE-487D-B025-0DBDC78E9DE7}"/>
          </ac:spMkLst>
        </pc:spChg>
        <pc:spChg chg="mod">
          <ac:chgData name="鈴木 麻衣" userId="S::mai.suzuki@optim.co.jp::e2722636-063e-48cd-ad55-78e8ffb0756d" providerId="AD" clId="Web-{5FEEE928-EA31-8932-A6C9-03D5CB7ED64C}" dt="2021-02-12T03:02:52.195" v="755" actId="20577"/>
          <ac:spMkLst>
            <pc:docMk/>
            <pc:sldMk cId="3237190692" sldId="336"/>
            <ac:spMk id="21" creationId="{F4480A6D-41AB-401B-B288-B1EE8EAB8B78}"/>
          </ac:spMkLst>
        </pc:spChg>
        <pc:spChg chg="mod">
          <ac:chgData name="鈴木 麻衣" userId="S::mai.suzuki@optim.co.jp::e2722636-063e-48cd-ad55-78e8ffb0756d" providerId="AD" clId="Web-{5FEEE928-EA31-8932-A6C9-03D5CB7ED64C}" dt="2021-02-12T03:22:56.661" v="1647" actId="14100"/>
          <ac:spMkLst>
            <pc:docMk/>
            <pc:sldMk cId="3237190692" sldId="336"/>
            <ac:spMk id="24" creationId="{28E0A21C-D273-400E-8627-51D3EC8067B2}"/>
          </ac:spMkLst>
        </pc:spChg>
        <pc:spChg chg="del mod">
          <ac:chgData name="鈴木 麻衣" userId="S::mai.suzuki@optim.co.jp::e2722636-063e-48cd-ad55-78e8ffb0756d" providerId="AD" clId="Web-{5FEEE928-EA31-8932-A6C9-03D5CB7ED64C}" dt="2021-02-12T03:02:10.772" v="749"/>
          <ac:spMkLst>
            <pc:docMk/>
            <pc:sldMk cId="3237190692" sldId="336"/>
            <ac:spMk id="26" creationId="{F9E8B028-A283-4958-8202-0434757C3918}"/>
          </ac:spMkLst>
        </pc:spChg>
        <pc:grpChg chg="add mod">
          <ac:chgData name="鈴木 麻衣" userId="S::mai.suzuki@optim.co.jp::e2722636-063e-48cd-ad55-78e8ffb0756d" providerId="AD" clId="Web-{5FEEE928-EA31-8932-A6C9-03D5CB7ED64C}" dt="2021-02-12T03:03:43.790" v="761" actId="1076"/>
          <ac:grpSpMkLst>
            <pc:docMk/>
            <pc:sldMk cId="3237190692" sldId="336"/>
            <ac:grpSpMk id="12" creationId="{13A36C76-04E9-4816-97A3-C76525E64CFB}"/>
          </ac:grpSpMkLst>
        </pc:grpChg>
        <pc:picChg chg="add del mod ord">
          <ac:chgData name="鈴木 麻衣" userId="S::mai.suzuki@optim.co.jp::e2722636-063e-48cd-ad55-78e8ffb0756d" providerId="AD" clId="Web-{5FEEE928-EA31-8932-A6C9-03D5CB7ED64C}" dt="2021-02-12T02:39:29.053" v="30"/>
          <ac:picMkLst>
            <pc:docMk/>
            <pc:sldMk cId="3237190692" sldId="336"/>
            <ac:picMk id="2" creationId="{6AA61ABC-04F3-4E32-9FBB-3FA052AECB43}"/>
          </ac:picMkLst>
        </pc:picChg>
        <pc:picChg chg="add del mod">
          <ac:chgData name="鈴木 麻衣" userId="S::mai.suzuki@optim.co.jp::e2722636-063e-48cd-ad55-78e8ffb0756d" providerId="AD" clId="Web-{5FEEE928-EA31-8932-A6C9-03D5CB7ED64C}" dt="2021-02-12T02:40:02.960" v="36"/>
          <ac:picMkLst>
            <pc:docMk/>
            <pc:sldMk cId="3237190692" sldId="336"/>
            <ac:picMk id="4" creationId="{3657BAA7-53FE-4214-8FD5-97B0E5FB8E15}"/>
          </ac:picMkLst>
        </pc:picChg>
        <pc:picChg chg="add del mod ord">
          <ac:chgData name="鈴木 麻衣" userId="S::mai.suzuki@optim.co.jp::e2722636-063e-48cd-ad55-78e8ffb0756d" providerId="AD" clId="Web-{5FEEE928-EA31-8932-A6C9-03D5CB7ED64C}" dt="2021-02-12T02:41:57.681" v="54"/>
          <ac:picMkLst>
            <pc:docMk/>
            <pc:sldMk cId="3237190692" sldId="336"/>
            <ac:picMk id="5" creationId="{400DCF7A-F188-402F-BEFD-906F11F2C5F6}"/>
          </ac:picMkLst>
        </pc:picChg>
        <pc:picChg chg="del">
          <ac:chgData name="鈴木 麻衣" userId="S::mai.suzuki@optim.co.jp::e2722636-063e-48cd-ad55-78e8ffb0756d" providerId="AD" clId="Web-{5FEEE928-EA31-8932-A6C9-03D5CB7ED64C}" dt="2021-02-12T02:39:18.896" v="26"/>
          <ac:picMkLst>
            <pc:docMk/>
            <pc:sldMk cId="3237190692" sldId="336"/>
            <ac:picMk id="6" creationId="{36B2D9EA-4813-4126-AF68-89BD12FB73FC}"/>
          </ac:picMkLst>
        </pc:picChg>
        <pc:picChg chg="add mod ord">
          <ac:chgData name="鈴木 麻衣" userId="S::mai.suzuki@optim.co.jp::e2722636-063e-48cd-ad55-78e8ffb0756d" providerId="AD" clId="Web-{5FEEE928-EA31-8932-A6C9-03D5CB7ED64C}" dt="2021-02-12T03:22:53.410" v="1646" actId="1076"/>
          <ac:picMkLst>
            <pc:docMk/>
            <pc:sldMk cId="3237190692" sldId="336"/>
            <ac:picMk id="7" creationId="{812D0BDA-E3DF-41BA-8EEE-62274FF665D4}"/>
          </ac:picMkLst>
        </pc:picChg>
        <pc:picChg chg="add mod modCrop">
          <ac:chgData name="鈴木 麻衣" userId="S::mai.suzuki@optim.co.jp::e2722636-063e-48cd-ad55-78e8ffb0756d" providerId="AD" clId="Web-{5FEEE928-EA31-8932-A6C9-03D5CB7ED64C}" dt="2021-02-12T03:01:17.412" v="746" actId="14100"/>
          <ac:picMkLst>
            <pc:docMk/>
            <pc:sldMk cId="3237190692" sldId="336"/>
            <ac:picMk id="11" creationId="{158027B7-21AA-4205-871D-1EEDD3230911}"/>
          </ac:picMkLst>
        </pc:picChg>
      </pc:sldChg>
      <pc:sldChg chg="addSp delSp modSp add ord replId">
        <pc:chgData name="鈴木 麻衣" userId="S::mai.suzuki@optim.co.jp::e2722636-063e-48cd-ad55-78e8ffb0756d" providerId="AD" clId="Web-{5FEEE928-EA31-8932-A6C9-03D5CB7ED64C}" dt="2021-02-12T03:39:20.557" v="2373" actId="20577"/>
        <pc:sldMkLst>
          <pc:docMk/>
          <pc:sldMk cId="1825714938" sldId="338"/>
        </pc:sldMkLst>
        <pc:spChg chg="mod">
          <ac:chgData name="鈴木 麻衣" userId="S::mai.suzuki@optim.co.jp::e2722636-063e-48cd-ad55-78e8ffb0756d" providerId="AD" clId="Web-{5FEEE928-EA31-8932-A6C9-03D5CB7ED64C}" dt="2021-02-12T03:27:52.323" v="1942" actId="20577"/>
          <ac:spMkLst>
            <pc:docMk/>
            <pc:sldMk cId="1825714938" sldId="338"/>
            <ac:spMk id="3" creationId="{9D2EA1CA-A1CA-2A4E-A954-D36AF5AC6134}"/>
          </ac:spMkLst>
        </pc:spChg>
        <pc:spChg chg="add mod">
          <ac:chgData name="鈴木 麻衣" userId="S::mai.suzuki@optim.co.jp::e2722636-063e-48cd-ad55-78e8ffb0756d" providerId="AD" clId="Web-{5FEEE928-EA31-8932-A6C9-03D5CB7ED64C}" dt="2021-02-12T03:28:09.933" v="1947" actId="1076"/>
          <ac:spMkLst>
            <pc:docMk/>
            <pc:sldMk cId="1825714938" sldId="338"/>
            <ac:spMk id="9" creationId="{AB4CDDE1-010B-496E-BED6-08BC42BEA6CB}"/>
          </ac:spMkLst>
        </pc:spChg>
        <pc:spChg chg="add del mod topLvl">
          <ac:chgData name="鈴木 麻衣" userId="S::mai.suzuki@optim.co.jp::e2722636-063e-48cd-ad55-78e8ffb0756d" providerId="AD" clId="Web-{5FEEE928-EA31-8932-A6C9-03D5CB7ED64C}" dt="2021-02-12T03:39:20.557" v="2373" actId="20577"/>
          <ac:spMkLst>
            <pc:docMk/>
            <pc:sldMk cId="1825714938" sldId="338"/>
            <ac:spMk id="21" creationId="{F4480A6D-41AB-401B-B288-B1EE8EAB8B78}"/>
          </ac:spMkLst>
        </pc:spChg>
        <pc:spChg chg="mod">
          <ac:chgData name="鈴木 麻衣" userId="S::mai.suzuki@optim.co.jp::e2722636-063e-48cd-ad55-78e8ffb0756d" providerId="AD" clId="Web-{5FEEE928-EA31-8932-A6C9-03D5CB7ED64C}" dt="2021-02-12T03:28:14.636" v="1949" actId="14100"/>
          <ac:spMkLst>
            <pc:docMk/>
            <pc:sldMk cId="1825714938" sldId="338"/>
            <ac:spMk id="24" creationId="{28E0A21C-D273-400E-8627-51D3EC8067B2}"/>
          </ac:spMkLst>
        </pc:spChg>
        <pc:grpChg chg="del">
          <ac:chgData name="鈴木 麻衣" userId="S::mai.suzuki@optim.co.jp::e2722636-063e-48cd-ad55-78e8ffb0756d" providerId="AD" clId="Web-{5FEEE928-EA31-8932-A6C9-03D5CB7ED64C}" dt="2021-02-12T03:07:08.107" v="862"/>
          <ac:grpSpMkLst>
            <pc:docMk/>
            <pc:sldMk cId="1825714938" sldId="338"/>
            <ac:grpSpMk id="12" creationId="{13A36C76-04E9-4816-97A3-C76525E64CFB}"/>
          </ac:grpSpMkLst>
        </pc:grpChg>
        <pc:graphicFrameChg chg="add mod modGraphic">
          <ac:chgData name="鈴木 麻衣" userId="S::mai.suzuki@optim.co.jp::e2722636-063e-48cd-ad55-78e8ffb0756d" providerId="AD" clId="Web-{5FEEE928-EA31-8932-A6C9-03D5CB7ED64C}" dt="2021-02-12T03:39:12.432" v="2363"/>
          <ac:graphicFrameMkLst>
            <pc:docMk/>
            <pc:sldMk cId="1825714938" sldId="338"/>
            <ac:graphicFrameMk id="2" creationId="{6DF4EC49-979A-4D93-A7C3-B6692502F281}"/>
          </ac:graphicFrameMkLst>
        </pc:graphicFrameChg>
        <pc:picChg chg="mod">
          <ac:chgData name="鈴木 麻衣" userId="S::mai.suzuki@optim.co.jp::e2722636-063e-48cd-ad55-78e8ffb0756d" providerId="AD" clId="Web-{5FEEE928-EA31-8932-A6C9-03D5CB7ED64C}" dt="2021-02-12T03:28:02.308" v="1944" actId="1076"/>
          <ac:picMkLst>
            <pc:docMk/>
            <pc:sldMk cId="1825714938" sldId="338"/>
            <ac:picMk id="7" creationId="{812D0BDA-E3DF-41BA-8EEE-62274FF665D4}"/>
          </ac:picMkLst>
        </pc:picChg>
        <pc:picChg chg="add del topLvl">
          <ac:chgData name="鈴木 麻衣" userId="S::mai.suzuki@optim.co.jp::e2722636-063e-48cd-ad55-78e8ffb0756d" providerId="AD" clId="Web-{5FEEE928-EA31-8932-A6C9-03D5CB7ED64C}" dt="2021-02-12T03:07:16.264" v="867"/>
          <ac:picMkLst>
            <pc:docMk/>
            <pc:sldMk cId="1825714938" sldId="338"/>
            <ac:picMk id="11" creationId="{158027B7-21AA-4205-871D-1EEDD3230911}"/>
          </ac:picMkLst>
        </pc:picChg>
      </pc:sldChg>
    </pc:docChg>
  </pc:docChgLst>
  <pc:docChgLst>
    <pc:chgData name="池田 幸高" userId="S::yukitaka.ikeda@optim.co.jp::698c31e5-383b-467c-bc20-a09d8c482264" providerId="AD" clId="Web-{79B4B632-ABE7-6BB0-A96D-B52EDA03FA3C}"/>
    <pc:docChg chg="modSld">
      <pc:chgData name="池田 幸高" userId="S::yukitaka.ikeda@optim.co.jp::698c31e5-383b-467c-bc20-a09d8c482264" providerId="AD" clId="Web-{79B4B632-ABE7-6BB0-A96D-B52EDA03FA3C}" dt="2021-01-05T01:21:22.933" v="88" actId="20577"/>
      <pc:docMkLst>
        <pc:docMk/>
      </pc:docMkLst>
      <pc:sldChg chg="modSp">
        <pc:chgData name="池田 幸高" userId="S::yukitaka.ikeda@optim.co.jp::698c31e5-383b-467c-bc20-a09d8c482264" providerId="AD" clId="Web-{79B4B632-ABE7-6BB0-A96D-B52EDA03FA3C}" dt="2021-01-05T01:21:13.214" v="86" actId="20577"/>
        <pc:sldMkLst>
          <pc:docMk/>
          <pc:sldMk cId="4208926939" sldId="266"/>
        </pc:sldMkLst>
        <pc:spChg chg="mod">
          <ac:chgData name="池田 幸高" userId="S::yukitaka.ikeda@optim.co.jp::698c31e5-383b-467c-bc20-a09d8c482264" providerId="AD" clId="Web-{79B4B632-ABE7-6BB0-A96D-B52EDA03FA3C}" dt="2021-01-05T01:21:13.214" v="86" actId="20577"/>
          <ac:spMkLst>
            <pc:docMk/>
            <pc:sldMk cId="4208926939" sldId="266"/>
            <ac:spMk id="7" creationId="{7D855920-7AE2-48DC-92D8-858078E8605C}"/>
          </ac:spMkLst>
        </pc:spChg>
      </pc:sldChg>
      <pc:sldChg chg="modSp">
        <pc:chgData name="池田 幸高" userId="S::yukitaka.ikeda@optim.co.jp::698c31e5-383b-467c-bc20-a09d8c482264" providerId="AD" clId="Web-{79B4B632-ABE7-6BB0-A96D-B52EDA03FA3C}" dt="2021-01-05T01:21:22.933" v="88" actId="20577"/>
        <pc:sldMkLst>
          <pc:docMk/>
          <pc:sldMk cId="2535330368" sldId="267"/>
        </pc:sldMkLst>
        <pc:spChg chg="mod">
          <ac:chgData name="池田 幸高" userId="S::yukitaka.ikeda@optim.co.jp::698c31e5-383b-467c-bc20-a09d8c482264" providerId="AD" clId="Web-{79B4B632-ABE7-6BB0-A96D-B52EDA03FA3C}" dt="2021-01-05T01:21:22.933" v="88" actId="20577"/>
          <ac:spMkLst>
            <pc:docMk/>
            <pc:sldMk cId="2535330368" sldId="267"/>
            <ac:spMk id="10" creationId="{76B8F363-D4EF-4066-A186-E02158C580B8}"/>
          </ac:spMkLst>
        </pc:spChg>
      </pc:sldChg>
      <pc:sldChg chg="modSp">
        <pc:chgData name="池田 幸高" userId="S::yukitaka.ikeda@optim.co.jp::698c31e5-383b-467c-bc20-a09d8c482264" providerId="AD" clId="Web-{79B4B632-ABE7-6BB0-A96D-B52EDA03FA3C}" dt="2021-01-05T01:19:02.874" v="82" actId="1076"/>
        <pc:sldMkLst>
          <pc:docMk/>
          <pc:sldMk cId="4291880536" sldId="275"/>
        </pc:sldMkLst>
        <pc:spChg chg="mod">
          <ac:chgData name="池田 幸高" userId="S::yukitaka.ikeda@optim.co.jp::698c31e5-383b-467c-bc20-a09d8c482264" providerId="AD" clId="Web-{79B4B632-ABE7-6BB0-A96D-B52EDA03FA3C}" dt="2021-01-05T01:19:02.874" v="82" actId="1076"/>
          <ac:spMkLst>
            <pc:docMk/>
            <pc:sldMk cId="4291880536" sldId="275"/>
            <ac:spMk id="10" creationId="{E8334325-A8D3-4C14-A3B7-A94E9EE587ED}"/>
          </ac:spMkLst>
        </pc:spChg>
      </pc:sldChg>
    </pc:docChg>
  </pc:docChgLst>
  <pc:docChgLst>
    <pc:chgData name="池田 幸高" userId="S::yukitaka.ikeda@optim.co.jp::698c31e5-383b-467c-bc20-a09d8c482264" providerId="AD" clId="Web-{80DAC50E-9FAA-B42C-ED3F-26CB632E78E2}"/>
    <pc:docChg chg="modSld">
      <pc:chgData name="池田 幸高" userId="S::yukitaka.ikeda@optim.co.jp::698c31e5-383b-467c-bc20-a09d8c482264" providerId="AD" clId="Web-{80DAC50E-9FAA-B42C-ED3F-26CB632E78E2}" dt="2021-01-05T01:16:31.074" v="414" actId="14100"/>
      <pc:docMkLst>
        <pc:docMk/>
      </pc:docMkLst>
      <pc:sldChg chg="delSp">
        <pc:chgData name="池田 幸高" userId="S::yukitaka.ikeda@optim.co.jp::698c31e5-383b-467c-bc20-a09d8c482264" providerId="AD" clId="Web-{80DAC50E-9FAA-B42C-ED3F-26CB632E78E2}" dt="2021-01-05T00:46:37.580" v="0"/>
        <pc:sldMkLst>
          <pc:docMk/>
          <pc:sldMk cId="1676793895" sldId="258"/>
        </pc:sldMkLst>
        <pc:spChg chg="del">
          <ac:chgData name="池田 幸高" userId="S::yukitaka.ikeda@optim.co.jp::698c31e5-383b-467c-bc20-a09d8c482264" providerId="AD" clId="Web-{80DAC50E-9FAA-B42C-ED3F-26CB632E78E2}" dt="2021-01-05T00:46:37.580" v="0"/>
          <ac:spMkLst>
            <pc:docMk/>
            <pc:sldMk cId="1676793895" sldId="258"/>
            <ac:spMk id="14" creationId="{0EF1F82E-F98C-42D4-B6F6-4667D5503C49}"/>
          </ac:spMkLst>
        </pc:spChg>
      </pc:sldChg>
      <pc:sldChg chg="addSp modSp">
        <pc:chgData name="池田 幸高" userId="S::yukitaka.ikeda@optim.co.jp::698c31e5-383b-467c-bc20-a09d8c482264" providerId="AD" clId="Web-{80DAC50E-9FAA-B42C-ED3F-26CB632E78E2}" dt="2021-01-05T01:02:22.206" v="214" actId="1076"/>
        <pc:sldMkLst>
          <pc:docMk/>
          <pc:sldMk cId="3189017730" sldId="261"/>
        </pc:sldMkLst>
        <pc:spChg chg="add mod">
          <ac:chgData name="池田 幸高" userId="S::yukitaka.ikeda@optim.co.jp::698c31e5-383b-467c-bc20-a09d8c482264" providerId="AD" clId="Web-{80DAC50E-9FAA-B42C-ED3F-26CB632E78E2}" dt="2021-01-05T01:02:22.206" v="214" actId="1076"/>
          <ac:spMkLst>
            <pc:docMk/>
            <pc:sldMk cId="3189017730" sldId="261"/>
            <ac:spMk id="2" creationId="{6BCD8989-F7E4-46F8-B183-39C2D76E8D4B}"/>
          </ac:spMkLst>
        </pc:spChg>
        <pc:spChg chg="mod">
          <ac:chgData name="池田 幸高" userId="S::yukitaka.ikeda@optim.co.jp::698c31e5-383b-467c-bc20-a09d8c482264" providerId="AD" clId="Web-{80DAC50E-9FAA-B42C-ED3F-26CB632E78E2}" dt="2021-01-05T01:02:12.034" v="210" actId="20577"/>
          <ac:spMkLst>
            <pc:docMk/>
            <pc:sldMk cId="3189017730" sldId="261"/>
            <ac:spMk id="16" creationId="{60D2D94E-F5FE-4DD0-A25C-A68211FA4B3D}"/>
          </ac:spMkLst>
        </pc:spChg>
      </pc:sldChg>
      <pc:sldChg chg="addSp delSp modSp">
        <pc:chgData name="池田 幸高" userId="S::yukitaka.ikeda@optim.co.jp::698c31e5-383b-467c-bc20-a09d8c482264" providerId="AD" clId="Web-{80DAC50E-9FAA-B42C-ED3F-26CB632E78E2}" dt="2021-01-05T01:06:14.191" v="262"/>
        <pc:sldMkLst>
          <pc:docMk/>
          <pc:sldMk cId="2171927970" sldId="265"/>
        </pc:sldMkLst>
        <pc:spChg chg="add del mod">
          <ac:chgData name="池田 幸高" userId="S::yukitaka.ikeda@optim.co.jp::698c31e5-383b-467c-bc20-a09d8c482264" providerId="AD" clId="Web-{80DAC50E-9FAA-B42C-ED3F-26CB632E78E2}" dt="2021-01-05T01:06:05.736" v="260"/>
          <ac:spMkLst>
            <pc:docMk/>
            <pc:sldMk cId="2171927970" sldId="265"/>
            <ac:spMk id="5" creationId="{463217B1-EEB2-45C0-A4EC-0F557E00CC3C}"/>
          </ac:spMkLst>
        </pc:spChg>
        <pc:spChg chg="del">
          <ac:chgData name="池田 幸高" userId="S::yukitaka.ikeda@optim.co.jp::698c31e5-383b-467c-bc20-a09d8c482264" providerId="AD" clId="Web-{80DAC50E-9FAA-B42C-ED3F-26CB632E78E2}" dt="2021-01-05T01:06:11.127" v="261"/>
          <ac:spMkLst>
            <pc:docMk/>
            <pc:sldMk cId="2171927970" sldId="265"/>
            <ac:spMk id="12" creationId="{E1AD5BBE-5C95-404D-A510-1D3521B4A5A8}"/>
          </ac:spMkLst>
        </pc:spChg>
        <pc:spChg chg="del">
          <ac:chgData name="池田 幸高" userId="S::yukitaka.ikeda@optim.co.jp::698c31e5-383b-467c-bc20-a09d8c482264" providerId="AD" clId="Web-{80DAC50E-9FAA-B42C-ED3F-26CB632E78E2}" dt="2021-01-05T01:06:14.191" v="262"/>
          <ac:spMkLst>
            <pc:docMk/>
            <pc:sldMk cId="2171927970" sldId="265"/>
            <ac:spMk id="13" creationId="{FB655A6C-D129-4ACB-9A93-9AE2367CFC32}"/>
          </ac:spMkLst>
        </pc:spChg>
        <pc:picChg chg="add del mod">
          <ac:chgData name="池田 幸高" userId="S::yukitaka.ikeda@optim.co.jp::698c31e5-383b-467c-bc20-a09d8c482264" providerId="AD" clId="Web-{80DAC50E-9FAA-B42C-ED3F-26CB632E78E2}" dt="2021-01-05T01:05:22.812" v="218"/>
          <ac:picMkLst>
            <pc:docMk/>
            <pc:sldMk cId="2171927970" sldId="265"/>
            <ac:picMk id="4" creationId="{50BC413F-7B2E-4898-8F5B-BA7AACC6D977}"/>
          </ac:picMkLst>
        </pc:picChg>
      </pc:sldChg>
      <pc:sldChg chg="delSp">
        <pc:chgData name="池田 幸高" userId="S::yukitaka.ikeda@optim.co.jp::698c31e5-383b-467c-bc20-a09d8c482264" providerId="AD" clId="Web-{80DAC50E-9FAA-B42C-ED3F-26CB632E78E2}" dt="2021-01-05T01:06:52.443" v="263"/>
        <pc:sldMkLst>
          <pc:docMk/>
          <pc:sldMk cId="2098984685" sldId="268"/>
        </pc:sldMkLst>
        <pc:spChg chg="del">
          <ac:chgData name="池田 幸高" userId="S::yukitaka.ikeda@optim.co.jp::698c31e5-383b-467c-bc20-a09d8c482264" providerId="AD" clId="Web-{80DAC50E-9FAA-B42C-ED3F-26CB632E78E2}" dt="2021-01-05T01:06:52.443" v="263"/>
          <ac:spMkLst>
            <pc:docMk/>
            <pc:sldMk cId="2098984685" sldId="268"/>
            <ac:spMk id="7" creationId="{597A2203-DC53-4819-BA64-41B6D962648B}"/>
          </ac:spMkLst>
        </pc:spChg>
      </pc:sldChg>
      <pc:sldChg chg="addSp modSp">
        <pc:chgData name="池田 幸高" userId="S::yukitaka.ikeda@optim.co.jp::698c31e5-383b-467c-bc20-a09d8c482264" providerId="AD" clId="Web-{80DAC50E-9FAA-B42C-ED3F-26CB632E78E2}" dt="2021-01-05T00:52:10.885" v="50" actId="20577"/>
        <pc:sldMkLst>
          <pc:docMk/>
          <pc:sldMk cId="165772591" sldId="274"/>
        </pc:sldMkLst>
        <pc:spChg chg="add mod">
          <ac:chgData name="池田 幸高" userId="S::yukitaka.ikeda@optim.co.jp::698c31e5-383b-467c-bc20-a09d8c482264" providerId="AD" clId="Web-{80DAC50E-9FAA-B42C-ED3F-26CB632E78E2}" dt="2021-01-05T00:52:10.885" v="50" actId="20577"/>
          <ac:spMkLst>
            <pc:docMk/>
            <pc:sldMk cId="165772591" sldId="274"/>
            <ac:spMk id="2" creationId="{5C41514C-E845-488C-A104-B32D5ABD336D}"/>
          </ac:spMkLst>
        </pc:spChg>
      </pc:sldChg>
      <pc:sldChg chg="addSp delSp modSp">
        <pc:chgData name="池田 幸高" userId="S::yukitaka.ikeda@optim.co.jp::698c31e5-383b-467c-bc20-a09d8c482264" providerId="AD" clId="Web-{80DAC50E-9FAA-B42C-ED3F-26CB632E78E2}" dt="2021-01-05T00:59:56.290" v="205" actId="20577"/>
        <pc:sldMkLst>
          <pc:docMk/>
          <pc:sldMk cId="4291880536" sldId="275"/>
        </pc:sldMkLst>
        <pc:spChg chg="add del mod">
          <ac:chgData name="池田 幸高" userId="S::yukitaka.ikeda@optim.co.jp::698c31e5-383b-467c-bc20-a09d8c482264" providerId="AD" clId="Web-{80DAC50E-9FAA-B42C-ED3F-26CB632E78E2}" dt="2021-01-05T00:57:56.095" v="150"/>
          <ac:spMkLst>
            <pc:docMk/>
            <pc:sldMk cId="4291880536" sldId="275"/>
            <ac:spMk id="5" creationId="{14B19750-449E-4FC6-8F23-2B1E93A4FFF2}"/>
          </ac:spMkLst>
        </pc:spChg>
        <pc:spChg chg="add del mod">
          <ac:chgData name="池田 幸高" userId="S::yukitaka.ikeda@optim.co.jp::698c31e5-383b-467c-bc20-a09d8c482264" providerId="AD" clId="Web-{80DAC50E-9FAA-B42C-ED3F-26CB632E78E2}" dt="2021-01-05T00:58:58.537" v="157"/>
          <ac:spMkLst>
            <pc:docMk/>
            <pc:sldMk cId="4291880536" sldId="275"/>
            <ac:spMk id="8" creationId="{A4F3B99F-61FA-402E-9172-A927202BD215}"/>
          </ac:spMkLst>
        </pc:spChg>
        <pc:spChg chg="add mod">
          <ac:chgData name="池田 幸高" userId="S::yukitaka.ikeda@optim.co.jp::698c31e5-383b-467c-bc20-a09d8c482264" providerId="AD" clId="Web-{80DAC50E-9FAA-B42C-ED3F-26CB632E78E2}" dt="2021-01-05T00:59:56.290" v="205" actId="20577"/>
          <ac:spMkLst>
            <pc:docMk/>
            <pc:sldMk cId="4291880536" sldId="275"/>
            <ac:spMk id="10" creationId="{E8334325-A8D3-4C14-A3B7-A94E9EE587ED}"/>
          </ac:spMkLst>
        </pc:spChg>
        <pc:picChg chg="add del mod">
          <ac:chgData name="池田 幸高" userId="S::yukitaka.ikeda@optim.co.jp::698c31e5-383b-467c-bc20-a09d8c482264" providerId="AD" clId="Web-{80DAC50E-9FAA-B42C-ED3F-26CB632E78E2}" dt="2021-01-05T00:58:37.598" v="153"/>
          <ac:picMkLst>
            <pc:docMk/>
            <pc:sldMk cId="4291880536" sldId="275"/>
            <ac:picMk id="6" creationId="{426BE2A8-71ED-4091-B853-A1CFF58D96EB}"/>
          </ac:picMkLst>
        </pc:picChg>
      </pc:sldChg>
      <pc:sldChg chg="addSp delSp modSp">
        <pc:chgData name="池田 幸高" userId="S::yukitaka.ikeda@optim.co.jp::698c31e5-383b-467c-bc20-a09d8c482264" providerId="AD" clId="Web-{80DAC50E-9FAA-B42C-ED3F-26CB632E78E2}" dt="2021-01-05T00:55:22.944" v="145" actId="20577"/>
        <pc:sldMkLst>
          <pc:docMk/>
          <pc:sldMk cId="3766405430" sldId="281"/>
        </pc:sldMkLst>
        <pc:spChg chg="add del mod">
          <ac:chgData name="池田 幸高" userId="S::yukitaka.ikeda@optim.co.jp::698c31e5-383b-467c-bc20-a09d8c482264" providerId="AD" clId="Web-{80DAC50E-9FAA-B42C-ED3F-26CB632E78E2}" dt="2021-01-05T00:53:24.155" v="53"/>
          <ac:spMkLst>
            <pc:docMk/>
            <pc:sldMk cId="3766405430" sldId="281"/>
            <ac:spMk id="5" creationId="{88C93972-0518-4FAC-B9E8-BD8F604845E4}"/>
          </ac:spMkLst>
        </pc:spChg>
        <pc:spChg chg="add mod">
          <ac:chgData name="池田 幸高" userId="S::yukitaka.ikeda@optim.co.jp::698c31e5-383b-467c-bc20-a09d8c482264" providerId="AD" clId="Web-{80DAC50E-9FAA-B42C-ED3F-26CB632E78E2}" dt="2021-01-05T00:55:22.944" v="145" actId="20577"/>
          <ac:spMkLst>
            <pc:docMk/>
            <pc:sldMk cId="3766405430" sldId="281"/>
            <ac:spMk id="7" creationId="{A03800DC-A8FC-4208-8EA2-4BEC4A41D13F}"/>
          </ac:spMkLst>
        </pc:spChg>
      </pc:sldChg>
      <pc:sldChg chg="addSp modSp">
        <pc:chgData name="池田 幸高" userId="S::yukitaka.ikeda@optim.co.jp::698c31e5-383b-467c-bc20-a09d8c482264" providerId="AD" clId="Web-{80DAC50E-9FAA-B42C-ED3F-26CB632E78E2}" dt="2021-01-05T01:11:13.725" v="303" actId="20577"/>
        <pc:sldMkLst>
          <pc:docMk/>
          <pc:sldMk cId="3197079675" sldId="290"/>
        </pc:sldMkLst>
        <pc:spChg chg="add mod">
          <ac:chgData name="池田 幸高" userId="S::yukitaka.ikeda@optim.co.jp::698c31e5-383b-467c-bc20-a09d8c482264" providerId="AD" clId="Web-{80DAC50E-9FAA-B42C-ED3F-26CB632E78E2}" dt="2021-01-05T01:11:02.568" v="296" actId="1076"/>
          <ac:spMkLst>
            <pc:docMk/>
            <pc:sldMk cId="3197079675" sldId="290"/>
            <ac:spMk id="5" creationId="{CF02A039-C32B-4DE1-A924-D69E73921445}"/>
          </ac:spMkLst>
        </pc:spChg>
        <pc:spChg chg="add mod">
          <ac:chgData name="池田 幸高" userId="S::yukitaka.ikeda@optim.co.jp::698c31e5-383b-467c-bc20-a09d8c482264" providerId="AD" clId="Web-{80DAC50E-9FAA-B42C-ED3F-26CB632E78E2}" dt="2021-01-05T01:11:13.725" v="303" actId="20577"/>
          <ac:spMkLst>
            <pc:docMk/>
            <pc:sldMk cId="3197079675" sldId="290"/>
            <ac:spMk id="6" creationId="{DE914241-C24F-446A-941B-E0D2E40F5AE8}"/>
          </ac:spMkLst>
        </pc:spChg>
      </pc:sldChg>
      <pc:sldChg chg="addSp modSp">
        <pc:chgData name="池田 幸高" userId="S::yukitaka.ikeda@optim.co.jp::698c31e5-383b-467c-bc20-a09d8c482264" providerId="AD" clId="Web-{80DAC50E-9FAA-B42C-ED3F-26CB632E78E2}" dt="2021-01-05T01:13:30.344" v="329" actId="1076"/>
        <pc:sldMkLst>
          <pc:docMk/>
          <pc:sldMk cId="1920692120" sldId="291"/>
        </pc:sldMkLst>
        <pc:spChg chg="add mod">
          <ac:chgData name="池田 幸高" userId="S::yukitaka.ikeda@optim.co.jp::698c31e5-383b-467c-bc20-a09d8c482264" providerId="AD" clId="Web-{80DAC50E-9FAA-B42C-ED3F-26CB632E78E2}" dt="2021-01-05T01:12:48.247" v="308" actId="1076"/>
          <ac:spMkLst>
            <pc:docMk/>
            <pc:sldMk cId="1920692120" sldId="291"/>
            <ac:spMk id="5" creationId="{F28319BF-FDE4-4FF1-8C07-BECD0039C549}"/>
          </ac:spMkLst>
        </pc:spChg>
        <pc:spChg chg="add mod">
          <ac:chgData name="池田 幸高" userId="S::yukitaka.ikeda@optim.co.jp::698c31e5-383b-467c-bc20-a09d8c482264" providerId="AD" clId="Web-{80DAC50E-9FAA-B42C-ED3F-26CB632E78E2}" dt="2021-01-05T01:12:35.559" v="307" actId="1076"/>
          <ac:spMkLst>
            <pc:docMk/>
            <pc:sldMk cId="1920692120" sldId="291"/>
            <ac:spMk id="7" creationId="{1A89A4FD-8D2F-4066-8495-E95DE8B9DCF3}"/>
          </ac:spMkLst>
        </pc:spChg>
        <pc:spChg chg="add mod">
          <ac:chgData name="池田 幸高" userId="S::yukitaka.ikeda@optim.co.jp::698c31e5-383b-467c-bc20-a09d8c482264" providerId="AD" clId="Web-{80DAC50E-9FAA-B42C-ED3F-26CB632E78E2}" dt="2021-01-05T01:13:30.344" v="329" actId="1076"/>
          <ac:spMkLst>
            <pc:docMk/>
            <pc:sldMk cId="1920692120" sldId="291"/>
            <ac:spMk id="8" creationId="{CB8E4959-DB3E-4485-B934-7716BDB65F6A}"/>
          </ac:spMkLst>
        </pc:spChg>
      </pc:sldChg>
      <pc:sldChg chg="addSp modSp">
        <pc:chgData name="池田 幸高" userId="S::yukitaka.ikeda@optim.co.jp::698c31e5-383b-467c-bc20-a09d8c482264" providerId="AD" clId="Web-{80DAC50E-9FAA-B42C-ED3F-26CB632E78E2}" dt="2021-01-05T01:13:47.610" v="352" actId="20577"/>
        <pc:sldMkLst>
          <pc:docMk/>
          <pc:sldMk cId="3196024784" sldId="292"/>
        </pc:sldMkLst>
        <pc:spChg chg="add mod">
          <ac:chgData name="池田 幸高" userId="S::yukitaka.ikeda@optim.co.jp::698c31e5-383b-467c-bc20-a09d8c482264" providerId="AD" clId="Web-{80DAC50E-9FAA-B42C-ED3F-26CB632E78E2}" dt="2021-01-05T01:13:47.610" v="352" actId="20577"/>
          <ac:spMkLst>
            <pc:docMk/>
            <pc:sldMk cId="3196024784" sldId="292"/>
            <ac:spMk id="5" creationId="{F8AE2AFD-0FD5-41E0-803C-5D00983E1A6F}"/>
          </ac:spMkLst>
        </pc:spChg>
      </pc:sldChg>
      <pc:sldChg chg="addSp modSp">
        <pc:chgData name="池田 幸高" userId="S::yukitaka.ikeda@optim.co.jp::698c31e5-383b-467c-bc20-a09d8c482264" providerId="AD" clId="Web-{80DAC50E-9FAA-B42C-ED3F-26CB632E78E2}" dt="2021-01-05T01:14:27.769" v="354" actId="1076"/>
        <pc:sldMkLst>
          <pc:docMk/>
          <pc:sldMk cId="2304721488" sldId="294"/>
        </pc:sldMkLst>
        <pc:spChg chg="add mod">
          <ac:chgData name="池田 幸高" userId="S::yukitaka.ikeda@optim.co.jp::698c31e5-383b-467c-bc20-a09d8c482264" providerId="AD" clId="Web-{80DAC50E-9FAA-B42C-ED3F-26CB632E78E2}" dt="2021-01-05T01:14:27.769" v="354" actId="1076"/>
          <ac:spMkLst>
            <pc:docMk/>
            <pc:sldMk cId="2304721488" sldId="294"/>
            <ac:spMk id="5" creationId="{94FE124A-C72C-4414-A69D-E4D68E84B731}"/>
          </ac:spMkLst>
        </pc:spChg>
      </pc:sldChg>
      <pc:sldChg chg="addSp modSp">
        <pc:chgData name="池田 幸高" userId="S::yukitaka.ikeda@optim.co.jp::698c31e5-383b-467c-bc20-a09d8c482264" providerId="AD" clId="Web-{80DAC50E-9FAA-B42C-ED3F-26CB632E78E2}" dt="2021-01-05T01:15:05.319" v="370" actId="20577"/>
        <pc:sldMkLst>
          <pc:docMk/>
          <pc:sldMk cId="1699552746" sldId="297"/>
        </pc:sldMkLst>
        <pc:spChg chg="add mod">
          <ac:chgData name="池田 幸高" userId="S::yukitaka.ikeda@optim.co.jp::698c31e5-383b-467c-bc20-a09d8c482264" providerId="AD" clId="Web-{80DAC50E-9FAA-B42C-ED3F-26CB632E78E2}" dt="2021-01-05T01:15:05.319" v="370" actId="20577"/>
          <ac:spMkLst>
            <pc:docMk/>
            <pc:sldMk cId="1699552746" sldId="297"/>
            <ac:spMk id="5" creationId="{248CEB67-C99D-4CD2-81C9-3EB05F066305}"/>
          </ac:spMkLst>
        </pc:spChg>
      </pc:sldChg>
      <pc:sldChg chg="addSp modSp">
        <pc:chgData name="池田 幸高" userId="S::yukitaka.ikeda@optim.co.jp::698c31e5-383b-467c-bc20-a09d8c482264" providerId="AD" clId="Web-{80DAC50E-9FAA-B42C-ED3F-26CB632E78E2}" dt="2021-01-05T01:16:31.074" v="414" actId="14100"/>
        <pc:sldMkLst>
          <pc:docMk/>
          <pc:sldMk cId="3946676697" sldId="299"/>
        </pc:sldMkLst>
        <pc:spChg chg="add mod">
          <ac:chgData name="池田 幸高" userId="S::yukitaka.ikeda@optim.co.jp::698c31e5-383b-467c-bc20-a09d8c482264" providerId="AD" clId="Web-{80DAC50E-9FAA-B42C-ED3F-26CB632E78E2}" dt="2021-01-05T01:16:31.074" v="414" actId="14100"/>
          <ac:spMkLst>
            <pc:docMk/>
            <pc:sldMk cId="3946676697" sldId="299"/>
            <ac:spMk id="5" creationId="{9F484A84-EDAC-453C-88F6-B5C237302124}"/>
          </ac:spMkLst>
        </pc:spChg>
      </pc:sldChg>
    </pc:docChg>
  </pc:docChgLst>
  <pc:docChgLst>
    <pc:chgData name="西原 康裕" userId="79137d2e-3fa4-4b6f-adef-0113893d7643" providerId="ADAL" clId="{1C9FDD3A-369C-6C4D-8153-782882FFB08E}"/>
    <pc:docChg chg="undo redo custSel addSld delSld modSld sldOrd">
      <pc:chgData name="西原 康裕" userId="79137d2e-3fa4-4b6f-adef-0113893d7643" providerId="ADAL" clId="{1C9FDD3A-369C-6C4D-8153-782882FFB08E}" dt="2021-01-13T10:39:06.609" v="18099" actId="680"/>
      <pc:docMkLst>
        <pc:docMk/>
      </pc:docMkLst>
      <pc:sldChg chg="addSp delSp modSp mod">
        <pc:chgData name="西原 康裕" userId="79137d2e-3fa4-4b6f-adef-0113893d7643" providerId="ADAL" clId="{1C9FDD3A-369C-6C4D-8153-782882FFB08E}" dt="2021-01-13T04:21:49.824" v="15227" actId="20577"/>
        <pc:sldMkLst>
          <pc:docMk/>
          <pc:sldMk cId="1676793895" sldId="258"/>
        </pc:sldMkLst>
        <pc:spChg chg="add mod">
          <ac:chgData name="西原 康裕" userId="79137d2e-3fa4-4b6f-adef-0113893d7643" providerId="ADAL" clId="{1C9FDD3A-369C-6C4D-8153-782882FFB08E}" dt="2021-01-13T04:21:49.824" v="15227" actId="20577"/>
          <ac:spMkLst>
            <pc:docMk/>
            <pc:sldMk cId="1676793895" sldId="258"/>
            <ac:spMk id="2" creationId="{39B7E51E-E39E-094A-8609-B0356E11AA1A}"/>
          </ac:spMkLst>
        </pc:spChg>
        <pc:spChg chg="del">
          <ac:chgData name="西原 康裕" userId="79137d2e-3fa4-4b6f-adef-0113893d7643" providerId="ADAL" clId="{1C9FDD3A-369C-6C4D-8153-782882FFB08E}" dt="2021-01-13T04:19:54.822" v="15087" actId="478"/>
          <ac:spMkLst>
            <pc:docMk/>
            <pc:sldMk cId="1676793895" sldId="258"/>
            <ac:spMk id="10" creationId="{3C9BCC44-4D19-404A-A711-62172E8DD438}"/>
          </ac:spMkLst>
        </pc:spChg>
        <pc:spChg chg="mod">
          <ac:chgData name="西原 康裕" userId="79137d2e-3fa4-4b6f-adef-0113893d7643" providerId="ADAL" clId="{1C9FDD3A-369C-6C4D-8153-782882FFB08E}" dt="2021-01-13T03:02:18.009" v="10296" actId="20577"/>
          <ac:spMkLst>
            <pc:docMk/>
            <pc:sldMk cId="1676793895" sldId="258"/>
            <ac:spMk id="13" creationId="{6225DA6D-3727-384A-82D6-2C21C5702123}"/>
          </ac:spMkLst>
        </pc:spChg>
        <pc:picChg chg="mod">
          <ac:chgData name="西原 康裕" userId="79137d2e-3fa4-4b6f-adef-0113893d7643" providerId="ADAL" clId="{1C9FDD3A-369C-6C4D-8153-782882FFB08E}" dt="2021-01-13T03:02:31.346" v="10297" actId="1076"/>
          <ac:picMkLst>
            <pc:docMk/>
            <pc:sldMk cId="1676793895" sldId="258"/>
            <ac:picMk id="20" creationId="{2B546755-CDF2-A644-ADBA-51D0B418A7B7}"/>
          </ac:picMkLst>
        </pc:picChg>
      </pc:sldChg>
      <pc:sldChg chg="addSp modSp mod ord">
        <pc:chgData name="西原 康裕" userId="79137d2e-3fa4-4b6f-adef-0113893d7643" providerId="ADAL" clId="{1C9FDD3A-369C-6C4D-8153-782882FFB08E}" dt="2021-01-13T02:38:26.777" v="10149" actId="1076"/>
        <pc:sldMkLst>
          <pc:docMk/>
          <pc:sldMk cId="3502675785" sldId="259"/>
        </pc:sldMkLst>
        <pc:spChg chg="add mod">
          <ac:chgData name="西原 康裕" userId="79137d2e-3fa4-4b6f-adef-0113893d7643" providerId="ADAL" clId="{1C9FDD3A-369C-6C4D-8153-782882FFB08E}" dt="2021-01-13T02:38:26.777" v="10149" actId="1076"/>
          <ac:spMkLst>
            <pc:docMk/>
            <pc:sldMk cId="3502675785" sldId="259"/>
            <ac:spMk id="2" creationId="{A06822F4-6A49-5648-BB45-96E32CC3F6D8}"/>
          </ac:spMkLst>
        </pc:spChg>
      </pc:sldChg>
      <pc:sldChg chg="addSp delSp modSp">
        <pc:chgData name="西原 康裕" userId="79137d2e-3fa4-4b6f-adef-0113893d7643" providerId="ADAL" clId="{1C9FDD3A-369C-6C4D-8153-782882FFB08E}" dt="2021-01-13T01:10:24.748" v="7576" actId="478"/>
        <pc:sldMkLst>
          <pc:docMk/>
          <pc:sldMk cId="3558793253" sldId="260"/>
        </pc:sldMkLst>
        <pc:spChg chg="add del mod">
          <ac:chgData name="西原 康裕" userId="79137d2e-3fa4-4b6f-adef-0113893d7643" providerId="ADAL" clId="{1C9FDD3A-369C-6C4D-8153-782882FFB08E}" dt="2021-01-13T01:10:24.748" v="7576" actId="478"/>
          <ac:spMkLst>
            <pc:docMk/>
            <pc:sldMk cId="3558793253" sldId="260"/>
            <ac:spMk id="2" creationId="{E7A0A2D2-BE0D-1749-9D5B-F433D191CBD1}"/>
          </ac:spMkLst>
        </pc:spChg>
      </pc:sldChg>
      <pc:sldChg chg="addSp modSp mod ord">
        <pc:chgData name="西原 康裕" userId="79137d2e-3fa4-4b6f-adef-0113893d7643" providerId="ADAL" clId="{1C9FDD3A-369C-6C4D-8153-782882FFB08E}" dt="2021-01-13T02:42:18.340" v="10236" actId="1076"/>
        <pc:sldMkLst>
          <pc:docMk/>
          <pc:sldMk cId="3189017730" sldId="261"/>
        </pc:sldMkLst>
        <pc:spChg chg="add mod">
          <ac:chgData name="西原 康裕" userId="79137d2e-3fa4-4b6f-adef-0113893d7643" providerId="ADAL" clId="{1C9FDD3A-369C-6C4D-8153-782882FFB08E}" dt="2021-01-13T02:42:18.340" v="10236" actId="1076"/>
          <ac:spMkLst>
            <pc:docMk/>
            <pc:sldMk cId="3189017730" sldId="261"/>
            <ac:spMk id="2" creationId="{F2C826DF-6713-5B42-BCE8-DD193E4C4FB5}"/>
          </ac:spMkLst>
        </pc:spChg>
        <pc:spChg chg="mod">
          <ac:chgData name="西原 康裕" userId="79137d2e-3fa4-4b6f-adef-0113893d7643" providerId="ADAL" clId="{1C9FDD3A-369C-6C4D-8153-782882FFB08E}" dt="2021-01-13T02:42:00.134" v="10235" actId="20577"/>
          <ac:spMkLst>
            <pc:docMk/>
            <pc:sldMk cId="3189017730" sldId="261"/>
            <ac:spMk id="6" creationId="{F2A5F7DC-A85E-0940-A6C5-3CBC3A7518E8}"/>
          </ac:spMkLst>
        </pc:spChg>
        <pc:spChg chg="mod">
          <ac:chgData name="西原 康裕" userId="79137d2e-3fa4-4b6f-adef-0113893d7643" providerId="ADAL" clId="{1C9FDD3A-369C-6C4D-8153-782882FFB08E}" dt="2021-01-13T02:38:43.519" v="10172" actId="1076"/>
          <ac:spMkLst>
            <pc:docMk/>
            <pc:sldMk cId="3189017730" sldId="261"/>
            <ac:spMk id="13" creationId="{66225DB3-8C84-419E-883C-D95EAEFC60C6}"/>
          </ac:spMkLst>
        </pc:spChg>
      </pc:sldChg>
      <pc:sldChg chg="modSp mod">
        <pc:chgData name="西原 康裕" userId="79137d2e-3fa4-4b6f-adef-0113893d7643" providerId="ADAL" clId="{1C9FDD3A-369C-6C4D-8153-782882FFB08E}" dt="2021-01-13T05:08:33.709" v="16894" actId="20577"/>
        <pc:sldMkLst>
          <pc:docMk/>
          <pc:sldMk cId="2172523328" sldId="262"/>
        </pc:sldMkLst>
        <pc:spChg chg="mod">
          <ac:chgData name="西原 康裕" userId="79137d2e-3fa4-4b6f-adef-0113893d7643" providerId="ADAL" clId="{1C9FDD3A-369C-6C4D-8153-782882FFB08E}" dt="2021-01-13T05:08:33.709" v="16894" actId="20577"/>
          <ac:spMkLst>
            <pc:docMk/>
            <pc:sldMk cId="2172523328" sldId="262"/>
            <ac:spMk id="2" creationId="{EA8DBE98-BCD0-E34B-873D-C00300914D19}"/>
          </ac:spMkLst>
        </pc:spChg>
      </pc:sldChg>
      <pc:sldChg chg="addSp delSp modSp mod">
        <pc:chgData name="西原 康裕" userId="79137d2e-3fa4-4b6f-adef-0113893d7643" providerId="ADAL" clId="{1C9FDD3A-369C-6C4D-8153-782882FFB08E}" dt="2021-01-13T05:11:15.108" v="17049" actId="20577"/>
        <pc:sldMkLst>
          <pc:docMk/>
          <pc:sldMk cId="1841286780" sldId="263"/>
        </pc:sldMkLst>
        <pc:spChg chg="mod">
          <ac:chgData name="西原 康裕" userId="79137d2e-3fa4-4b6f-adef-0113893d7643" providerId="ADAL" clId="{1C9FDD3A-369C-6C4D-8153-782882FFB08E}" dt="2021-01-13T05:09:39.883" v="16895" actId="20577"/>
          <ac:spMkLst>
            <pc:docMk/>
            <pc:sldMk cId="1841286780" sldId="263"/>
            <ac:spMk id="2" creationId="{12B566E2-8BB2-F34B-9E37-0E04314482C7}"/>
          </ac:spMkLst>
        </pc:spChg>
        <pc:spChg chg="del mod">
          <ac:chgData name="西原 康裕" userId="79137d2e-3fa4-4b6f-adef-0113893d7643" providerId="ADAL" clId="{1C9FDD3A-369C-6C4D-8153-782882FFB08E}" dt="2021-01-12T12:56:02.885" v="4526" actId="478"/>
          <ac:spMkLst>
            <pc:docMk/>
            <pc:sldMk cId="1841286780" sldId="263"/>
            <ac:spMk id="4" creationId="{421B2EF8-D1E9-FA43-97C9-E0C96E3FD9B4}"/>
          </ac:spMkLst>
        </pc:spChg>
        <pc:spChg chg="add mod">
          <ac:chgData name="西原 康裕" userId="79137d2e-3fa4-4b6f-adef-0113893d7643" providerId="ADAL" clId="{1C9FDD3A-369C-6C4D-8153-782882FFB08E}" dt="2021-01-13T05:11:15.108" v="17049" actId="20577"/>
          <ac:spMkLst>
            <pc:docMk/>
            <pc:sldMk cId="1841286780" sldId="263"/>
            <ac:spMk id="6" creationId="{2F56B0C1-9A3C-9243-BC05-F08629001BE8}"/>
          </ac:spMkLst>
        </pc:spChg>
        <pc:spChg chg="del">
          <ac:chgData name="西原 康裕" userId="79137d2e-3fa4-4b6f-adef-0113893d7643" providerId="ADAL" clId="{1C9FDD3A-369C-6C4D-8153-782882FFB08E}" dt="2021-01-12T12:56:35.119" v="4527" actId="478"/>
          <ac:spMkLst>
            <pc:docMk/>
            <pc:sldMk cId="1841286780" sldId="263"/>
            <ac:spMk id="7" creationId="{93A2BA54-BEF2-2B46-91EF-A0D0AFF4B362}"/>
          </ac:spMkLst>
        </pc:spChg>
      </pc:sldChg>
      <pc:sldChg chg="modSp mod">
        <pc:chgData name="西原 康裕" userId="79137d2e-3fa4-4b6f-adef-0113893d7643" providerId="ADAL" clId="{1C9FDD3A-369C-6C4D-8153-782882FFB08E}" dt="2021-01-13T05:18:30.637" v="17843" actId="20577"/>
        <pc:sldMkLst>
          <pc:docMk/>
          <pc:sldMk cId="373062482" sldId="264"/>
        </pc:sldMkLst>
        <pc:spChg chg="mod">
          <ac:chgData name="西原 康裕" userId="79137d2e-3fa4-4b6f-adef-0113893d7643" providerId="ADAL" clId="{1C9FDD3A-369C-6C4D-8153-782882FFB08E}" dt="2021-01-13T05:18:30.637" v="17843" actId="20577"/>
          <ac:spMkLst>
            <pc:docMk/>
            <pc:sldMk cId="373062482" sldId="264"/>
            <ac:spMk id="2" creationId="{A5AB268C-2057-3744-A077-ECA58621E8F8}"/>
          </ac:spMkLst>
        </pc:spChg>
      </pc:sldChg>
      <pc:sldChg chg="addSp modSp mod">
        <pc:chgData name="西原 康裕" userId="79137d2e-3fa4-4b6f-adef-0113893d7643" providerId="ADAL" clId="{1C9FDD3A-369C-6C4D-8153-782882FFB08E}" dt="2021-01-08T04:20:19.836" v="1731" actId="20577"/>
        <pc:sldMkLst>
          <pc:docMk/>
          <pc:sldMk cId="2171927970" sldId="265"/>
        </pc:sldMkLst>
        <pc:spChg chg="add mod">
          <ac:chgData name="西原 康裕" userId="79137d2e-3fa4-4b6f-adef-0113893d7643" providerId="ADAL" clId="{1C9FDD3A-369C-6C4D-8153-782882FFB08E}" dt="2021-01-08T04:20:19.836" v="1731" actId="20577"/>
          <ac:spMkLst>
            <pc:docMk/>
            <pc:sldMk cId="2171927970" sldId="265"/>
            <ac:spMk id="4" creationId="{9AA063B5-0B86-8844-99C9-C0D2461163DC}"/>
          </ac:spMkLst>
        </pc:spChg>
      </pc:sldChg>
      <pc:sldChg chg="addSp delSp modSp mod">
        <pc:chgData name="西原 康裕" userId="79137d2e-3fa4-4b6f-adef-0113893d7643" providerId="ADAL" clId="{1C9FDD3A-369C-6C4D-8153-782882FFB08E}" dt="2021-01-13T05:23:03.523" v="18015" actId="20577"/>
        <pc:sldMkLst>
          <pc:docMk/>
          <pc:sldMk cId="2535330368" sldId="267"/>
        </pc:sldMkLst>
        <pc:spChg chg="mod">
          <ac:chgData name="西原 康裕" userId="79137d2e-3fa4-4b6f-adef-0113893d7643" providerId="ADAL" clId="{1C9FDD3A-369C-6C4D-8153-782882FFB08E}" dt="2021-01-13T05:23:03.523" v="18015" actId="20577"/>
          <ac:spMkLst>
            <pc:docMk/>
            <pc:sldMk cId="2535330368" sldId="267"/>
            <ac:spMk id="2" creationId="{E5470734-55FA-6348-8E13-CAB87019C77F}"/>
          </ac:spMkLst>
        </pc:spChg>
        <pc:picChg chg="add del mod">
          <ac:chgData name="西原 康裕" userId="79137d2e-3fa4-4b6f-adef-0113893d7643" providerId="ADAL" clId="{1C9FDD3A-369C-6C4D-8153-782882FFB08E}" dt="2021-01-13T05:22:40.450" v="17939" actId="478"/>
          <ac:picMkLst>
            <pc:docMk/>
            <pc:sldMk cId="2535330368" sldId="267"/>
            <ac:picMk id="6" creationId="{45132C3D-9ED6-3E4B-8FB8-1AE0CF1B7F5F}"/>
          </ac:picMkLst>
        </pc:picChg>
      </pc:sldChg>
      <pc:sldChg chg="addSp modSp mod">
        <pc:chgData name="西原 康裕" userId="79137d2e-3fa4-4b6f-adef-0113893d7643" providerId="ADAL" clId="{1C9FDD3A-369C-6C4D-8153-782882FFB08E}" dt="2021-01-13T05:25:39.020" v="18020" actId="20577"/>
        <pc:sldMkLst>
          <pc:docMk/>
          <pc:sldMk cId="2098984685" sldId="268"/>
        </pc:sldMkLst>
        <pc:spChg chg="add mod">
          <ac:chgData name="西原 康裕" userId="79137d2e-3fa4-4b6f-adef-0113893d7643" providerId="ADAL" clId="{1C9FDD3A-369C-6C4D-8153-782882FFB08E}" dt="2021-01-08T04:26:41.450" v="2416" actId="1076"/>
          <ac:spMkLst>
            <pc:docMk/>
            <pc:sldMk cId="2098984685" sldId="268"/>
            <ac:spMk id="2" creationId="{DE891880-722C-354F-86E3-79968BEEEFFE}"/>
          </ac:spMkLst>
        </pc:spChg>
        <pc:spChg chg="add mod">
          <ac:chgData name="西原 康裕" userId="79137d2e-3fa4-4b6f-adef-0113893d7643" providerId="ADAL" clId="{1C9FDD3A-369C-6C4D-8153-782882FFB08E}" dt="2021-01-13T03:21:01.072" v="11644" actId="207"/>
          <ac:spMkLst>
            <pc:docMk/>
            <pc:sldMk cId="2098984685" sldId="268"/>
            <ac:spMk id="5" creationId="{3DF1E17B-102F-7641-B5BE-E79965E44266}"/>
          </ac:spMkLst>
        </pc:spChg>
        <pc:spChg chg="mod">
          <ac:chgData name="西原 康裕" userId="79137d2e-3fa4-4b6f-adef-0113893d7643" providerId="ADAL" clId="{1C9FDD3A-369C-6C4D-8153-782882FFB08E}" dt="2021-01-13T05:25:39.020" v="18020" actId="20577"/>
          <ac:spMkLst>
            <pc:docMk/>
            <pc:sldMk cId="2098984685" sldId="268"/>
            <ac:spMk id="6" creationId="{3B47B27D-DF7A-1F44-B4E1-AAE0019E92F2}"/>
          </ac:spMkLst>
        </pc:spChg>
      </pc:sldChg>
      <pc:sldChg chg="addSp modSp mod">
        <pc:chgData name="西原 康裕" userId="79137d2e-3fa4-4b6f-adef-0113893d7643" providerId="ADAL" clId="{1C9FDD3A-369C-6C4D-8153-782882FFB08E}" dt="2021-01-13T05:28:09.341" v="18022" actId="20577"/>
        <pc:sldMkLst>
          <pc:docMk/>
          <pc:sldMk cId="734592963" sldId="269"/>
        </pc:sldMkLst>
        <pc:spChg chg="mod">
          <ac:chgData name="西原 康裕" userId="79137d2e-3fa4-4b6f-adef-0113893d7643" providerId="ADAL" clId="{1C9FDD3A-369C-6C4D-8153-782882FFB08E}" dt="2021-01-13T05:28:09.341" v="18022" actId="20577"/>
          <ac:spMkLst>
            <pc:docMk/>
            <pc:sldMk cId="734592963" sldId="269"/>
            <ac:spMk id="2" creationId="{977028D3-E138-3147-B103-2B9C4C117944}"/>
          </ac:spMkLst>
        </pc:spChg>
        <pc:spChg chg="add mod">
          <ac:chgData name="西原 康裕" userId="79137d2e-3fa4-4b6f-adef-0113893d7643" providerId="ADAL" clId="{1C9FDD3A-369C-6C4D-8153-782882FFB08E}" dt="2021-01-13T03:26:07.660" v="11979" actId="1076"/>
          <ac:spMkLst>
            <pc:docMk/>
            <pc:sldMk cId="734592963" sldId="269"/>
            <ac:spMk id="6" creationId="{3FFE77A1-56CA-6440-B86F-76297147D432}"/>
          </ac:spMkLst>
        </pc:spChg>
      </pc:sldChg>
      <pc:sldChg chg="addSp modSp del mod">
        <pc:chgData name="西原 康裕" userId="79137d2e-3fa4-4b6f-adef-0113893d7643" providerId="ADAL" clId="{1C9FDD3A-369C-6C4D-8153-782882FFB08E}" dt="2021-01-12T13:40:45.666" v="6469" actId="2696"/>
        <pc:sldMkLst>
          <pc:docMk/>
          <pc:sldMk cId="345025807" sldId="270"/>
        </pc:sldMkLst>
        <pc:spChg chg="add mod">
          <ac:chgData name="西原 康裕" userId="79137d2e-3fa4-4b6f-adef-0113893d7643" providerId="ADAL" clId="{1C9FDD3A-369C-6C4D-8153-782882FFB08E}" dt="2021-01-08T04:21:23.787" v="1895" actId="20577"/>
          <ac:spMkLst>
            <pc:docMk/>
            <pc:sldMk cId="345025807" sldId="270"/>
            <ac:spMk id="2" creationId="{5B418339-29D3-5B43-BF2C-C051328DF80C}"/>
          </ac:spMkLst>
        </pc:spChg>
        <pc:spChg chg="mod">
          <ac:chgData name="西原 康裕" userId="79137d2e-3fa4-4b6f-adef-0113893d7643" providerId="ADAL" clId="{1C9FDD3A-369C-6C4D-8153-782882FFB08E}" dt="2021-01-12T13:40:23.626" v="6467" actId="20577"/>
          <ac:spMkLst>
            <pc:docMk/>
            <pc:sldMk cId="345025807" sldId="270"/>
            <ac:spMk id="3" creationId="{A910AFEB-F9FF-1649-A5A9-508565953FE3}"/>
          </ac:spMkLst>
        </pc:spChg>
      </pc:sldChg>
      <pc:sldChg chg="addSp delSp modSp mod">
        <pc:chgData name="西原 康裕" userId="79137d2e-3fa4-4b6f-adef-0113893d7643" providerId="ADAL" clId="{1C9FDD3A-369C-6C4D-8153-782882FFB08E}" dt="2021-01-13T03:26:43.858" v="11981" actId="20578"/>
        <pc:sldMkLst>
          <pc:docMk/>
          <pc:sldMk cId="3543145929" sldId="271"/>
        </pc:sldMkLst>
        <pc:spChg chg="mod">
          <ac:chgData name="西原 康裕" userId="79137d2e-3fa4-4b6f-adef-0113893d7643" providerId="ADAL" clId="{1C9FDD3A-369C-6C4D-8153-782882FFB08E}" dt="2021-01-13T03:26:43.858" v="11981" actId="20578"/>
          <ac:spMkLst>
            <pc:docMk/>
            <pc:sldMk cId="3543145929" sldId="271"/>
            <ac:spMk id="2" creationId="{64BE87D7-31E6-2743-9F14-C850CFAB7B69}"/>
          </ac:spMkLst>
        </pc:spChg>
        <pc:spChg chg="mod">
          <ac:chgData name="西原 康裕" userId="79137d2e-3fa4-4b6f-adef-0113893d7643" providerId="ADAL" clId="{1C9FDD3A-369C-6C4D-8153-782882FFB08E}" dt="2021-01-12T13:40:36.336" v="6468"/>
          <ac:spMkLst>
            <pc:docMk/>
            <pc:sldMk cId="3543145929" sldId="271"/>
            <ac:spMk id="3" creationId="{A910AFEB-F9FF-1649-A5A9-508565953FE3}"/>
          </ac:spMkLst>
        </pc:spChg>
        <pc:spChg chg="mod">
          <ac:chgData name="西原 康裕" userId="79137d2e-3fa4-4b6f-adef-0113893d7643" providerId="ADAL" clId="{1C9FDD3A-369C-6C4D-8153-782882FFB08E}" dt="2021-01-12T13:45:28.699" v="6960" actId="20577"/>
          <ac:spMkLst>
            <pc:docMk/>
            <pc:sldMk cId="3543145929" sldId="271"/>
            <ac:spMk id="4" creationId="{115D2A9F-F6B4-4785-86A0-080429065971}"/>
          </ac:spMkLst>
        </pc:spChg>
        <pc:spChg chg="del">
          <ac:chgData name="西原 康裕" userId="79137d2e-3fa4-4b6f-adef-0113893d7643" providerId="ADAL" clId="{1C9FDD3A-369C-6C4D-8153-782882FFB08E}" dt="2021-01-12T13:45:19.674" v="6955" actId="478"/>
          <ac:spMkLst>
            <pc:docMk/>
            <pc:sldMk cId="3543145929" sldId="271"/>
            <ac:spMk id="5" creationId="{4EA440BE-CF77-C049-8099-6088341E47C6}"/>
          </ac:spMkLst>
        </pc:spChg>
        <pc:spChg chg="add del mod">
          <ac:chgData name="西原 康裕" userId="79137d2e-3fa4-4b6f-adef-0113893d7643" providerId="ADAL" clId="{1C9FDD3A-369C-6C4D-8153-782882FFB08E}" dt="2021-01-12T13:41:49.293" v="6666" actId="478"/>
          <ac:spMkLst>
            <pc:docMk/>
            <pc:sldMk cId="3543145929" sldId="271"/>
            <ac:spMk id="6" creationId="{6D017B0B-D723-6348-A1A6-43A725F1A6DB}"/>
          </ac:spMkLst>
        </pc:spChg>
      </pc:sldChg>
      <pc:sldChg chg="addSp modSp mod ord">
        <pc:chgData name="西原 康裕" userId="79137d2e-3fa4-4b6f-adef-0113893d7643" providerId="ADAL" clId="{1C9FDD3A-369C-6C4D-8153-782882FFB08E}" dt="2021-01-12T10:14:11.400" v="2805" actId="20578"/>
        <pc:sldMkLst>
          <pc:docMk/>
          <pc:sldMk cId="165772591" sldId="274"/>
        </pc:sldMkLst>
        <pc:spChg chg="add mod">
          <ac:chgData name="西原 康裕" userId="79137d2e-3fa4-4b6f-adef-0113893d7643" providerId="ADAL" clId="{1C9FDD3A-369C-6C4D-8153-782882FFB08E}" dt="2021-01-08T04:11:58.791" v="523" actId="14100"/>
          <ac:spMkLst>
            <pc:docMk/>
            <pc:sldMk cId="165772591" sldId="274"/>
            <ac:spMk id="6" creationId="{A8220994-7DA6-CC41-B694-13C7C6D7245A}"/>
          </ac:spMkLst>
        </pc:spChg>
      </pc:sldChg>
      <pc:sldChg chg="addSp delSp modSp mod">
        <pc:chgData name="西原 康裕" userId="79137d2e-3fa4-4b6f-adef-0113893d7643" providerId="ADAL" clId="{1C9FDD3A-369C-6C4D-8153-782882FFB08E}" dt="2021-01-13T04:12:21.807" v="14814" actId="12"/>
        <pc:sldMkLst>
          <pc:docMk/>
          <pc:sldMk cId="4291880536" sldId="275"/>
        </pc:sldMkLst>
        <pc:spChg chg="mod">
          <ac:chgData name="西原 康裕" userId="79137d2e-3fa4-4b6f-adef-0113893d7643" providerId="ADAL" clId="{1C9FDD3A-369C-6C4D-8153-782882FFB08E}" dt="2021-01-13T04:12:21.807" v="14814" actId="12"/>
          <ac:spMkLst>
            <pc:docMk/>
            <pc:sldMk cId="4291880536" sldId="275"/>
            <ac:spMk id="2" creationId="{E6EE66BC-C82F-1740-93BE-73034E275737}"/>
          </ac:spMkLst>
        </pc:spChg>
        <pc:spChg chg="add mod">
          <ac:chgData name="西原 康裕" userId="79137d2e-3fa4-4b6f-adef-0113893d7643" providerId="ADAL" clId="{1C9FDD3A-369C-6C4D-8153-782882FFB08E}" dt="2021-01-13T04:10:35.662" v="14673" actId="207"/>
          <ac:spMkLst>
            <pc:docMk/>
            <pc:sldMk cId="4291880536" sldId="275"/>
            <ac:spMk id="4" creationId="{E6F0ED7D-08C3-6442-8819-F17E8DBD511D}"/>
          </ac:spMkLst>
        </pc:spChg>
        <pc:spChg chg="del">
          <ac:chgData name="西原 康裕" userId="79137d2e-3fa4-4b6f-adef-0113893d7643" providerId="ADAL" clId="{1C9FDD3A-369C-6C4D-8153-782882FFB08E}" dt="2021-01-12T10:07:14.088" v="2796" actId="478"/>
          <ac:spMkLst>
            <pc:docMk/>
            <pc:sldMk cId="4291880536" sldId="275"/>
            <ac:spMk id="10" creationId="{E8334325-A8D3-4C14-A3B7-A94E9EE587ED}"/>
          </ac:spMkLst>
        </pc:spChg>
      </pc:sldChg>
      <pc:sldChg chg="modSp">
        <pc:chgData name="西原 康裕" userId="79137d2e-3fa4-4b6f-adef-0113893d7643" providerId="ADAL" clId="{1C9FDD3A-369C-6C4D-8153-782882FFB08E}" dt="2021-01-13T02:09:47.729" v="8394"/>
        <pc:sldMkLst>
          <pc:docMk/>
          <pc:sldMk cId="388259454" sldId="277"/>
        </pc:sldMkLst>
        <pc:spChg chg="mod">
          <ac:chgData name="西原 康裕" userId="79137d2e-3fa4-4b6f-adef-0113893d7643" providerId="ADAL" clId="{1C9FDD3A-369C-6C4D-8153-782882FFB08E}" dt="2021-01-13T02:09:47.729" v="8394"/>
          <ac:spMkLst>
            <pc:docMk/>
            <pc:sldMk cId="388259454" sldId="277"/>
            <ac:spMk id="2" creationId="{A1077C21-D510-704A-BCA0-6998FE91BC6D}"/>
          </ac:spMkLst>
        </pc:spChg>
      </pc:sldChg>
      <pc:sldChg chg="modSp">
        <pc:chgData name="西原 康裕" userId="79137d2e-3fa4-4b6f-adef-0113893d7643" providerId="ADAL" clId="{1C9FDD3A-369C-6C4D-8153-782882FFB08E}" dt="2021-01-13T01:33:42.142" v="7602" actId="20577"/>
        <pc:sldMkLst>
          <pc:docMk/>
          <pc:sldMk cId="8262567" sldId="278"/>
        </pc:sldMkLst>
        <pc:spChg chg="mod">
          <ac:chgData name="西原 康裕" userId="79137d2e-3fa4-4b6f-adef-0113893d7643" providerId="ADAL" clId="{1C9FDD3A-369C-6C4D-8153-782882FFB08E}" dt="2021-01-13T01:33:42.142" v="7602" actId="20577"/>
          <ac:spMkLst>
            <pc:docMk/>
            <pc:sldMk cId="8262567" sldId="278"/>
            <ac:spMk id="2" creationId="{4BC4C53A-98BF-514E-A11E-7EB8418EEC94}"/>
          </ac:spMkLst>
        </pc:spChg>
      </pc:sldChg>
      <pc:sldChg chg="addSp modSp mod">
        <pc:chgData name="西原 康裕" userId="79137d2e-3fa4-4b6f-adef-0113893d7643" providerId="ADAL" clId="{1C9FDD3A-369C-6C4D-8153-782882FFB08E}" dt="2021-01-13T01:34:59.551" v="7717" actId="20577"/>
        <pc:sldMkLst>
          <pc:docMk/>
          <pc:sldMk cId="2911780831" sldId="279"/>
        </pc:sldMkLst>
        <pc:spChg chg="mod">
          <ac:chgData name="西原 康裕" userId="79137d2e-3fa4-4b6f-adef-0113893d7643" providerId="ADAL" clId="{1C9FDD3A-369C-6C4D-8153-782882FFB08E}" dt="2021-01-13T01:34:29.743" v="7680" actId="20577"/>
          <ac:spMkLst>
            <pc:docMk/>
            <pc:sldMk cId="2911780831" sldId="279"/>
            <ac:spMk id="2" creationId="{4A0844D1-7822-E44E-9347-C4463F178EF8}"/>
          </ac:spMkLst>
        </pc:spChg>
        <pc:spChg chg="mod">
          <ac:chgData name="西原 康裕" userId="79137d2e-3fa4-4b6f-adef-0113893d7643" providerId="ADAL" clId="{1C9FDD3A-369C-6C4D-8153-782882FFB08E}" dt="2021-01-13T01:34:59.551" v="7717" actId="20577"/>
          <ac:spMkLst>
            <pc:docMk/>
            <pc:sldMk cId="2911780831" sldId="279"/>
            <ac:spMk id="3" creationId="{14686C6F-FB3E-C146-B089-9837B08F3C70}"/>
          </ac:spMkLst>
        </pc:spChg>
        <pc:spChg chg="add mod">
          <ac:chgData name="西原 康裕" userId="79137d2e-3fa4-4b6f-adef-0113893d7643" providerId="ADAL" clId="{1C9FDD3A-369C-6C4D-8153-782882FFB08E}" dt="2021-01-08T04:07:24.754" v="228" actId="20577"/>
          <ac:spMkLst>
            <pc:docMk/>
            <pc:sldMk cId="2911780831" sldId="279"/>
            <ac:spMk id="4" creationId="{82BCDCF8-8112-6149-9AB3-FC1CC5378ADA}"/>
          </ac:spMkLst>
        </pc:spChg>
      </pc:sldChg>
      <pc:sldChg chg="addSp modSp mod">
        <pc:chgData name="西原 康裕" userId="79137d2e-3fa4-4b6f-adef-0113893d7643" providerId="ADAL" clId="{1C9FDD3A-369C-6C4D-8153-782882FFB08E}" dt="2021-01-13T04:28:29.135" v="15885" actId="20577"/>
        <pc:sldMkLst>
          <pc:docMk/>
          <pc:sldMk cId="3766405430" sldId="281"/>
        </pc:sldMkLst>
        <pc:spChg chg="mod">
          <ac:chgData name="西原 康裕" userId="79137d2e-3fa4-4b6f-adef-0113893d7643" providerId="ADAL" clId="{1C9FDD3A-369C-6C4D-8153-782882FFB08E}" dt="2021-01-13T02:01:26.822" v="8239" actId="1035"/>
          <ac:spMkLst>
            <pc:docMk/>
            <pc:sldMk cId="3766405430" sldId="281"/>
            <ac:spMk id="2" creationId="{433A1EA1-02A5-064F-BD4C-0A6A77CCD8F0}"/>
          </ac:spMkLst>
        </pc:spChg>
        <pc:spChg chg="mod">
          <ac:chgData name="西原 康裕" userId="79137d2e-3fa4-4b6f-adef-0113893d7643" providerId="ADAL" clId="{1C9FDD3A-369C-6C4D-8153-782882FFB08E}" dt="2021-01-13T04:28:29.135" v="15885" actId="20577"/>
          <ac:spMkLst>
            <pc:docMk/>
            <pc:sldMk cId="3766405430" sldId="281"/>
            <ac:spMk id="3" creationId="{10AD9891-4C74-8E4A-BFA8-724D66E075EB}"/>
          </ac:spMkLst>
        </pc:spChg>
        <pc:spChg chg="mod">
          <ac:chgData name="西原 康裕" userId="79137d2e-3fa4-4b6f-adef-0113893d7643" providerId="ADAL" clId="{1C9FDD3A-369C-6C4D-8153-782882FFB08E}" dt="2021-01-13T04:27:26.259" v="15771" actId="207"/>
          <ac:spMkLst>
            <pc:docMk/>
            <pc:sldMk cId="3766405430" sldId="281"/>
            <ac:spMk id="8" creationId="{7CE3AECD-9969-3C4B-BDE4-94CF6689EE32}"/>
          </ac:spMkLst>
        </pc:spChg>
        <pc:spChg chg="add mod">
          <ac:chgData name="西原 康裕" userId="79137d2e-3fa4-4b6f-adef-0113893d7643" providerId="ADAL" clId="{1C9FDD3A-369C-6C4D-8153-782882FFB08E}" dt="2021-01-13T04:28:16.078" v="15853" actId="20577"/>
          <ac:spMkLst>
            <pc:docMk/>
            <pc:sldMk cId="3766405430" sldId="281"/>
            <ac:spMk id="9" creationId="{48D3B031-1C91-2648-B7D6-F69A4C3D28FE}"/>
          </ac:spMkLst>
        </pc:spChg>
      </pc:sldChg>
      <pc:sldChg chg="modSp mod">
        <pc:chgData name="西原 康裕" userId="79137d2e-3fa4-4b6f-adef-0113893d7643" providerId="ADAL" clId="{1C9FDD3A-369C-6C4D-8153-782882FFB08E}" dt="2021-01-13T02:21:28.527" v="8906" actId="20577"/>
        <pc:sldMkLst>
          <pc:docMk/>
          <pc:sldMk cId="2841071794" sldId="285"/>
        </pc:sldMkLst>
        <pc:spChg chg="mod">
          <ac:chgData name="西原 康裕" userId="79137d2e-3fa4-4b6f-adef-0113893d7643" providerId="ADAL" clId="{1C9FDD3A-369C-6C4D-8153-782882FFB08E}" dt="2021-01-13T02:21:28.527" v="8906" actId="20577"/>
          <ac:spMkLst>
            <pc:docMk/>
            <pc:sldMk cId="2841071794" sldId="285"/>
            <ac:spMk id="2" creationId="{F826B8B3-FBD3-3E4F-8BB4-41903E570332}"/>
          </ac:spMkLst>
        </pc:spChg>
      </pc:sldChg>
      <pc:sldChg chg="modSp mod">
        <pc:chgData name="西原 康裕" userId="79137d2e-3fa4-4b6f-adef-0113893d7643" providerId="ADAL" clId="{1C9FDD3A-369C-6C4D-8153-782882FFB08E}" dt="2021-01-13T03:27:25.014" v="12018" actId="20577"/>
        <pc:sldMkLst>
          <pc:docMk/>
          <pc:sldMk cId="3197079675" sldId="290"/>
        </pc:sldMkLst>
        <pc:spChg chg="mod">
          <ac:chgData name="西原 康裕" userId="79137d2e-3fa4-4b6f-adef-0113893d7643" providerId="ADAL" clId="{1C9FDD3A-369C-6C4D-8153-782882FFB08E}" dt="2021-01-13T03:27:25.014" v="12018" actId="20577"/>
          <ac:spMkLst>
            <pc:docMk/>
            <pc:sldMk cId="3197079675" sldId="290"/>
            <ac:spMk id="2" creationId="{129EB18F-CCFA-3542-9021-55E976EDF1BE}"/>
          </ac:spMkLst>
        </pc:spChg>
      </pc:sldChg>
      <pc:sldChg chg="modSp mod">
        <pc:chgData name="西原 康裕" userId="79137d2e-3fa4-4b6f-adef-0113893d7643" providerId="ADAL" clId="{1C9FDD3A-369C-6C4D-8153-782882FFB08E}" dt="2021-01-13T03:27:43.774" v="12041" actId="20577"/>
        <pc:sldMkLst>
          <pc:docMk/>
          <pc:sldMk cId="1920692120" sldId="291"/>
        </pc:sldMkLst>
        <pc:spChg chg="mod">
          <ac:chgData name="西原 康裕" userId="79137d2e-3fa4-4b6f-adef-0113893d7643" providerId="ADAL" clId="{1C9FDD3A-369C-6C4D-8153-782882FFB08E}" dt="2021-01-13T03:27:43.774" v="12041" actId="20577"/>
          <ac:spMkLst>
            <pc:docMk/>
            <pc:sldMk cId="1920692120" sldId="291"/>
            <ac:spMk id="2" creationId="{9FF76058-A109-B24A-AB53-EEE1619BF136}"/>
          </ac:spMkLst>
        </pc:spChg>
      </pc:sldChg>
      <pc:sldChg chg="modSp mod">
        <pc:chgData name="西原 康裕" userId="79137d2e-3fa4-4b6f-adef-0113893d7643" providerId="ADAL" clId="{1C9FDD3A-369C-6C4D-8153-782882FFB08E}" dt="2021-01-13T03:29:49.277" v="12412" actId="20577"/>
        <pc:sldMkLst>
          <pc:docMk/>
          <pc:sldMk cId="3196024784" sldId="292"/>
        </pc:sldMkLst>
        <pc:spChg chg="mod">
          <ac:chgData name="西原 康裕" userId="79137d2e-3fa4-4b6f-adef-0113893d7643" providerId="ADAL" clId="{1C9FDD3A-369C-6C4D-8153-782882FFB08E}" dt="2021-01-13T03:29:49.277" v="12412" actId="20577"/>
          <ac:spMkLst>
            <pc:docMk/>
            <pc:sldMk cId="3196024784" sldId="292"/>
            <ac:spMk id="2" creationId="{50B8EE00-67DD-194C-9492-1489111B2BA1}"/>
          </ac:spMkLst>
        </pc:spChg>
      </pc:sldChg>
      <pc:sldChg chg="modSp mod">
        <pc:chgData name="西原 康裕" userId="79137d2e-3fa4-4b6f-adef-0113893d7643" providerId="ADAL" clId="{1C9FDD3A-369C-6C4D-8153-782882FFB08E}" dt="2021-01-13T03:43:14.538" v="13760" actId="20577"/>
        <pc:sldMkLst>
          <pc:docMk/>
          <pc:sldMk cId="2768319078" sldId="295"/>
        </pc:sldMkLst>
        <pc:spChg chg="mod">
          <ac:chgData name="西原 康裕" userId="79137d2e-3fa4-4b6f-adef-0113893d7643" providerId="ADAL" clId="{1C9FDD3A-369C-6C4D-8153-782882FFB08E}" dt="2021-01-13T03:43:14.538" v="13760" actId="20577"/>
          <ac:spMkLst>
            <pc:docMk/>
            <pc:sldMk cId="2768319078" sldId="295"/>
            <ac:spMk id="2" creationId="{BE525077-4497-BE41-A44C-1B16BD99E328}"/>
          </ac:spMkLst>
        </pc:spChg>
      </pc:sldChg>
      <pc:sldChg chg="modSp mod">
        <pc:chgData name="西原 康裕" userId="79137d2e-3fa4-4b6f-adef-0113893d7643" providerId="ADAL" clId="{1C9FDD3A-369C-6C4D-8153-782882FFB08E}" dt="2021-01-13T03:39:02.481" v="13248" actId="20577"/>
        <pc:sldMkLst>
          <pc:docMk/>
          <pc:sldMk cId="872013434" sldId="296"/>
        </pc:sldMkLst>
        <pc:spChg chg="mod">
          <ac:chgData name="西原 康裕" userId="79137d2e-3fa4-4b6f-adef-0113893d7643" providerId="ADAL" clId="{1C9FDD3A-369C-6C4D-8153-782882FFB08E}" dt="2021-01-13T03:39:02.481" v="13248" actId="20577"/>
          <ac:spMkLst>
            <pc:docMk/>
            <pc:sldMk cId="872013434" sldId="296"/>
            <ac:spMk id="2" creationId="{CC37FC7B-6B72-F741-AA84-671305E6B211}"/>
          </ac:spMkLst>
        </pc:spChg>
      </pc:sldChg>
      <pc:sldChg chg="addSp modSp mod ord">
        <pc:chgData name="西原 康裕" userId="79137d2e-3fa4-4b6f-adef-0113893d7643" providerId="ADAL" clId="{1C9FDD3A-369C-6C4D-8153-782882FFB08E}" dt="2021-01-12T10:40:45.511" v="3701" actId="20578"/>
        <pc:sldMkLst>
          <pc:docMk/>
          <pc:sldMk cId="3946676697" sldId="299"/>
        </pc:sldMkLst>
        <pc:spChg chg="add mod">
          <ac:chgData name="西原 康裕" userId="79137d2e-3fa4-4b6f-adef-0113893d7643" providerId="ADAL" clId="{1C9FDD3A-369C-6C4D-8153-782882FFB08E}" dt="2021-01-08T04:23:23.916" v="2127" actId="20577"/>
          <ac:spMkLst>
            <pc:docMk/>
            <pc:sldMk cId="3946676697" sldId="299"/>
            <ac:spMk id="4" creationId="{764D8644-7299-CF47-9125-382A97E19FD2}"/>
          </ac:spMkLst>
        </pc:spChg>
      </pc:sldChg>
      <pc:sldChg chg="modSp mod">
        <pc:chgData name="西原 康裕" userId="79137d2e-3fa4-4b6f-adef-0113893d7643" providerId="ADAL" clId="{1C9FDD3A-369C-6C4D-8153-782882FFB08E}" dt="2021-01-12T10:41:02.489" v="3704" actId="20577"/>
        <pc:sldMkLst>
          <pc:docMk/>
          <pc:sldMk cId="561172512" sldId="302"/>
        </pc:sldMkLst>
        <pc:spChg chg="mod">
          <ac:chgData name="西原 康裕" userId="79137d2e-3fa4-4b6f-adef-0113893d7643" providerId="ADAL" clId="{1C9FDD3A-369C-6C4D-8153-782882FFB08E}" dt="2021-01-12T10:41:02.489" v="3704" actId="20577"/>
          <ac:spMkLst>
            <pc:docMk/>
            <pc:sldMk cId="561172512" sldId="302"/>
            <ac:spMk id="4" creationId="{3A946829-4829-9744-A790-DFAFF055E4ED}"/>
          </ac:spMkLst>
        </pc:spChg>
      </pc:sldChg>
      <pc:sldChg chg="modSp mod">
        <pc:chgData name="西原 康裕" userId="79137d2e-3fa4-4b6f-adef-0113893d7643" providerId="ADAL" clId="{1C9FDD3A-369C-6C4D-8153-782882FFB08E}" dt="2021-01-12T13:46:02.056" v="6961" actId="113"/>
        <pc:sldMkLst>
          <pc:docMk/>
          <pc:sldMk cId="1621706811" sldId="304"/>
        </pc:sldMkLst>
        <pc:spChg chg="mod">
          <ac:chgData name="西原 康裕" userId="79137d2e-3fa4-4b6f-adef-0113893d7643" providerId="ADAL" clId="{1C9FDD3A-369C-6C4D-8153-782882FFB08E}" dt="2021-01-12T13:46:02.056" v="6961" actId="113"/>
          <ac:spMkLst>
            <pc:docMk/>
            <pc:sldMk cId="1621706811" sldId="304"/>
            <ac:spMk id="2" creationId="{66C91C2C-1F1E-0842-BCC3-AB54B0629F68}"/>
          </ac:spMkLst>
        </pc:spChg>
      </pc:sldChg>
      <pc:sldChg chg="modSp mod">
        <pc:chgData name="西原 康裕" userId="79137d2e-3fa4-4b6f-adef-0113893d7643" providerId="ADAL" clId="{1C9FDD3A-369C-6C4D-8153-782882FFB08E}" dt="2021-01-12T13:46:05.665" v="6962" actId="113"/>
        <pc:sldMkLst>
          <pc:docMk/>
          <pc:sldMk cId="3774475954" sldId="305"/>
        </pc:sldMkLst>
        <pc:spChg chg="mod">
          <ac:chgData name="西原 康裕" userId="79137d2e-3fa4-4b6f-adef-0113893d7643" providerId="ADAL" clId="{1C9FDD3A-369C-6C4D-8153-782882FFB08E}" dt="2021-01-12T13:46:05.665" v="6962" actId="113"/>
          <ac:spMkLst>
            <pc:docMk/>
            <pc:sldMk cId="3774475954" sldId="305"/>
            <ac:spMk id="2" creationId="{5E9F15F5-C23A-C545-962D-FF34A94A9325}"/>
          </ac:spMkLst>
        </pc:spChg>
      </pc:sldChg>
      <pc:sldChg chg="delSp modSp mod">
        <pc:chgData name="西原 康裕" userId="79137d2e-3fa4-4b6f-adef-0113893d7643" providerId="ADAL" clId="{1C9FDD3A-369C-6C4D-8153-782882FFB08E}" dt="2021-01-13T04:26:32.132" v="15770" actId="20577"/>
        <pc:sldMkLst>
          <pc:docMk/>
          <pc:sldMk cId="4191807022" sldId="306"/>
        </pc:sldMkLst>
        <pc:spChg chg="mod">
          <ac:chgData name="西原 康裕" userId="79137d2e-3fa4-4b6f-adef-0113893d7643" providerId="ADAL" clId="{1C9FDD3A-369C-6C4D-8153-782882FFB08E}" dt="2021-01-13T04:26:32.132" v="15770" actId="20577"/>
          <ac:spMkLst>
            <pc:docMk/>
            <pc:sldMk cId="4191807022" sldId="306"/>
            <ac:spMk id="2" creationId="{C7DF40CC-4EDD-8040-AE11-79B6BD10ACC7}"/>
          </ac:spMkLst>
        </pc:spChg>
        <pc:spChg chg="del">
          <ac:chgData name="西原 康裕" userId="79137d2e-3fa4-4b6f-adef-0113893d7643" providerId="ADAL" clId="{1C9FDD3A-369C-6C4D-8153-782882FFB08E}" dt="2021-01-13T01:47:01.313" v="7786" actId="478"/>
          <ac:spMkLst>
            <pc:docMk/>
            <pc:sldMk cId="4191807022" sldId="306"/>
            <ac:spMk id="6" creationId="{A6D0B816-344D-044E-992F-4B0341495082}"/>
          </ac:spMkLst>
        </pc:spChg>
      </pc:sldChg>
      <pc:sldChg chg="addSp modSp mod">
        <pc:chgData name="西原 康裕" userId="79137d2e-3fa4-4b6f-adef-0113893d7643" providerId="ADAL" clId="{1C9FDD3A-369C-6C4D-8153-782882FFB08E}" dt="2021-01-13T04:23:46.197" v="15528" actId="20577"/>
        <pc:sldMkLst>
          <pc:docMk/>
          <pc:sldMk cId="278828678" sldId="308"/>
        </pc:sldMkLst>
        <pc:spChg chg="add mod">
          <ac:chgData name="西原 康裕" userId="79137d2e-3fa4-4b6f-adef-0113893d7643" providerId="ADAL" clId="{1C9FDD3A-369C-6C4D-8153-782882FFB08E}" dt="2021-01-13T04:23:46.197" v="15528" actId="20577"/>
          <ac:spMkLst>
            <pc:docMk/>
            <pc:sldMk cId="278828678" sldId="308"/>
            <ac:spMk id="8" creationId="{585BFDF6-AC57-2645-8916-304ACF09860B}"/>
          </ac:spMkLst>
        </pc:spChg>
        <pc:spChg chg="mod">
          <ac:chgData name="西原 康裕" userId="79137d2e-3fa4-4b6f-adef-0113893d7643" providerId="ADAL" clId="{1C9FDD3A-369C-6C4D-8153-782882FFB08E}" dt="2021-01-12T10:09:59.688" v="2797" actId="20577"/>
          <ac:spMkLst>
            <pc:docMk/>
            <pc:sldMk cId="278828678" sldId="308"/>
            <ac:spMk id="11" creationId="{6C0C0A87-63C4-DD47-99F4-FE5EE7EDF45E}"/>
          </ac:spMkLst>
        </pc:spChg>
      </pc:sldChg>
      <pc:sldChg chg="addSp modSp mod">
        <pc:chgData name="西原 康裕" userId="79137d2e-3fa4-4b6f-adef-0113893d7643" providerId="ADAL" clId="{1C9FDD3A-369C-6C4D-8153-782882FFB08E}" dt="2021-01-13T05:13:23.891" v="17317" actId="207"/>
        <pc:sldMkLst>
          <pc:docMk/>
          <pc:sldMk cId="4020718689" sldId="309"/>
        </pc:sldMkLst>
        <pc:spChg chg="mod">
          <ac:chgData name="西原 康裕" userId="79137d2e-3fa4-4b6f-adef-0113893d7643" providerId="ADAL" clId="{1C9FDD3A-369C-6C4D-8153-782882FFB08E}" dt="2021-01-13T03:06:53.510" v="11026" actId="20577"/>
          <ac:spMkLst>
            <pc:docMk/>
            <pc:sldMk cId="4020718689" sldId="309"/>
            <ac:spMk id="2" creationId="{E42DE005-52B1-F740-A878-350B3EAF808A}"/>
          </ac:spMkLst>
        </pc:spChg>
        <pc:spChg chg="mod">
          <ac:chgData name="西原 康裕" userId="79137d2e-3fa4-4b6f-adef-0113893d7643" providerId="ADAL" clId="{1C9FDD3A-369C-6C4D-8153-782882FFB08E}" dt="2021-01-13T03:05:03.056" v="10770" actId="20577"/>
          <ac:spMkLst>
            <pc:docMk/>
            <pc:sldMk cId="4020718689" sldId="309"/>
            <ac:spMk id="3" creationId="{9D11E0BA-51D6-A949-ADF4-CA2BAC69BDC2}"/>
          </ac:spMkLst>
        </pc:spChg>
        <pc:spChg chg="add mod">
          <ac:chgData name="西原 康裕" userId="79137d2e-3fa4-4b6f-adef-0113893d7643" providerId="ADAL" clId="{1C9FDD3A-369C-6C4D-8153-782882FFB08E}" dt="2021-01-13T05:13:23.891" v="17317" actId="207"/>
          <ac:spMkLst>
            <pc:docMk/>
            <pc:sldMk cId="4020718689" sldId="309"/>
            <ac:spMk id="4" creationId="{AAB1C678-6A99-4242-9962-198BDB7A83E7}"/>
          </ac:spMkLst>
        </pc:spChg>
      </pc:sldChg>
      <pc:sldChg chg="addSp modSp mod">
        <pc:chgData name="西原 康裕" userId="79137d2e-3fa4-4b6f-adef-0113893d7643" providerId="ADAL" clId="{1C9FDD3A-369C-6C4D-8153-782882FFB08E}" dt="2021-01-13T02:10:01.967" v="8396"/>
        <pc:sldMkLst>
          <pc:docMk/>
          <pc:sldMk cId="2523093898" sldId="310"/>
        </pc:sldMkLst>
        <pc:spChg chg="mod">
          <ac:chgData name="西原 康裕" userId="79137d2e-3fa4-4b6f-adef-0113893d7643" providerId="ADAL" clId="{1C9FDD3A-369C-6C4D-8153-782882FFB08E}" dt="2021-01-13T02:10:01.967" v="8396"/>
          <ac:spMkLst>
            <pc:docMk/>
            <pc:sldMk cId="2523093898" sldId="310"/>
            <ac:spMk id="2" creationId="{E6EE66BC-C82F-1740-93BE-73034E275737}"/>
          </ac:spMkLst>
        </pc:spChg>
        <pc:spChg chg="add mod">
          <ac:chgData name="西原 康裕" userId="79137d2e-3fa4-4b6f-adef-0113893d7643" providerId="ADAL" clId="{1C9FDD3A-369C-6C4D-8153-782882FFB08E}" dt="2021-01-08T04:07:04.772" v="204" actId="20577"/>
          <ac:spMkLst>
            <pc:docMk/>
            <pc:sldMk cId="2523093898" sldId="310"/>
            <ac:spMk id="4" creationId="{7D7B188D-6B56-AB43-A91A-A9731D820194}"/>
          </ac:spMkLst>
        </pc:spChg>
      </pc:sldChg>
      <pc:sldChg chg="modSp">
        <pc:chgData name="西原 康裕" userId="79137d2e-3fa4-4b6f-adef-0113893d7643" providerId="ADAL" clId="{1C9FDD3A-369C-6C4D-8153-782882FFB08E}" dt="2021-01-13T01:28:17.091" v="7588" actId="20577"/>
        <pc:sldMkLst>
          <pc:docMk/>
          <pc:sldMk cId="3144779119" sldId="311"/>
        </pc:sldMkLst>
        <pc:spChg chg="mod">
          <ac:chgData name="西原 康裕" userId="79137d2e-3fa4-4b6f-adef-0113893d7643" providerId="ADAL" clId="{1C9FDD3A-369C-6C4D-8153-782882FFB08E}" dt="2021-01-13T01:28:17.091" v="7588" actId="20577"/>
          <ac:spMkLst>
            <pc:docMk/>
            <pc:sldMk cId="3144779119" sldId="311"/>
            <ac:spMk id="2" creationId="{ECD7BB2B-4064-BE49-992C-731495787EB5}"/>
          </ac:spMkLst>
        </pc:spChg>
      </pc:sldChg>
      <pc:sldChg chg="modSp new mod">
        <pc:chgData name="西原 康裕" userId="79137d2e-3fa4-4b6f-adef-0113893d7643" providerId="ADAL" clId="{1C9FDD3A-369C-6C4D-8153-782882FFB08E}" dt="2021-01-13T04:36:00.896" v="16219" actId="20577"/>
        <pc:sldMkLst>
          <pc:docMk/>
          <pc:sldMk cId="2702420798" sldId="312"/>
        </pc:sldMkLst>
        <pc:spChg chg="mod">
          <ac:chgData name="西原 康裕" userId="79137d2e-3fa4-4b6f-adef-0113893d7643" providerId="ADAL" clId="{1C9FDD3A-369C-6C4D-8153-782882FFB08E}" dt="2021-01-13T04:36:00.896" v="16219" actId="20577"/>
          <ac:spMkLst>
            <pc:docMk/>
            <pc:sldMk cId="2702420798" sldId="312"/>
            <ac:spMk id="2" creationId="{489FDBEC-8415-F441-9020-61C2FD0380CB}"/>
          </ac:spMkLst>
        </pc:spChg>
        <pc:spChg chg="mod">
          <ac:chgData name="西原 康裕" userId="79137d2e-3fa4-4b6f-adef-0113893d7643" providerId="ADAL" clId="{1C9FDD3A-369C-6C4D-8153-782882FFB08E}" dt="2021-01-08T04:12:22.004" v="581" actId="20577"/>
          <ac:spMkLst>
            <pc:docMk/>
            <pc:sldMk cId="2702420798" sldId="312"/>
            <ac:spMk id="3" creationId="{A8A703BC-A3DC-EF46-91FF-E980D92F3986}"/>
          </ac:spMkLst>
        </pc:spChg>
      </pc:sldChg>
      <pc:sldChg chg="modSp new del mod">
        <pc:chgData name="西原 康裕" userId="79137d2e-3fa4-4b6f-adef-0113893d7643" providerId="ADAL" clId="{1C9FDD3A-369C-6C4D-8153-782882FFB08E}" dt="2021-01-13T04:45:25.903" v="16251" actId="2696"/>
        <pc:sldMkLst>
          <pc:docMk/>
          <pc:sldMk cId="3799761764" sldId="313"/>
        </pc:sldMkLst>
        <pc:spChg chg="mod">
          <ac:chgData name="西原 康裕" userId="79137d2e-3fa4-4b6f-adef-0113893d7643" providerId="ADAL" clId="{1C9FDD3A-369C-6C4D-8153-782882FFB08E}" dt="2021-01-12T13:51:08.249" v="7278" actId="113"/>
          <ac:spMkLst>
            <pc:docMk/>
            <pc:sldMk cId="3799761764" sldId="313"/>
            <ac:spMk id="2" creationId="{FC17759C-AB4A-BA48-A984-D8E16768C311}"/>
          </ac:spMkLst>
        </pc:spChg>
        <pc:spChg chg="mod">
          <ac:chgData name="西原 康裕" userId="79137d2e-3fa4-4b6f-adef-0113893d7643" providerId="ADAL" clId="{1C9FDD3A-369C-6C4D-8153-782882FFB08E}" dt="2021-01-12T12:40:40.050" v="4033" actId="20577"/>
          <ac:spMkLst>
            <pc:docMk/>
            <pc:sldMk cId="3799761764" sldId="313"/>
            <ac:spMk id="3" creationId="{2D4F2180-D886-E044-8CC9-E25C5F53CA00}"/>
          </ac:spMkLst>
        </pc:spChg>
      </pc:sldChg>
      <pc:sldChg chg="addSp modSp new mod">
        <pc:chgData name="西原 康裕" userId="79137d2e-3fa4-4b6f-adef-0113893d7643" providerId="ADAL" clId="{1C9FDD3A-369C-6C4D-8153-782882FFB08E}" dt="2021-01-13T04:59:07.250" v="16808" actId="20577"/>
        <pc:sldMkLst>
          <pc:docMk/>
          <pc:sldMk cId="3909136622" sldId="314"/>
        </pc:sldMkLst>
        <pc:spChg chg="mod">
          <ac:chgData name="西原 康裕" userId="79137d2e-3fa4-4b6f-adef-0113893d7643" providerId="ADAL" clId="{1C9FDD3A-369C-6C4D-8153-782882FFB08E}" dt="2021-01-13T04:56:46.538" v="16661" actId="20577"/>
          <ac:spMkLst>
            <pc:docMk/>
            <pc:sldMk cId="3909136622" sldId="314"/>
            <ac:spMk id="2" creationId="{5CAF33BE-8EF0-7847-94CE-80A55372AA75}"/>
          </ac:spMkLst>
        </pc:spChg>
        <pc:spChg chg="mod">
          <ac:chgData name="西原 康裕" userId="79137d2e-3fa4-4b6f-adef-0113893d7643" providerId="ADAL" clId="{1C9FDD3A-369C-6C4D-8153-782882FFB08E}" dt="2021-01-08T04:15:45.704" v="1195" actId="20577"/>
          <ac:spMkLst>
            <pc:docMk/>
            <pc:sldMk cId="3909136622" sldId="314"/>
            <ac:spMk id="3" creationId="{84146B61-474B-CA46-8435-46D64061806C}"/>
          </ac:spMkLst>
        </pc:spChg>
        <pc:spChg chg="add mod">
          <ac:chgData name="西原 康裕" userId="79137d2e-3fa4-4b6f-adef-0113893d7643" providerId="ADAL" clId="{1C9FDD3A-369C-6C4D-8153-782882FFB08E}" dt="2021-01-13T04:59:07.250" v="16808" actId="20577"/>
          <ac:spMkLst>
            <pc:docMk/>
            <pc:sldMk cId="3909136622" sldId="314"/>
            <ac:spMk id="4" creationId="{9168A4DE-7F74-7145-8E58-BFF16C3381AD}"/>
          </ac:spMkLst>
        </pc:spChg>
      </pc:sldChg>
      <pc:sldChg chg="modSp new mod">
        <pc:chgData name="西原 康裕" userId="79137d2e-3fa4-4b6f-adef-0113893d7643" providerId="ADAL" clId="{1C9FDD3A-369C-6C4D-8153-782882FFB08E}" dt="2021-01-08T04:19:36.685" v="1572" actId="20577"/>
        <pc:sldMkLst>
          <pc:docMk/>
          <pc:sldMk cId="2321962957" sldId="315"/>
        </pc:sldMkLst>
        <pc:spChg chg="mod">
          <ac:chgData name="西原 康裕" userId="79137d2e-3fa4-4b6f-adef-0113893d7643" providerId="ADAL" clId="{1C9FDD3A-369C-6C4D-8153-782882FFB08E}" dt="2021-01-08T04:19:36.685" v="1572" actId="20577"/>
          <ac:spMkLst>
            <pc:docMk/>
            <pc:sldMk cId="2321962957" sldId="315"/>
            <ac:spMk id="2" creationId="{71CE0D7D-34EC-F043-8B49-AD4122EB4709}"/>
          </ac:spMkLst>
        </pc:spChg>
        <pc:spChg chg="mod">
          <ac:chgData name="西原 康裕" userId="79137d2e-3fa4-4b6f-adef-0113893d7643" providerId="ADAL" clId="{1C9FDD3A-369C-6C4D-8153-782882FFB08E}" dt="2021-01-08T04:19:25.889" v="1487" actId="20577"/>
          <ac:spMkLst>
            <pc:docMk/>
            <pc:sldMk cId="2321962957" sldId="315"/>
            <ac:spMk id="3" creationId="{ED504C2A-20D8-DD47-9B4A-7692CCD19D2E}"/>
          </ac:spMkLst>
        </pc:spChg>
      </pc:sldChg>
      <pc:sldChg chg="modSp new mod">
        <pc:chgData name="西原 康裕" userId="79137d2e-3fa4-4b6f-adef-0113893d7643" providerId="ADAL" clId="{1C9FDD3A-369C-6C4D-8153-782882FFB08E}" dt="2021-01-13T03:27:53.643" v="12043" actId="20577"/>
        <pc:sldMkLst>
          <pc:docMk/>
          <pc:sldMk cId="3833547078" sldId="316"/>
        </pc:sldMkLst>
        <pc:spChg chg="mod">
          <ac:chgData name="西原 康裕" userId="79137d2e-3fa4-4b6f-adef-0113893d7643" providerId="ADAL" clId="{1C9FDD3A-369C-6C4D-8153-782882FFB08E}" dt="2021-01-13T03:27:53.643" v="12043" actId="20577"/>
          <ac:spMkLst>
            <pc:docMk/>
            <pc:sldMk cId="3833547078" sldId="316"/>
            <ac:spMk id="2" creationId="{C0EA8435-4797-CD46-85EA-C02A639FA06A}"/>
          </ac:spMkLst>
        </pc:spChg>
        <pc:spChg chg="mod">
          <ac:chgData name="西原 康裕" userId="79137d2e-3fa4-4b6f-adef-0113893d7643" providerId="ADAL" clId="{1C9FDD3A-369C-6C4D-8153-782882FFB08E}" dt="2021-01-08T04:22:11.187" v="1996" actId="20577"/>
          <ac:spMkLst>
            <pc:docMk/>
            <pc:sldMk cId="3833547078" sldId="316"/>
            <ac:spMk id="3" creationId="{29CE4AB5-ED66-9A46-87EC-6A644329CF3A}"/>
          </ac:spMkLst>
        </pc:spChg>
      </pc:sldChg>
      <pc:sldChg chg="modSp new mod">
        <pc:chgData name="西原 康裕" userId="79137d2e-3fa4-4b6f-adef-0113893d7643" providerId="ADAL" clId="{1C9FDD3A-369C-6C4D-8153-782882FFB08E}" dt="2021-01-08T04:22:35.637" v="2046" actId="20577"/>
        <pc:sldMkLst>
          <pc:docMk/>
          <pc:sldMk cId="3497290868" sldId="317"/>
        </pc:sldMkLst>
        <pc:spChg chg="mod">
          <ac:chgData name="西原 康裕" userId="79137d2e-3fa4-4b6f-adef-0113893d7643" providerId="ADAL" clId="{1C9FDD3A-369C-6C4D-8153-782882FFB08E}" dt="2021-01-08T04:22:35.637" v="2046" actId="20577"/>
          <ac:spMkLst>
            <pc:docMk/>
            <pc:sldMk cId="3497290868" sldId="317"/>
            <ac:spMk id="3" creationId="{945C2FE4-C15E-B943-8FC8-96ECFA857159}"/>
          </ac:spMkLst>
        </pc:spChg>
      </pc:sldChg>
      <pc:sldChg chg="modSp new mod">
        <pc:chgData name="西原 康裕" userId="79137d2e-3fa4-4b6f-adef-0113893d7643" providerId="ADAL" clId="{1C9FDD3A-369C-6C4D-8153-782882FFB08E}" dt="2021-01-13T03:44:54.336" v="14144" actId="20577"/>
        <pc:sldMkLst>
          <pc:docMk/>
          <pc:sldMk cId="3433130697" sldId="318"/>
        </pc:sldMkLst>
        <pc:spChg chg="mod">
          <ac:chgData name="西原 康裕" userId="79137d2e-3fa4-4b6f-adef-0113893d7643" providerId="ADAL" clId="{1C9FDD3A-369C-6C4D-8153-782882FFB08E}" dt="2021-01-13T03:44:54.336" v="14144" actId="20577"/>
          <ac:spMkLst>
            <pc:docMk/>
            <pc:sldMk cId="3433130697" sldId="318"/>
            <ac:spMk id="2" creationId="{F4A3D459-5F71-F34F-84D4-1205A666A1A2}"/>
          </ac:spMkLst>
        </pc:spChg>
        <pc:spChg chg="mod">
          <ac:chgData name="西原 康裕" userId="79137d2e-3fa4-4b6f-adef-0113893d7643" providerId="ADAL" clId="{1C9FDD3A-369C-6C4D-8153-782882FFB08E}" dt="2021-01-08T04:22:58.140" v="2090" actId="20577"/>
          <ac:spMkLst>
            <pc:docMk/>
            <pc:sldMk cId="3433130697" sldId="318"/>
            <ac:spMk id="3" creationId="{95A7BBEC-A6A4-784D-B922-703844A7DAB0}"/>
          </ac:spMkLst>
        </pc:spChg>
      </pc:sldChg>
      <pc:sldChg chg="addSp delSp modSp new mod">
        <pc:chgData name="西原 康裕" userId="79137d2e-3fa4-4b6f-adef-0113893d7643" providerId="ADAL" clId="{1C9FDD3A-369C-6C4D-8153-782882FFB08E}" dt="2021-01-13T05:30:58.726" v="18097" actId="20577"/>
        <pc:sldMkLst>
          <pc:docMk/>
          <pc:sldMk cId="1908731638" sldId="319"/>
        </pc:sldMkLst>
        <pc:spChg chg="mod">
          <ac:chgData name="西原 康裕" userId="79137d2e-3fa4-4b6f-adef-0113893d7643" providerId="ADAL" clId="{1C9FDD3A-369C-6C4D-8153-782882FFB08E}" dt="2021-01-13T05:30:58.726" v="18097" actId="20577"/>
          <ac:spMkLst>
            <pc:docMk/>
            <pc:sldMk cId="1908731638" sldId="319"/>
            <ac:spMk id="2" creationId="{3A9B361D-FE4F-2249-B54E-9FA43689D181}"/>
          </ac:spMkLst>
        </pc:spChg>
        <pc:spChg chg="mod">
          <ac:chgData name="西原 康裕" userId="79137d2e-3fa4-4b6f-adef-0113893d7643" providerId="ADAL" clId="{1C9FDD3A-369C-6C4D-8153-782882FFB08E}" dt="2021-01-12T13:39:38.364" v="6451" actId="20577"/>
          <ac:spMkLst>
            <pc:docMk/>
            <pc:sldMk cId="1908731638" sldId="319"/>
            <ac:spMk id="3" creationId="{BD385858-7196-0949-B5FA-7D01DEAA2DA7}"/>
          </ac:spMkLst>
        </pc:spChg>
        <pc:spChg chg="add del mod">
          <ac:chgData name="西原 康裕" userId="79137d2e-3fa4-4b6f-adef-0113893d7643" providerId="ADAL" clId="{1C9FDD3A-369C-6C4D-8153-782882FFB08E}" dt="2021-01-12T13:38:44.109" v="6384" actId="478"/>
          <ac:spMkLst>
            <pc:docMk/>
            <pc:sldMk cId="1908731638" sldId="319"/>
            <ac:spMk id="4" creationId="{844A2FFF-1E03-F244-B1DA-AE382AD97C99}"/>
          </ac:spMkLst>
        </pc:spChg>
      </pc:sldChg>
      <pc:sldChg chg="modSp mod ord">
        <pc:chgData name="西原 康裕" userId="79137d2e-3fa4-4b6f-adef-0113893d7643" providerId="ADAL" clId="{1C9FDD3A-369C-6C4D-8153-782882FFB08E}" dt="2021-01-13T03:21:34.666" v="11687" actId="113"/>
        <pc:sldMkLst>
          <pc:docMk/>
          <pc:sldMk cId="3217875921" sldId="320"/>
        </pc:sldMkLst>
        <pc:spChg chg="mod">
          <ac:chgData name="西原 康裕" userId="79137d2e-3fa4-4b6f-adef-0113893d7643" providerId="ADAL" clId="{1C9FDD3A-369C-6C4D-8153-782882FFB08E}" dt="2021-01-13T03:21:34.666" v="11687" actId="113"/>
          <ac:spMkLst>
            <pc:docMk/>
            <pc:sldMk cId="3217875921" sldId="320"/>
            <ac:spMk id="2" creationId="{FC17759C-AB4A-BA48-A984-D8E16768C311}"/>
          </ac:spMkLst>
        </pc:spChg>
        <pc:spChg chg="mod">
          <ac:chgData name="西原 康裕" userId="79137d2e-3fa4-4b6f-adef-0113893d7643" providerId="ADAL" clId="{1C9FDD3A-369C-6C4D-8153-782882FFB08E}" dt="2021-01-12T12:35:20.423" v="3821" actId="20577"/>
          <ac:spMkLst>
            <pc:docMk/>
            <pc:sldMk cId="3217875921" sldId="320"/>
            <ac:spMk id="3" creationId="{2D4F2180-D886-E044-8CC9-E25C5F53CA00}"/>
          </ac:spMkLst>
        </pc:spChg>
      </pc:sldChg>
      <pc:sldChg chg="modSp mod ord">
        <pc:chgData name="西原 康裕" userId="79137d2e-3fa4-4b6f-adef-0113893d7643" providerId="ADAL" clId="{1C9FDD3A-369C-6C4D-8153-782882FFB08E}" dt="2021-01-12T14:00:29.744" v="7553" actId="20577"/>
        <pc:sldMkLst>
          <pc:docMk/>
          <pc:sldMk cId="3408041699" sldId="321"/>
        </pc:sldMkLst>
        <pc:spChg chg="mod">
          <ac:chgData name="西原 康裕" userId="79137d2e-3fa4-4b6f-adef-0113893d7643" providerId="ADAL" clId="{1C9FDD3A-369C-6C4D-8153-782882FFB08E}" dt="2021-01-12T14:00:29.744" v="7553" actId="20577"/>
          <ac:spMkLst>
            <pc:docMk/>
            <pc:sldMk cId="3408041699" sldId="321"/>
            <ac:spMk id="2" creationId="{8B85FAF6-B9C5-8547-98B1-2175080BB020}"/>
          </ac:spMkLst>
        </pc:spChg>
      </pc:sldChg>
      <pc:sldChg chg="addSp modSp mod">
        <pc:chgData name="西原 康裕" userId="79137d2e-3fa4-4b6f-adef-0113893d7643" providerId="ADAL" clId="{1C9FDD3A-369C-6C4D-8153-782882FFB08E}" dt="2021-01-13T05:19:41.262" v="17865" actId="207"/>
        <pc:sldMkLst>
          <pc:docMk/>
          <pc:sldMk cId="284837070" sldId="322"/>
        </pc:sldMkLst>
        <pc:spChg chg="mod">
          <ac:chgData name="西原 康裕" userId="79137d2e-3fa4-4b6f-adef-0113893d7643" providerId="ADAL" clId="{1C9FDD3A-369C-6C4D-8153-782882FFB08E}" dt="2021-01-13T05:19:41.262" v="17865" actId="207"/>
          <ac:spMkLst>
            <pc:docMk/>
            <pc:sldMk cId="284837070" sldId="322"/>
            <ac:spMk id="2" creationId="{5CAF33BE-8EF0-7847-94CE-80A55372AA75}"/>
          </ac:spMkLst>
        </pc:spChg>
        <pc:spChg chg="add mod">
          <ac:chgData name="西原 康裕" userId="79137d2e-3fa4-4b6f-adef-0113893d7643" providerId="ADAL" clId="{1C9FDD3A-369C-6C4D-8153-782882FFB08E}" dt="2021-01-13T05:18:52.844" v="17844" actId="1076"/>
          <ac:spMkLst>
            <pc:docMk/>
            <pc:sldMk cId="284837070" sldId="322"/>
            <ac:spMk id="4" creationId="{928877D5-9A71-7549-A8F8-B7C50DA840BE}"/>
          </ac:spMkLst>
        </pc:spChg>
      </pc:sldChg>
      <pc:sldChg chg="modSp del mod">
        <pc:chgData name="西原 康裕" userId="79137d2e-3fa4-4b6f-adef-0113893d7643" providerId="ADAL" clId="{1C9FDD3A-369C-6C4D-8153-782882FFB08E}" dt="2021-01-12T13:39:40.865" v="6452" actId="2696"/>
        <pc:sldMkLst>
          <pc:docMk/>
          <pc:sldMk cId="1230255871" sldId="323"/>
        </pc:sldMkLst>
        <pc:spChg chg="mod">
          <ac:chgData name="西原 康裕" userId="79137d2e-3fa4-4b6f-adef-0113893d7643" providerId="ADAL" clId="{1C9FDD3A-369C-6C4D-8153-782882FFB08E}" dt="2021-01-12T10:39:32.122" v="3699" actId="20577"/>
          <ac:spMkLst>
            <pc:docMk/>
            <pc:sldMk cId="1230255871" sldId="323"/>
            <ac:spMk id="2" creationId="{3A9B361D-FE4F-2249-B54E-9FA43689D181}"/>
          </ac:spMkLst>
        </pc:spChg>
      </pc:sldChg>
      <pc:sldChg chg="new del">
        <pc:chgData name="西原 康裕" userId="79137d2e-3fa4-4b6f-adef-0113893d7643" providerId="ADAL" clId="{1C9FDD3A-369C-6C4D-8153-782882FFB08E}" dt="2021-01-12T12:42:26.747" v="4215" actId="2696"/>
        <pc:sldMkLst>
          <pc:docMk/>
          <pc:sldMk cId="2168008082" sldId="324"/>
        </pc:sldMkLst>
      </pc:sldChg>
      <pc:sldChg chg="addSp modSp add mod">
        <pc:chgData name="西原 康裕" userId="79137d2e-3fa4-4b6f-adef-0113893d7643" providerId="ADAL" clId="{1C9FDD3A-369C-6C4D-8153-782882FFB08E}" dt="2021-01-13T04:46:41.772" v="16325" actId="1076"/>
        <pc:sldMkLst>
          <pc:docMk/>
          <pc:sldMk cId="2570184992" sldId="325"/>
        </pc:sldMkLst>
        <pc:spChg chg="mod">
          <ac:chgData name="西原 康裕" userId="79137d2e-3fa4-4b6f-adef-0113893d7643" providerId="ADAL" clId="{1C9FDD3A-369C-6C4D-8153-782882FFB08E}" dt="2021-01-13T04:44:35.971" v="16250" actId="20577"/>
          <ac:spMkLst>
            <pc:docMk/>
            <pc:sldMk cId="2570184992" sldId="325"/>
            <ac:spMk id="2" creationId="{FC17759C-AB4A-BA48-A984-D8E16768C311}"/>
          </ac:spMkLst>
        </pc:spChg>
        <pc:spChg chg="mod">
          <ac:chgData name="西原 康裕" userId="79137d2e-3fa4-4b6f-adef-0113893d7643" providerId="ADAL" clId="{1C9FDD3A-369C-6C4D-8153-782882FFB08E}" dt="2021-01-13T04:46:06.612" v="16322" actId="20577"/>
          <ac:spMkLst>
            <pc:docMk/>
            <pc:sldMk cId="2570184992" sldId="325"/>
            <ac:spMk id="3" creationId="{2D4F2180-D886-E044-8CC9-E25C5F53CA00}"/>
          </ac:spMkLst>
        </pc:spChg>
        <pc:picChg chg="add mod">
          <ac:chgData name="西原 康裕" userId="79137d2e-3fa4-4b6f-adef-0113893d7643" providerId="ADAL" clId="{1C9FDD3A-369C-6C4D-8153-782882FFB08E}" dt="2021-01-13T04:46:41.772" v="16325" actId="1076"/>
          <ac:picMkLst>
            <pc:docMk/>
            <pc:sldMk cId="2570184992" sldId="325"/>
            <ac:picMk id="4" creationId="{128F5998-889C-A04D-A7A1-B0B36B28031D}"/>
          </ac:picMkLst>
        </pc:picChg>
      </pc:sldChg>
      <pc:sldChg chg="addSp modSp new mod">
        <pc:chgData name="西原 康裕" userId="79137d2e-3fa4-4b6f-adef-0113893d7643" providerId="ADAL" clId="{1C9FDD3A-369C-6C4D-8153-782882FFB08E}" dt="2021-01-13T05:17:47.931" v="17841" actId="20577"/>
        <pc:sldMkLst>
          <pc:docMk/>
          <pc:sldMk cId="305915235" sldId="326"/>
        </pc:sldMkLst>
        <pc:spChg chg="mod">
          <ac:chgData name="西原 康裕" userId="79137d2e-3fa4-4b6f-adef-0113893d7643" providerId="ADAL" clId="{1C9FDD3A-369C-6C4D-8153-782882FFB08E}" dt="2021-01-13T05:16:34.579" v="17648" actId="5793"/>
          <ac:spMkLst>
            <pc:docMk/>
            <pc:sldMk cId="305915235" sldId="326"/>
            <ac:spMk id="2" creationId="{9EB331C7-583A-4046-97A2-52785898981F}"/>
          </ac:spMkLst>
        </pc:spChg>
        <pc:spChg chg="mod">
          <ac:chgData name="西原 康裕" userId="79137d2e-3fa4-4b6f-adef-0113893d7643" providerId="ADAL" clId="{1C9FDD3A-369C-6C4D-8153-782882FFB08E}" dt="2021-01-13T03:07:18.870" v="11027"/>
          <ac:spMkLst>
            <pc:docMk/>
            <pc:sldMk cId="305915235" sldId="326"/>
            <ac:spMk id="3" creationId="{8B948027-F989-AC42-B4B0-039D7ED48935}"/>
          </ac:spMkLst>
        </pc:spChg>
        <pc:spChg chg="add mod">
          <ac:chgData name="西原 康裕" userId="79137d2e-3fa4-4b6f-adef-0113893d7643" providerId="ADAL" clId="{1C9FDD3A-369C-6C4D-8153-782882FFB08E}" dt="2021-01-13T05:17:47.931" v="17841" actId="20577"/>
          <ac:spMkLst>
            <pc:docMk/>
            <pc:sldMk cId="305915235" sldId="326"/>
            <ac:spMk id="4" creationId="{7C2EA290-E0DD-E84E-99E0-B652A493BECF}"/>
          </ac:spMkLst>
        </pc:spChg>
      </pc:sldChg>
      <pc:sldChg chg="new del">
        <pc:chgData name="西原 康裕" userId="79137d2e-3fa4-4b6f-adef-0113893d7643" providerId="ADAL" clId="{1C9FDD3A-369C-6C4D-8153-782882FFB08E}" dt="2021-01-12T13:39:58.310" v="6454" actId="2696"/>
        <pc:sldMkLst>
          <pc:docMk/>
          <pc:sldMk cId="555430849" sldId="327"/>
        </pc:sldMkLst>
      </pc:sldChg>
      <pc:sldChg chg="modSp new mod">
        <pc:chgData name="西原 康裕" userId="79137d2e-3fa4-4b6f-adef-0113893d7643" providerId="ADAL" clId="{1C9FDD3A-369C-6C4D-8153-782882FFB08E}" dt="2021-01-13T01:08:52.070" v="7574" actId="20577"/>
        <pc:sldMkLst>
          <pc:docMk/>
          <pc:sldMk cId="1727184721" sldId="327"/>
        </pc:sldMkLst>
        <pc:spChg chg="mod">
          <ac:chgData name="西原 康裕" userId="79137d2e-3fa4-4b6f-adef-0113893d7643" providerId="ADAL" clId="{1C9FDD3A-369C-6C4D-8153-782882FFB08E}" dt="2021-01-13T01:08:52.070" v="7574" actId="20577"/>
          <ac:spMkLst>
            <pc:docMk/>
            <pc:sldMk cId="1727184721" sldId="327"/>
            <ac:spMk id="3" creationId="{D39B527D-F001-1140-85DF-2073FD0BF9BD}"/>
          </ac:spMkLst>
        </pc:spChg>
      </pc:sldChg>
      <pc:sldChg chg="modSp mod">
        <pc:chgData name="西原 康裕" userId="79137d2e-3fa4-4b6f-adef-0113893d7643" providerId="ADAL" clId="{1C9FDD3A-369C-6C4D-8153-782882FFB08E}" dt="2021-01-13T03:14:15.817" v="11340" actId="20577"/>
        <pc:sldMkLst>
          <pc:docMk/>
          <pc:sldMk cId="2059970323" sldId="328"/>
        </pc:sldMkLst>
        <pc:spChg chg="mod">
          <ac:chgData name="西原 康裕" userId="79137d2e-3fa4-4b6f-adef-0113893d7643" providerId="ADAL" clId="{1C9FDD3A-369C-6C4D-8153-782882FFB08E}" dt="2021-01-13T03:14:15.817" v="11340" actId="20577"/>
          <ac:spMkLst>
            <pc:docMk/>
            <pc:sldMk cId="2059970323" sldId="328"/>
            <ac:spMk id="2" creationId="{11ABC81B-6B3C-C848-8323-4F176008AE78}"/>
          </ac:spMkLst>
        </pc:spChg>
      </pc:sldChg>
      <pc:sldChg chg="modSp mod">
        <pc:chgData name="西原 康裕" userId="79137d2e-3fa4-4b6f-adef-0113893d7643" providerId="ADAL" clId="{1C9FDD3A-369C-6C4D-8153-782882FFB08E}" dt="2021-01-13T04:17:03.681" v="15029" actId="20577"/>
        <pc:sldMkLst>
          <pc:docMk/>
          <pc:sldMk cId="348720666" sldId="329"/>
        </pc:sldMkLst>
        <pc:spChg chg="mod">
          <ac:chgData name="西原 康裕" userId="79137d2e-3fa4-4b6f-adef-0113893d7643" providerId="ADAL" clId="{1C9FDD3A-369C-6C4D-8153-782882FFB08E}" dt="2021-01-13T04:17:03.681" v="15029" actId="20577"/>
          <ac:spMkLst>
            <pc:docMk/>
            <pc:sldMk cId="348720666" sldId="329"/>
            <ac:spMk id="2" creationId="{E6EE66BC-C82F-1740-93BE-73034E275737}"/>
          </ac:spMkLst>
        </pc:spChg>
      </pc:sldChg>
      <pc:sldChg chg="modSp mod">
        <pc:chgData name="西原 康裕" userId="79137d2e-3fa4-4b6f-adef-0113893d7643" providerId="ADAL" clId="{1C9FDD3A-369C-6C4D-8153-782882FFB08E}" dt="2021-01-13T04:18:22.246" v="15086"/>
        <pc:sldMkLst>
          <pc:docMk/>
          <pc:sldMk cId="2335415482" sldId="330"/>
        </pc:sldMkLst>
        <pc:spChg chg="mod">
          <ac:chgData name="西原 康裕" userId="79137d2e-3fa4-4b6f-adef-0113893d7643" providerId="ADAL" clId="{1C9FDD3A-369C-6C4D-8153-782882FFB08E}" dt="2021-01-13T04:18:22.246" v="15086"/>
          <ac:spMkLst>
            <pc:docMk/>
            <pc:sldMk cId="2335415482" sldId="330"/>
            <ac:spMk id="2" creationId="{ECD7BB2B-4064-BE49-992C-731495787EB5}"/>
          </ac:spMkLst>
        </pc:spChg>
        <pc:spChg chg="mod">
          <ac:chgData name="西原 康裕" userId="79137d2e-3fa4-4b6f-adef-0113893d7643" providerId="ADAL" clId="{1C9FDD3A-369C-6C4D-8153-782882FFB08E}" dt="2021-01-13T04:17:26.586" v="15039" actId="20577"/>
          <ac:spMkLst>
            <pc:docMk/>
            <pc:sldMk cId="2335415482" sldId="330"/>
            <ac:spMk id="3" creationId="{580C42F6-4659-D34F-A111-8090F0BEB79C}"/>
          </ac:spMkLst>
        </pc:spChg>
      </pc:sldChg>
      <pc:sldChg chg="modSp mod">
        <pc:chgData name="西原 康裕" userId="79137d2e-3fa4-4b6f-adef-0113893d7643" providerId="ADAL" clId="{1C9FDD3A-369C-6C4D-8153-782882FFB08E}" dt="2021-01-13T04:09:59.124" v="14672" actId="20577"/>
        <pc:sldMkLst>
          <pc:docMk/>
          <pc:sldMk cId="2947892427" sldId="331"/>
        </pc:sldMkLst>
        <pc:spChg chg="mod">
          <ac:chgData name="西原 康裕" userId="79137d2e-3fa4-4b6f-adef-0113893d7643" providerId="ADAL" clId="{1C9FDD3A-369C-6C4D-8153-782882FFB08E}" dt="2021-01-13T04:09:59.124" v="14672" actId="20577"/>
          <ac:spMkLst>
            <pc:docMk/>
            <pc:sldMk cId="2947892427" sldId="331"/>
            <ac:spMk id="9" creationId="{43F4527A-74FE-7544-9391-B439F3451923}"/>
          </ac:spMkLst>
        </pc:spChg>
      </pc:sldChg>
      <pc:sldChg chg="add">
        <pc:chgData name="西原 康裕" userId="79137d2e-3fa4-4b6f-adef-0113893d7643" providerId="ADAL" clId="{1C9FDD3A-369C-6C4D-8153-782882FFB08E}" dt="2021-01-13T02:20:28.069" v="8786"/>
        <pc:sldMkLst>
          <pc:docMk/>
          <pc:sldMk cId="1991626275" sldId="332"/>
        </pc:sldMkLst>
      </pc:sldChg>
      <pc:sldChg chg="addSp delSp modSp add mod">
        <pc:chgData name="西原 康裕" userId="79137d2e-3fa4-4b6f-adef-0113893d7643" providerId="ADAL" clId="{1C9FDD3A-369C-6C4D-8153-782882FFB08E}" dt="2021-01-13T04:04:57.911" v="14525" actId="20577"/>
        <pc:sldMkLst>
          <pc:docMk/>
          <pc:sldMk cId="3564033636" sldId="333"/>
        </pc:sldMkLst>
        <pc:spChg chg="mod">
          <ac:chgData name="西原 康裕" userId="79137d2e-3fa4-4b6f-adef-0113893d7643" providerId="ADAL" clId="{1C9FDD3A-369C-6C4D-8153-782882FFB08E}" dt="2021-01-13T04:04:05.361" v="14417" actId="20577"/>
          <ac:spMkLst>
            <pc:docMk/>
            <pc:sldMk cId="3564033636" sldId="333"/>
            <ac:spMk id="2" creationId="{D1ED4912-FC5B-784A-A4D3-356E7D7F37CC}"/>
          </ac:spMkLst>
        </pc:spChg>
        <pc:spChg chg="mod">
          <ac:chgData name="西原 康裕" userId="79137d2e-3fa4-4b6f-adef-0113893d7643" providerId="ADAL" clId="{1C9FDD3A-369C-6C4D-8153-782882FFB08E}" dt="2021-01-13T02:21:47.559" v="8947" actId="20577"/>
          <ac:spMkLst>
            <pc:docMk/>
            <pc:sldMk cId="3564033636" sldId="333"/>
            <ac:spMk id="3" creationId="{53315A05-E8ED-7740-BC70-7BFAC68FFD5D}"/>
          </ac:spMkLst>
        </pc:spChg>
        <pc:spChg chg="add mod">
          <ac:chgData name="西原 康裕" userId="79137d2e-3fa4-4b6f-adef-0113893d7643" providerId="ADAL" clId="{1C9FDD3A-369C-6C4D-8153-782882FFB08E}" dt="2021-01-13T04:03:26.781" v="14291" actId="1076"/>
          <ac:spMkLst>
            <pc:docMk/>
            <pc:sldMk cId="3564033636" sldId="333"/>
            <ac:spMk id="6" creationId="{D3136F68-9CBE-7E49-B5EB-FF45244325CD}"/>
          </ac:spMkLst>
        </pc:spChg>
        <pc:spChg chg="add mod">
          <ac:chgData name="西原 康裕" userId="79137d2e-3fa4-4b6f-adef-0113893d7643" providerId="ADAL" clId="{1C9FDD3A-369C-6C4D-8153-782882FFB08E}" dt="2021-01-13T04:04:57.911" v="14525" actId="20577"/>
          <ac:spMkLst>
            <pc:docMk/>
            <pc:sldMk cId="3564033636" sldId="333"/>
            <ac:spMk id="8" creationId="{CF343BDC-91B8-0B46-98B2-68E92FABCDC4}"/>
          </ac:spMkLst>
        </pc:spChg>
        <pc:spChg chg="mod">
          <ac:chgData name="西原 康裕" userId="79137d2e-3fa4-4b6f-adef-0113893d7643" providerId="ADAL" clId="{1C9FDD3A-369C-6C4D-8153-782882FFB08E}" dt="2021-01-13T02:23:10.299" v="9237" actId="12"/>
          <ac:spMkLst>
            <pc:docMk/>
            <pc:sldMk cId="3564033636" sldId="333"/>
            <ac:spMk id="9" creationId="{43F4527A-74FE-7544-9391-B439F3451923}"/>
          </ac:spMkLst>
        </pc:spChg>
        <pc:picChg chg="del">
          <ac:chgData name="西原 康裕" userId="79137d2e-3fa4-4b6f-adef-0113893d7643" providerId="ADAL" clId="{1C9FDD3A-369C-6C4D-8153-782882FFB08E}" dt="2021-01-13T02:23:12.180" v="9238" actId="478"/>
          <ac:picMkLst>
            <pc:docMk/>
            <pc:sldMk cId="3564033636" sldId="333"/>
            <ac:picMk id="7" creationId="{4210A428-9D8F-E246-9DEA-5350000CF0E1}"/>
          </ac:picMkLst>
        </pc:picChg>
      </pc:sldChg>
      <pc:sldChg chg="modSp new mod">
        <pc:chgData name="西原 康裕" userId="79137d2e-3fa4-4b6f-adef-0113893d7643" providerId="ADAL" clId="{1C9FDD3A-369C-6C4D-8153-782882FFB08E}" dt="2021-01-13T02:35:21.252" v="10080" actId="20577"/>
        <pc:sldMkLst>
          <pc:docMk/>
          <pc:sldMk cId="1695917674" sldId="334"/>
        </pc:sldMkLst>
        <pc:spChg chg="mod">
          <ac:chgData name="西原 康裕" userId="79137d2e-3fa4-4b6f-adef-0113893d7643" providerId="ADAL" clId="{1C9FDD3A-369C-6C4D-8153-782882FFB08E}" dt="2021-01-13T02:24:53.179" v="9375" actId="20577"/>
          <ac:spMkLst>
            <pc:docMk/>
            <pc:sldMk cId="1695917674" sldId="334"/>
            <ac:spMk id="2" creationId="{577CCA6E-E395-134D-9D8F-7861B4E8C223}"/>
          </ac:spMkLst>
        </pc:spChg>
        <pc:spChg chg="mod">
          <ac:chgData name="西原 康裕" userId="79137d2e-3fa4-4b6f-adef-0113893d7643" providerId="ADAL" clId="{1C9FDD3A-369C-6C4D-8153-782882FFB08E}" dt="2021-01-13T02:35:21.252" v="10080" actId="20577"/>
          <ac:spMkLst>
            <pc:docMk/>
            <pc:sldMk cId="1695917674" sldId="334"/>
            <ac:spMk id="3" creationId="{6661EABF-BA8A-B043-9F45-CC93A73AD7DF}"/>
          </ac:spMkLst>
        </pc:spChg>
      </pc:sldChg>
      <pc:sldChg chg="modSp new mod">
        <pc:chgData name="西原 康裕" userId="79137d2e-3fa4-4b6f-adef-0113893d7643" providerId="ADAL" clId="{1C9FDD3A-369C-6C4D-8153-782882FFB08E}" dt="2021-01-13T04:30:50.210" v="16013" actId="1076"/>
        <pc:sldMkLst>
          <pc:docMk/>
          <pc:sldMk cId="1444027175" sldId="335"/>
        </pc:sldMkLst>
        <pc:spChg chg="mod">
          <ac:chgData name="西原 康裕" userId="79137d2e-3fa4-4b6f-adef-0113893d7643" providerId="ADAL" clId="{1C9FDD3A-369C-6C4D-8153-782882FFB08E}" dt="2021-01-13T04:30:13.383" v="15916" actId="20577"/>
          <ac:spMkLst>
            <pc:docMk/>
            <pc:sldMk cId="1444027175" sldId="335"/>
            <ac:spMk id="2" creationId="{ADA39625-77F0-EC4F-B036-92CA2B75CFAC}"/>
          </ac:spMkLst>
        </pc:spChg>
        <pc:spChg chg="mod">
          <ac:chgData name="西原 康裕" userId="79137d2e-3fa4-4b6f-adef-0113893d7643" providerId="ADAL" clId="{1C9FDD3A-369C-6C4D-8153-782882FFB08E}" dt="2021-01-13T02:26:06.544" v="9381" actId="20577"/>
          <ac:spMkLst>
            <pc:docMk/>
            <pc:sldMk cId="1444027175" sldId="335"/>
            <ac:spMk id="3" creationId="{E1EBA580-9360-824A-A49E-296E38F21829}"/>
          </ac:spMkLst>
        </pc:spChg>
        <pc:spChg chg="mod">
          <ac:chgData name="西原 康裕" userId="79137d2e-3fa4-4b6f-adef-0113893d7643" providerId="ADAL" clId="{1C9FDD3A-369C-6C4D-8153-782882FFB08E}" dt="2021-01-13T04:30:50.210" v="16013" actId="1076"/>
          <ac:spMkLst>
            <pc:docMk/>
            <pc:sldMk cId="1444027175" sldId="335"/>
            <ac:spMk id="4" creationId="{8FE23D2E-13DC-8C4B-93C0-7C722E029ABE}"/>
          </ac:spMkLst>
        </pc:spChg>
      </pc:sldChg>
      <pc:sldChg chg="addSp modSp new mod">
        <pc:chgData name="西原 康裕" userId="79137d2e-3fa4-4b6f-adef-0113893d7643" providerId="ADAL" clId="{1C9FDD3A-369C-6C4D-8153-782882FFB08E}" dt="2021-01-13T04:08:51.076" v="14636" actId="20577"/>
        <pc:sldMkLst>
          <pc:docMk/>
          <pc:sldMk cId="3569422605" sldId="337"/>
        </pc:sldMkLst>
        <pc:spChg chg="mod">
          <ac:chgData name="西原 康裕" userId="79137d2e-3fa4-4b6f-adef-0113893d7643" providerId="ADAL" clId="{1C9FDD3A-369C-6C4D-8153-782882FFB08E}" dt="2021-01-13T04:08:18.889" v="14537" actId="20577"/>
          <ac:spMkLst>
            <pc:docMk/>
            <pc:sldMk cId="3569422605" sldId="337"/>
            <ac:spMk id="2" creationId="{B110CCCD-DB9D-1B44-A379-AE29469DE12C}"/>
          </ac:spMkLst>
        </pc:spChg>
        <pc:spChg chg="mod">
          <ac:chgData name="西原 康裕" userId="79137d2e-3fa4-4b6f-adef-0113893d7643" providerId="ADAL" clId="{1C9FDD3A-369C-6C4D-8153-782882FFB08E}" dt="2021-01-13T02:35:27.091" v="10085" actId="20577"/>
          <ac:spMkLst>
            <pc:docMk/>
            <pc:sldMk cId="3569422605" sldId="337"/>
            <ac:spMk id="3" creationId="{E36CB7B5-7467-3D45-83C9-F07596553F8F}"/>
          </ac:spMkLst>
        </pc:spChg>
        <pc:spChg chg="add mod">
          <ac:chgData name="西原 康裕" userId="79137d2e-3fa4-4b6f-adef-0113893d7643" providerId="ADAL" clId="{1C9FDD3A-369C-6C4D-8153-782882FFB08E}" dt="2021-01-13T04:08:51.076" v="14636" actId="20577"/>
          <ac:spMkLst>
            <pc:docMk/>
            <pc:sldMk cId="3569422605" sldId="337"/>
            <ac:spMk id="4" creationId="{973AC36D-5628-B941-B4B0-1ABA21FEFF10}"/>
          </ac:spMkLst>
        </pc:spChg>
      </pc:sldChg>
      <pc:sldChg chg="new del">
        <pc:chgData name="西原 康裕" userId="79137d2e-3fa4-4b6f-adef-0113893d7643" providerId="ADAL" clId="{1C9FDD3A-369C-6C4D-8153-782882FFB08E}" dt="2021-01-13T10:39:06.609" v="18099" actId="680"/>
        <pc:sldMkLst>
          <pc:docMk/>
          <pc:sldMk cId="3877761226" sldId="339"/>
        </pc:sldMkLst>
      </pc:sldChg>
      <pc:sldChg chg="modSp new del mod">
        <pc:chgData name="西原 康裕" userId="79137d2e-3fa4-4b6f-adef-0113893d7643" providerId="ADAL" clId="{1C9FDD3A-369C-6C4D-8153-782882FFB08E}" dt="2021-01-13T04:31:53.779" v="16014" actId="2696"/>
        <pc:sldMkLst>
          <pc:docMk/>
          <pc:sldMk cId="4055382431" sldId="339"/>
        </pc:sldMkLst>
        <pc:spChg chg="mod">
          <ac:chgData name="西原 康裕" userId="79137d2e-3fa4-4b6f-adef-0113893d7643" providerId="ADAL" clId="{1C9FDD3A-369C-6C4D-8153-782882FFB08E}" dt="2021-01-13T04:29:10.518" v="15893"/>
          <ac:spMkLst>
            <pc:docMk/>
            <pc:sldMk cId="4055382431" sldId="339"/>
            <ac:spMk id="2" creationId="{BDBEABBF-49B9-5644-AE7B-0FE603BDCEC8}"/>
          </ac:spMkLst>
        </pc:spChg>
        <pc:spChg chg="mod">
          <ac:chgData name="西原 康裕" userId="79137d2e-3fa4-4b6f-adef-0113893d7643" providerId="ADAL" clId="{1C9FDD3A-369C-6C4D-8153-782882FFB08E}" dt="2021-01-13T04:29:05.831" v="15892" actId="20577"/>
          <ac:spMkLst>
            <pc:docMk/>
            <pc:sldMk cId="4055382431" sldId="339"/>
            <ac:spMk id="3" creationId="{DAC6C877-486F-1F4B-BE36-687D1435A7FB}"/>
          </ac:spMkLst>
        </pc:spChg>
      </pc:sldChg>
    </pc:docChg>
  </pc:docChgLst>
  <pc:docChgLst>
    <pc:chgData name="池田 幸高" userId="S::yukitaka.ikeda@optim.co.jp::698c31e5-383b-467c-bc20-a09d8c482264" providerId="AD" clId="Web-{7F37118D-21B4-A1FE-908A-6573B33AD45E}"/>
    <pc:docChg chg="addSld delSld modSld sldOrd">
      <pc:chgData name="池田 幸高" userId="S::yukitaka.ikeda@optim.co.jp::698c31e5-383b-467c-bc20-a09d8c482264" providerId="AD" clId="Web-{7F37118D-21B4-A1FE-908A-6573B33AD45E}" dt="2021-02-12T04:12:31.576" v="2979" actId="20577"/>
      <pc:docMkLst>
        <pc:docMk/>
      </pc:docMkLst>
      <pc:sldChg chg="ord">
        <pc:chgData name="池田 幸高" userId="S::yukitaka.ikeda@optim.co.jp::698c31e5-383b-467c-bc20-a09d8c482264" providerId="AD" clId="Web-{7F37118D-21B4-A1FE-908A-6573B33AD45E}" dt="2021-02-12T00:58:02.962" v="1"/>
        <pc:sldMkLst>
          <pc:docMk/>
          <pc:sldMk cId="561172512" sldId="302"/>
        </pc:sldMkLst>
      </pc:sldChg>
      <pc:sldChg chg="modSp new">
        <pc:chgData name="池田 幸高" userId="S::yukitaka.ikeda@optim.co.jp::698c31e5-383b-467c-bc20-a09d8c482264" providerId="AD" clId="Web-{7F37118D-21B4-A1FE-908A-6573B33AD45E}" dt="2021-02-12T00:58:31.494" v="25" actId="20577"/>
        <pc:sldMkLst>
          <pc:docMk/>
          <pc:sldMk cId="2351651307" sldId="326"/>
        </pc:sldMkLst>
        <pc:spChg chg="mod">
          <ac:chgData name="池田 幸高" userId="S::yukitaka.ikeda@optim.co.jp::698c31e5-383b-467c-bc20-a09d8c482264" providerId="AD" clId="Web-{7F37118D-21B4-A1FE-908A-6573B33AD45E}" dt="2021-02-12T00:58:31.494" v="25" actId="20577"/>
          <ac:spMkLst>
            <pc:docMk/>
            <pc:sldMk cId="2351651307" sldId="326"/>
            <ac:spMk id="2" creationId="{67ECCC2B-1EE6-4C10-A02E-7C8737E3B3E2}"/>
          </ac:spMkLst>
        </pc:spChg>
      </pc:sldChg>
      <pc:sldChg chg="addSp delSp modSp add replId">
        <pc:chgData name="池田 幸高" userId="S::yukitaka.ikeda@optim.co.jp::698c31e5-383b-467c-bc20-a09d8c482264" providerId="AD" clId="Web-{7F37118D-21B4-A1FE-908A-6573B33AD45E}" dt="2021-02-12T04:12:31.576" v="2979" actId="20577"/>
        <pc:sldMkLst>
          <pc:docMk/>
          <pc:sldMk cId="4262953675" sldId="327"/>
        </pc:sldMkLst>
        <pc:spChg chg="mod">
          <ac:chgData name="池田 幸高" userId="S::yukitaka.ikeda@optim.co.jp::698c31e5-383b-467c-bc20-a09d8c482264" providerId="AD" clId="Web-{7F37118D-21B4-A1FE-908A-6573B33AD45E}" dt="2021-02-12T03:25:22.433" v="2585" actId="20577"/>
          <ac:spMkLst>
            <pc:docMk/>
            <pc:sldMk cId="4262953675" sldId="327"/>
            <ac:spMk id="3" creationId="{9D2EA1CA-A1CA-2A4E-A954-D36AF5AC6134}"/>
          </ac:spMkLst>
        </pc:spChg>
        <pc:spChg chg="add del">
          <ac:chgData name="池田 幸高" userId="S::yukitaka.ikeda@optim.co.jp::698c31e5-383b-467c-bc20-a09d8c482264" providerId="AD" clId="Web-{7F37118D-21B4-A1FE-908A-6573B33AD45E}" dt="2021-02-12T01:14:49.530" v="428"/>
          <ac:spMkLst>
            <pc:docMk/>
            <pc:sldMk cId="4262953675" sldId="327"/>
            <ac:spMk id="5" creationId="{7E48409B-203C-4FB9-BD90-ACF90F539084}"/>
          </ac:spMkLst>
        </pc:spChg>
        <pc:spChg chg="add del">
          <ac:chgData name="池田 幸高" userId="S::yukitaka.ikeda@optim.co.jp::698c31e5-383b-467c-bc20-a09d8c482264" providerId="AD" clId="Web-{7F37118D-21B4-A1FE-908A-6573B33AD45E}" dt="2021-02-12T01:14:44.202" v="425"/>
          <ac:spMkLst>
            <pc:docMk/>
            <pc:sldMk cId="4262953675" sldId="327"/>
            <ac:spMk id="7" creationId="{AC6A6AA8-21B7-41B9-979F-846EEE045443}"/>
          </ac:spMkLst>
        </pc:spChg>
        <pc:spChg chg="add del">
          <ac:chgData name="池田 幸高" userId="S::yukitaka.ikeda@optim.co.jp::698c31e5-383b-467c-bc20-a09d8c482264" providerId="AD" clId="Web-{7F37118D-21B4-A1FE-908A-6573B33AD45E}" dt="2021-02-12T01:14:46.218" v="426"/>
          <ac:spMkLst>
            <pc:docMk/>
            <pc:sldMk cId="4262953675" sldId="327"/>
            <ac:spMk id="8" creationId="{788388FD-5983-4787-A2CC-629D5932413E}"/>
          </ac:spMkLst>
        </pc:spChg>
        <pc:spChg chg="add del mod">
          <ac:chgData name="池田 幸高" userId="S::yukitaka.ikeda@optim.co.jp::698c31e5-383b-467c-bc20-a09d8c482264" providerId="AD" clId="Web-{7F37118D-21B4-A1FE-908A-6573B33AD45E}" dt="2021-02-12T01:35:48.854" v="712" actId="1076"/>
          <ac:spMkLst>
            <pc:docMk/>
            <pc:sldMk cId="4262953675" sldId="327"/>
            <ac:spMk id="11" creationId="{1C75A75C-B482-46E8-8746-55C7B789EC45}"/>
          </ac:spMkLst>
        </pc:spChg>
        <pc:spChg chg="add del">
          <ac:chgData name="池田 幸高" userId="S::yukitaka.ikeda@optim.co.jp::698c31e5-383b-467c-bc20-a09d8c482264" providerId="AD" clId="Web-{7F37118D-21B4-A1FE-908A-6573B33AD45E}" dt="2021-02-12T01:14:53.249" v="429"/>
          <ac:spMkLst>
            <pc:docMk/>
            <pc:sldMk cId="4262953675" sldId="327"/>
            <ac:spMk id="12" creationId="{178CA2EB-620C-4F45-B55D-339C5E40F65D}"/>
          </ac:spMkLst>
        </pc:spChg>
        <pc:spChg chg="add del">
          <ac:chgData name="池田 幸高" userId="S::yukitaka.ikeda@optim.co.jp::698c31e5-383b-467c-bc20-a09d8c482264" providerId="AD" clId="Web-{7F37118D-21B4-A1FE-908A-6573B33AD45E}" dt="2021-02-12T01:14:48.030" v="427"/>
          <ac:spMkLst>
            <pc:docMk/>
            <pc:sldMk cId="4262953675" sldId="327"/>
            <ac:spMk id="16" creationId="{F327A99E-C6CF-401A-8F36-D8D7E1D4ADCD}"/>
          </ac:spMkLst>
        </pc:spChg>
        <pc:spChg chg="add del">
          <ac:chgData name="池田 幸高" userId="S::yukitaka.ikeda@optim.co.jp::698c31e5-383b-467c-bc20-a09d8c482264" providerId="AD" clId="Web-{7F37118D-21B4-A1FE-908A-6573B33AD45E}" dt="2021-02-12T01:14:43.218" v="424"/>
          <ac:spMkLst>
            <pc:docMk/>
            <pc:sldMk cId="4262953675" sldId="327"/>
            <ac:spMk id="17" creationId="{3F46C76D-B28C-4268-A0D5-4F9E622D8469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1:35:21.666" v="708" actId="1076"/>
          <ac:spMkLst>
            <pc:docMk/>
            <pc:sldMk cId="4262953675" sldId="327"/>
            <ac:spMk id="18" creationId="{01504AF9-89F1-4391-81BE-E6B4470791DF}"/>
          </ac:spMkLst>
        </pc:spChg>
        <pc:spChg chg="del mod">
          <ac:chgData name="池田 幸高" userId="S::yukitaka.ikeda@optim.co.jp::698c31e5-383b-467c-bc20-a09d8c482264" providerId="AD" clId="Web-{7F37118D-21B4-A1FE-908A-6573B33AD45E}" dt="2021-02-12T01:14:54.483" v="430"/>
          <ac:spMkLst>
            <pc:docMk/>
            <pc:sldMk cId="4262953675" sldId="327"/>
            <ac:spMk id="19" creationId="{FA69685E-730F-4389-980F-6B1C20389CEA}"/>
          </ac:spMkLst>
        </pc:spChg>
        <pc:spChg chg="add del">
          <ac:chgData name="池田 幸高" userId="S::yukitaka.ikeda@optim.co.jp::698c31e5-383b-467c-bc20-a09d8c482264" providerId="AD" clId="Web-{7F37118D-21B4-A1FE-908A-6573B33AD45E}" dt="2021-02-12T01:14:56.655" v="431"/>
          <ac:spMkLst>
            <pc:docMk/>
            <pc:sldMk cId="4262953675" sldId="327"/>
            <ac:spMk id="20" creationId="{57696134-B756-46EF-AC1E-EC917700BA4E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4:12:31.576" v="2979" actId="20577"/>
          <ac:spMkLst>
            <pc:docMk/>
            <pc:sldMk cId="4262953675" sldId="327"/>
            <ac:spMk id="21" creationId="{F4480A6D-41AB-401B-B288-B1EE8EAB8B78}"/>
          </ac:spMkLst>
        </pc:spChg>
        <pc:spChg chg="add del mod">
          <ac:chgData name="池田 幸高" userId="S::yukitaka.ikeda@optim.co.jp::698c31e5-383b-467c-bc20-a09d8c482264" providerId="AD" clId="Web-{7F37118D-21B4-A1FE-908A-6573B33AD45E}" dt="2021-02-12T01:53:16.298" v="890"/>
          <ac:spMkLst>
            <pc:docMk/>
            <pc:sldMk cId="4262953675" sldId="327"/>
            <ac:spMk id="22" creationId="{AF5AE3D6-AC87-4B8E-A0DD-DD0AF4910D76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1:24:01.917" v="638" actId="14100"/>
          <ac:spMkLst>
            <pc:docMk/>
            <pc:sldMk cId="4262953675" sldId="327"/>
            <ac:spMk id="23" creationId="{E1E164F2-02A4-4DF7-831D-448B76B9B8A9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1:35:17.994" v="707" actId="1076"/>
          <ac:spMkLst>
            <pc:docMk/>
            <pc:sldMk cId="4262953675" sldId="327"/>
            <ac:spMk id="24" creationId="{28E0A21C-D273-400E-8627-51D3EC8067B2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1:35:53.760" v="713" actId="1076"/>
          <ac:spMkLst>
            <pc:docMk/>
            <pc:sldMk cId="4262953675" sldId="327"/>
            <ac:spMk id="25" creationId="{104EA5C2-65DD-4304-96B8-A011B1A0CDC5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1:35:58.291" v="714" actId="1076"/>
          <ac:spMkLst>
            <pc:docMk/>
            <pc:sldMk cId="4262953675" sldId="327"/>
            <ac:spMk id="26" creationId="{F9E8B028-A283-4958-8202-0434757C3918}"/>
          </ac:spMkLst>
        </pc:spChg>
        <pc:grpChg chg="add mod">
          <ac:chgData name="池田 幸高" userId="S::yukitaka.ikeda@optim.co.jp::698c31e5-383b-467c-bc20-a09d8c482264" providerId="AD" clId="Web-{7F37118D-21B4-A1FE-908A-6573B33AD45E}" dt="2021-02-12T01:53:32.970" v="891" actId="1076"/>
          <ac:grpSpMkLst>
            <pc:docMk/>
            <pc:sldMk cId="4262953675" sldId="327"/>
            <ac:grpSpMk id="9" creationId="{4E80098F-9656-472A-9D41-8BA23E334EDB}"/>
          </ac:grpSpMkLst>
        </pc:grpChg>
        <pc:picChg chg="add del mod">
          <ac:chgData name="池田 幸高" userId="S::yukitaka.ikeda@optim.co.jp::698c31e5-383b-467c-bc20-a09d8c482264" providerId="AD" clId="Web-{7F37118D-21B4-A1FE-908A-6573B33AD45E}" dt="2021-02-12T01:13:46.576" v="407"/>
          <ac:picMkLst>
            <pc:docMk/>
            <pc:sldMk cId="4262953675" sldId="327"/>
            <ac:picMk id="2" creationId="{DB9DFFFE-5006-4672-8B81-58E551E68A39}"/>
          </ac:picMkLst>
        </pc:picChg>
        <pc:picChg chg="add mod">
          <ac:chgData name="池田 幸高" userId="S::yukitaka.ikeda@optim.co.jp::698c31e5-383b-467c-bc20-a09d8c482264" providerId="AD" clId="Web-{7F37118D-21B4-A1FE-908A-6573B33AD45E}" dt="2021-02-12T01:23:50.151" v="634" actId="14100"/>
          <ac:picMkLst>
            <pc:docMk/>
            <pc:sldMk cId="4262953675" sldId="327"/>
            <ac:picMk id="4" creationId="{781F90DE-6927-44D2-98AB-15735312015D}"/>
          </ac:picMkLst>
        </pc:picChg>
        <pc:picChg chg="add del mod">
          <ac:chgData name="池田 幸高" userId="S::yukitaka.ikeda@optim.co.jp::698c31e5-383b-467c-bc20-a09d8c482264" providerId="AD" clId="Web-{7F37118D-21B4-A1FE-908A-6573B33AD45E}" dt="2021-02-12T01:35:07.775" v="705" actId="14100"/>
          <ac:picMkLst>
            <pc:docMk/>
            <pc:sldMk cId="4262953675" sldId="327"/>
            <ac:picMk id="6" creationId="{36B2D9EA-4813-4126-AF68-89BD12FB73FC}"/>
          </ac:picMkLst>
        </pc:picChg>
        <pc:picChg chg="add del">
          <ac:chgData name="池田 幸高" userId="S::yukitaka.ikeda@optim.co.jp::698c31e5-383b-467c-bc20-a09d8c482264" providerId="AD" clId="Web-{7F37118D-21B4-A1FE-908A-6573B33AD45E}" dt="2021-02-12T01:14:06.560" v="421"/>
          <ac:picMkLst>
            <pc:docMk/>
            <pc:sldMk cId="4262953675" sldId="327"/>
            <ac:picMk id="15" creationId="{CC396D1B-171A-4E11-8EC6-9A25212E7771}"/>
          </ac:picMkLst>
        </pc:picChg>
      </pc:sldChg>
      <pc:sldChg chg="modSp">
        <pc:chgData name="池田 幸高" userId="S::yukitaka.ikeda@optim.co.jp::698c31e5-383b-467c-bc20-a09d8c482264" providerId="AD" clId="Web-{7F37118D-21B4-A1FE-908A-6573B33AD45E}" dt="2021-02-12T03:16:50.938" v="2507" actId="20577"/>
        <pc:sldMkLst>
          <pc:docMk/>
          <pc:sldMk cId="607794871" sldId="328"/>
        </pc:sldMkLst>
        <pc:spChg chg="mod">
          <ac:chgData name="池田 幸高" userId="S::yukitaka.ikeda@optim.co.jp::698c31e5-383b-467c-bc20-a09d8c482264" providerId="AD" clId="Web-{7F37118D-21B4-A1FE-908A-6573B33AD45E}" dt="2021-02-12T03:16:50.938" v="2507" actId="20577"/>
          <ac:spMkLst>
            <pc:docMk/>
            <pc:sldMk cId="607794871" sldId="328"/>
            <ac:spMk id="2" creationId="{E532047D-1DAD-4921-A95C-548EE0DBE01E}"/>
          </ac:spMkLst>
        </pc:spChg>
      </pc:sldChg>
      <pc:sldChg chg="delSp modSp add del replId">
        <pc:chgData name="池田 幸高" userId="S::yukitaka.ikeda@optim.co.jp::698c31e5-383b-467c-bc20-a09d8c482264" providerId="AD" clId="Web-{7F37118D-21B4-A1FE-908A-6573B33AD45E}" dt="2021-02-12T01:48:41.433" v="780"/>
        <pc:sldMkLst>
          <pc:docMk/>
          <pc:sldMk cId="782668880" sldId="330"/>
        </pc:sldMkLst>
        <pc:spChg chg="del">
          <ac:chgData name="池田 幸高" userId="S::yukitaka.ikeda@optim.co.jp::698c31e5-383b-467c-bc20-a09d8c482264" providerId="AD" clId="Web-{7F37118D-21B4-A1FE-908A-6573B33AD45E}" dt="2021-02-12T01:33:05.616" v="695"/>
          <ac:spMkLst>
            <pc:docMk/>
            <pc:sldMk cId="782668880" sldId="330"/>
            <ac:spMk id="11" creationId="{1C75A75C-B482-46E8-8746-55C7B789EC45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1:32:58.100" v="692"/>
          <ac:spMkLst>
            <pc:docMk/>
            <pc:sldMk cId="782668880" sldId="330"/>
            <ac:spMk id="18" creationId="{01504AF9-89F1-4391-81BE-E6B4470791DF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1:36:09.479" v="715" actId="14100"/>
          <ac:spMkLst>
            <pc:docMk/>
            <pc:sldMk cId="782668880" sldId="330"/>
            <ac:spMk id="21" creationId="{F4480A6D-41AB-401B-B288-B1EE8EAB8B78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1:36:14.401" v="716" actId="14100"/>
          <ac:spMkLst>
            <pc:docMk/>
            <pc:sldMk cId="782668880" sldId="330"/>
            <ac:spMk id="22" creationId="{AF5AE3D6-AC87-4B8E-A0DD-DD0AF4910D76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1:32:56.819" v="691"/>
          <ac:spMkLst>
            <pc:docMk/>
            <pc:sldMk cId="782668880" sldId="330"/>
            <ac:spMk id="24" creationId="{28E0A21C-D273-400E-8627-51D3EC8067B2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1:32:59.616" v="693"/>
          <ac:spMkLst>
            <pc:docMk/>
            <pc:sldMk cId="782668880" sldId="330"/>
            <ac:spMk id="25" creationId="{104EA5C2-65DD-4304-96B8-A011B1A0CDC5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1:33:02.756" v="694"/>
          <ac:spMkLst>
            <pc:docMk/>
            <pc:sldMk cId="782668880" sldId="330"/>
            <ac:spMk id="26" creationId="{F9E8B028-A283-4958-8202-0434757C3918}"/>
          </ac:spMkLst>
        </pc:spChg>
        <pc:picChg chg="mod">
          <ac:chgData name="池田 幸高" userId="S::yukitaka.ikeda@optim.co.jp::698c31e5-383b-467c-bc20-a09d8c482264" providerId="AD" clId="Web-{7F37118D-21B4-A1FE-908A-6573B33AD45E}" dt="2021-02-12T01:34:13.461" v="700" actId="14100"/>
          <ac:picMkLst>
            <pc:docMk/>
            <pc:sldMk cId="782668880" sldId="330"/>
            <ac:picMk id="6" creationId="{36B2D9EA-4813-4126-AF68-89BD12FB73FC}"/>
          </ac:picMkLst>
        </pc:picChg>
      </pc:sldChg>
      <pc:sldChg chg="delSp modSp add ord replId">
        <pc:chgData name="池田 幸高" userId="S::yukitaka.ikeda@optim.co.jp::698c31e5-383b-467c-bc20-a09d8c482264" providerId="AD" clId="Web-{7F37118D-21B4-A1FE-908A-6573B33AD45E}" dt="2021-02-12T02:04:39.266" v="1115"/>
        <pc:sldMkLst>
          <pc:docMk/>
          <pc:sldMk cId="1333521870" sldId="331"/>
        </pc:sldMkLst>
        <pc:spChg chg="mod">
          <ac:chgData name="池田 幸高" userId="S::yukitaka.ikeda@optim.co.jp::698c31e5-383b-467c-bc20-a09d8c482264" providerId="AD" clId="Web-{7F37118D-21B4-A1FE-908A-6573B33AD45E}" dt="2021-02-12T01:48:13.042" v="778" actId="20577"/>
          <ac:spMkLst>
            <pc:docMk/>
            <pc:sldMk cId="1333521870" sldId="331"/>
            <ac:spMk id="3" creationId="{9D2EA1CA-A1CA-2A4E-A954-D36AF5AC6134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1:39:40.640" v="751"/>
          <ac:spMkLst>
            <pc:docMk/>
            <pc:sldMk cId="1333521870" sldId="331"/>
            <ac:spMk id="11" creationId="{1C75A75C-B482-46E8-8746-55C7B789EC45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1:39:39.124" v="750"/>
          <ac:spMkLst>
            <pc:docMk/>
            <pc:sldMk cId="1333521870" sldId="331"/>
            <ac:spMk id="18" creationId="{01504AF9-89F1-4391-81BE-E6B4470791DF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1:58:33.024" v="1048" actId="20577"/>
          <ac:spMkLst>
            <pc:docMk/>
            <pc:sldMk cId="1333521870" sldId="331"/>
            <ac:spMk id="21" creationId="{F4480A6D-41AB-401B-B288-B1EE8EAB8B78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1:53:49.314" v="894"/>
          <ac:spMkLst>
            <pc:docMk/>
            <pc:sldMk cId="1333521870" sldId="331"/>
            <ac:spMk id="22" creationId="{AF5AE3D6-AC87-4B8E-A0DD-DD0AF4910D76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1:39:24.624" v="747" actId="1076"/>
          <ac:spMkLst>
            <pc:docMk/>
            <pc:sldMk cId="1333521870" sldId="331"/>
            <ac:spMk id="24" creationId="{28E0A21C-D273-400E-8627-51D3EC8067B2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1:39:36.155" v="749"/>
          <ac:spMkLst>
            <pc:docMk/>
            <pc:sldMk cId="1333521870" sldId="331"/>
            <ac:spMk id="25" creationId="{104EA5C2-65DD-4304-96B8-A011B1A0CDC5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1:39:28.296" v="748" actId="1076"/>
          <ac:spMkLst>
            <pc:docMk/>
            <pc:sldMk cId="1333521870" sldId="331"/>
            <ac:spMk id="26" creationId="{F9E8B028-A283-4958-8202-0434757C3918}"/>
          </ac:spMkLst>
        </pc:spChg>
        <pc:grpChg chg="del">
          <ac:chgData name="池田 幸高" userId="S::yukitaka.ikeda@optim.co.jp::698c31e5-383b-467c-bc20-a09d8c482264" providerId="AD" clId="Web-{7F37118D-21B4-A1FE-908A-6573B33AD45E}" dt="2021-02-12T01:53:52.408" v="895"/>
          <ac:grpSpMkLst>
            <pc:docMk/>
            <pc:sldMk cId="1333521870" sldId="331"/>
            <ac:grpSpMk id="9" creationId="{4E80098F-9656-472A-9D41-8BA23E334EDB}"/>
          </ac:grpSpMkLst>
        </pc:grpChg>
        <pc:picChg chg="mod">
          <ac:chgData name="池田 幸高" userId="S::yukitaka.ikeda@optim.co.jp::698c31e5-383b-467c-bc20-a09d8c482264" providerId="AD" clId="Web-{7F37118D-21B4-A1FE-908A-6573B33AD45E}" dt="2021-02-12T01:48:34.276" v="779"/>
          <ac:picMkLst>
            <pc:docMk/>
            <pc:sldMk cId="1333521870" sldId="331"/>
            <ac:picMk id="6" creationId="{36B2D9EA-4813-4126-AF68-89BD12FB73FC}"/>
          </ac:picMkLst>
        </pc:picChg>
      </pc:sldChg>
      <pc:sldChg chg="addSp delSp modSp add replId">
        <pc:chgData name="池田 幸高" userId="S::yukitaka.ikeda@optim.co.jp::698c31e5-383b-467c-bc20-a09d8c482264" providerId="AD" clId="Web-{7F37118D-21B4-A1FE-908A-6573B33AD45E}" dt="2021-02-12T03:25:43.121" v="2588" actId="20577"/>
        <pc:sldMkLst>
          <pc:docMk/>
          <pc:sldMk cId="117006167" sldId="332"/>
        </pc:sldMkLst>
        <pc:spChg chg="mod">
          <ac:chgData name="池田 幸高" userId="S::yukitaka.ikeda@optim.co.jp::698c31e5-383b-467c-bc20-a09d8c482264" providerId="AD" clId="Web-{7F37118D-21B4-A1FE-908A-6573B33AD45E}" dt="2021-02-12T03:25:43.121" v="2588" actId="20577"/>
          <ac:spMkLst>
            <pc:docMk/>
            <pc:sldMk cId="117006167" sldId="332"/>
            <ac:spMk id="3" creationId="{9D2EA1CA-A1CA-2A4E-A954-D36AF5AC6134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2:12:40.745" v="1292" actId="14100"/>
          <ac:spMkLst>
            <pc:docMk/>
            <pc:sldMk cId="117006167" sldId="332"/>
            <ac:spMk id="10" creationId="{A725271D-6E56-4EC5-84DF-698F0761622C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2:21:42.085" v="1484" actId="20577"/>
          <ac:spMkLst>
            <pc:docMk/>
            <pc:sldMk cId="117006167" sldId="332"/>
            <ac:spMk id="11" creationId="{B3FFB41B-2E3D-42DF-9B34-AF38CFB1B92B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2:23:43.572" v="1527" actId="20577"/>
          <ac:spMkLst>
            <pc:docMk/>
            <pc:sldMk cId="117006167" sldId="332"/>
            <ac:spMk id="21" creationId="{F4480A6D-41AB-401B-B288-B1EE8EAB8B78}"/>
          </ac:spMkLst>
        </pc:spChg>
        <pc:spChg chg="add del mod">
          <ac:chgData name="池田 幸高" userId="S::yukitaka.ikeda@optim.co.jp::698c31e5-383b-467c-bc20-a09d8c482264" providerId="AD" clId="Web-{7F37118D-21B4-A1FE-908A-6573B33AD45E}" dt="2021-02-12T02:21:30.663" v="1479" actId="14100"/>
          <ac:spMkLst>
            <pc:docMk/>
            <pc:sldMk cId="117006167" sldId="332"/>
            <ac:spMk id="24" creationId="{28E0A21C-D273-400E-8627-51D3EC8067B2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2:12:52.120" v="1295" actId="20577"/>
          <ac:spMkLst>
            <pc:docMk/>
            <pc:sldMk cId="117006167" sldId="332"/>
            <ac:spMk id="26" creationId="{F9E8B028-A283-4958-8202-0434757C3918}"/>
          </ac:spMkLst>
        </pc:spChg>
        <pc:picChg chg="add del mod">
          <ac:chgData name="池田 幸高" userId="S::yukitaka.ikeda@optim.co.jp::698c31e5-383b-467c-bc20-a09d8c482264" providerId="AD" clId="Web-{7F37118D-21B4-A1FE-908A-6573B33AD45E}" dt="2021-02-12T02:09:53.038" v="1284"/>
          <ac:picMkLst>
            <pc:docMk/>
            <pc:sldMk cId="117006167" sldId="332"/>
            <ac:picMk id="2" creationId="{85003423-8663-4772-B860-C82331E286CD}"/>
          </ac:picMkLst>
        </pc:picChg>
        <pc:picChg chg="mod">
          <ac:chgData name="池田 幸高" userId="S::yukitaka.ikeda@optim.co.jp::698c31e5-383b-467c-bc20-a09d8c482264" providerId="AD" clId="Web-{7F37118D-21B4-A1FE-908A-6573B33AD45E}" dt="2021-02-12T02:12:21.651" v="1289" actId="1076"/>
          <ac:picMkLst>
            <pc:docMk/>
            <pc:sldMk cId="117006167" sldId="332"/>
            <ac:picMk id="6" creationId="{36B2D9EA-4813-4126-AF68-89BD12FB73FC}"/>
          </ac:picMkLst>
        </pc:picChg>
        <pc:picChg chg="add mod">
          <ac:chgData name="池田 幸高" userId="S::yukitaka.ikeda@optim.co.jp::698c31e5-383b-467c-bc20-a09d8c482264" providerId="AD" clId="Web-{7F37118D-21B4-A1FE-908A-6573B33AD45E}" dt="2021-02-12T02:12:14.151" v="1288" actId="1076"/>
          <ac:picMkLst>
            <pc:docMk/>
            <pc:sldMk cId="117006167" sldId="332"/>
            <ac:picMk id="9" creationId="{B6FAC224-1934-4465-9293-12240E6767C9}"/>
          </ac:picMkLst>
        </pc:picChg>
      </pc:sldChg>
      <pc:sldChg chg="delSp add del replId">
        <pc:chgData name="池田 幸高" userId="S::yukitaka.ikeda@optim.co.jp::698c31e5-383b-467c-bc20-a09d8c482264" providerId="AD" clId="Web-{7F37118D-21B4-A1FE-908A-6573B33AD45E}" dt="2021-02-12T01:59:24.306" v="1049"/>
        <pc:sldMkLst>
          <pc:docMk/>
          <pc:sldMk cId="3451237639" sldId="332"/>
        </pc:sldMkLst>
        <pc:grpChg chg="del">
          <ac:chgData name="池田 幸高" userId="S::yukitaka.ikeda@optim.co.jp::698c31e5-383b-467c-bc20-a09d8c482264" providerId="AD" clId="Web-{7F37118D-21B4-A1FE-908A-6573B33AD45E}" dt="2021-02-12T01:48:48.120" v="782"/>
          <ac:grpSpMkLst>
            <pc:docMk/>
            <pc:sldMk cId="3451237639" sldId="332"/>
            <ac:grpSpMk id="9" creationId="{4E80098F-9656-472A-9D41-8BA23E334EDB}"/>
          </ac:grpSpMkLst>
        </pc:grpChg>
      </pc:sldChg>
      <pc:sldChg chg="modSp add replId">
        <pc:chgData name="池田 幸高" userId="S::yukitaka.ikeda@optim.co.jp::698c31e5-383b-467c-bc20-a09d8c482264" providerId="AD" clId="Web-{7F37118D-21B4-A1FE-908A-6573B33AD45E}" dt="2021-02-12T03:26:03.215" v="2589" actId="20577"/>
        <pc:sldMkLst>
          <pc:docMk/>
          <pc:sldMk cId="1065574258" sldId="333"/>
        </pc:sldMkLst>
        <pc:spChg chg="mod">
          <ac:chgData name="池田 幸高" userId="S::yukitaka.ikeda@optim.co.jp::698c31e5-383b-467c-bc20-a09d8c482264" providerId="AD" clId="Web-{7F37118D-21B4-A1FE-908A-6573B33AD45E}" dt="2021-02-12T03:26:03.215" v="2589" actId="20577"/>
          <ac:spMkLst>
            <pc:docMk/>
            <pc:sldMk cId="1065574258" sldId="333"/>
            <ac:spMk id="3" creationId="{9D2EA1CA-A1CA-2A4E-A954-D36AF5AC6134}"/>
          </ac:spMkLst>
        </pc:spChg>
        <pc:picChg chg="mod">
          <ac:chgData name="池田 幸高" userId="S::yukitaka.ikeda@optim.co.jp::698c31e5-383b-467c-bc20-a09d8c482264" providerId="AD" clId="Web-{7F37118D-21B4-A1FE-908A-6573B33AD45E}" dt="2021-02-12T02:04:00.984" v="1113" actId="14100"/>
          <ac:picMkLst>
            <pc:docMk/>
            <pc:sldMk cId="1065574258" sldId="333"/>
            <ac:picMk id="6" creationId="{36B2D9EA-4813-4126-AF68-89BD12FB73FC}"/>
          </ac:picMkLst>
        </pc:picChg>
      </pc:sldChg>
      <pc:sldChg chg="addSp delSp modSp add ord replId">
        <pc:chgData name="池田 幸高" userId="S::yukitaka.ikeda@optim.co.jp::698c31e5-383b-467c-bc20-a09d8c482264" providerId="AD" clId="Web-{7F37118D-21B4-A1FE-908A-6573B33AD45E}" dt="2021-02-12T03:26:36.341" v="2596" actId="20577"/>
        <pc:sldMkLst>
          <pc:docMk/>
          <pc:sldMk cId="531660861" sldId="334"/>
        </pc:sldMkLst>
        <pc:spChg chg="mod">
          <ac:chgData name="池田 幸高" userId="S::yukitaka.ikeda@optim.co.jp::698c31e5-383b-467c-bc20-a09d8c482264" providerId="AD" clId="Web-{7F37118D-21B4-A1FE-908A-6573B33AD45E}" dt="2021-02-12T03:26:36.341" v="2596" actId="20577"/>
          <ac:spMkLst>
            <pc:docMk/>
            <pc:sldMk cId="531660861" sldId="334"/>
            <ac:spMk id="3" creationId="{9D2EA1CA-A1CA-2A4E-A954-D36AF5AC6134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2:35:17.868" v="1698" actId="1076"/>
          <ac:spMkLst>
            <pc:docMk/>
            <pc:sldMk cId="531660861" sldId="334"/>
            <ac:spMk id="5" creationId="{1EBFD8F2-AB40-4279-9629-CDCA028B8FD2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2:35:09.774" v="1695" actId="1076"/>
          <ac:spMkLst>
            <pc:docMk/>
            <pc:sldMk cId="531660861" sldId="334"/>
            <ac:spMk id="7" creationId="{FBF5364A-AD00-4441-BD9E-035353E02197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2:54:55.331" v="2169" actId="20577"/>
          <ac:spMkLst>
            <pc:docMk/>
            <pc:sldMk cId="531660861" sldId="334"/>
            <ac:spMk id="8" creationId="{52973711-580A-4D8D-A86B-222425BE08EC}"/>
          </ac:spMkLst>
        </pc:spChg>
        <pc:spChg chg="add del">
          <ac:chgData name="池田 幸高" userId="S::yukitaka.ikeda@optim.co.jp::698c31e5-383b-467c-bc20-a09d8c482264" providerId="AD" clId="Web-{7F37118D-21B4-A1FE-908A-6573B33AD45E}" dt="2021-02-12T02:33:56.413" v="1686"/>
          <ac:spMkLst>
            <pc:docMk/>
            <pc:sldMk cId="531660861" sldId="334"/>
            <ac:spMk id="10" creationId="{22818D7E-0F94-48E5-AB09-7CD7158E2BD9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2:35:09.774" v="1696" actId="1076"/>
          <ac:spMkLst>
            <pc:docMk/>
            <pc:sldMk cId="531660861" sldId="334"/>
            <ac:spMk id="11" creationId="{F9F08C27-6D54-4587-A0DF-CCC1486218BC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2:35:09.790" v="1697" actId="1076"/>
          <ac:spMkLst>
            <pc:docMk/>
            <pc:sldMk cId="531660861" sldId="334"/>
            <ac:spMk id="12" creationId="{BDF2C30B-28E6-4695-B43E-391B8E22EFDD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2:46:11.132" v="1852" actId="1076"/>
          <ac:spMkLst>
            <pc:docMk/>
            <pc:sldMk cId="531660861" sldId="334"/>
            <ac:spMk id="13" creationId="{27283310-CAE3-47B3-8B50-72D537C10FD6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2:30:20.846" v="1543"/>
          <ac:spMkLst>
            <pc:docMk/>
            <pc:sldMk cId="531660861" sldId="334"/>
            <ac:spMk id="14" creationId="{A884BC81-A77B-4091-A6A4-4E90A88A05F5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2:45:52.913" v="1849" actId="14100"/>
          <ac:spMkLst>
            <pc:docMk/>
            <pc:sldMk cId="531660861" sldId="334"/>
            <ac:spMk id="15" creationId="{9C8D8390-6116-410C-B628-AF68E83014F7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2:46:15.085" v="1855" actId="20577"/>
          <ac:spMkLst>
            <pc:docMk/>
            <pc:sldMk cId="531660861" sldId="334"/>
            <ac:spMk id="16" creationId="{B024B55F-7BFA-4038-823D-55F60C51C8AE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2:49:23.761" v="1878" actId="1076"/>
          <ac:spMkLst>
            <pc:docMk/>
            <pc:sldMk cId="531660861" sldId="334"/>
            <ac:spMk id="18" creationId="{AB8181DD-3D77-4352-BC18-60A2C592AB5B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2:48:33.370" v="1870" actId="20577"/>
          <ac:spMkLst>
            <pc:docMk/>
            <pc:sldMk cId="531660861" sldId="334"/>
            <ac:spMk id="19" creationId="{9C261E09-BDE5-4FFB-81AF-2CB71E89A045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2:59:16.602" v="2258" actId="20577"/>
          <ac:spMkLst>
            <pc:docMk/>
            <pc:sldMk cId="531660861" sldId="334"/>
            <ac:spMk id="21" creationId="{F4480A6D-41AB-401B-B288-B1EE8EAB8B78}"/>
          </ac:spMkLst>
        </pc:spChg>
        <pc:picChg chg="mod">
          <ac:chgData name="池田 幸高" userId="S::yukitaka.ikeda@optim.co.jp::698c31e5-383b-467c-bc20-a09d8c482264" providerId="AD" clId="Web-{7F37118D-21B4-A1FE-908A-6573B33AD45E}" dt="2021-02-12T02:30:33.706" v="1544"/>
          <ac:picMkLst>
            <pc:docMk/>
            <pc:sldMk cId="531660861" sldId="334"/>
            <ac:picMk id="6" creationId="{36B2D9EA-4813-4126-AF68-89BD12FB73FC}"/>
          </ac:picMkLst>
        </pc:picChg>
        <pc:picChg chg="add mod">
          <ac:chgData name="池田 幸高" userId="S::yukitaka.ikeda@optim.co.jp::698c31e5-383b-467c-bc20-a09d8c482264" providerId="AD" clId="Web-{7F37118D-21B4-A1FE-908A-6573B33AD45E}" dt="2021-02-12T02:47:58.916" v="1859" actId="1076"/>
          <ac:picMkLst>
            <pc:docMk/>
            <pc:sldMk cId="531660861" sldId="334"/>
            <ac:picMk id="17" creationId="{C912B4FA-7039-47B0-9EA9-F857845110A2}"/>
          </ac:picMkLst>
        </pc:picChg>
      </pc:sldChg>
      <pc:sldChg chg="modSp">
        <pc:chgData name="池田 幸高" userId="S::yukitaka.ikeda@optim.co.jp::698c31e5-383b-467c-bc20-a09d8c482264" providerId="AD" clId="Web-{7F37118D-21B4-A1FE-908A-6573B33AD45E}" dt="2021-02-12T03:26:24.950" v="2592" actId="20577"/>
        <pc:sldMkLst>
          <pc:docMk/>
          <pc:sldMk cId="2661154259" sldId="335"/>
        </pc:sldMkLst>
        <pc:spChg chg="mod">
          <ac:chgData name="池田 幸高" userId="S::yukitaka.ikeda@optim.co.jp::698c31e5-383b-467c-bc20-a09d8c482264" providerId="AD" clId="Web-{7F37118D-21B4-A1FE-908A-6573B33AD45E}" dt="2021-02-12T03:26:24.950" v="2592" actId="20577"/>
          <ac:spMkLst>
            <pc:docMk/>
            <pc:sldMk cId="2661154259" sldId="335"/>
            <ac:spMk id="3" creationId="{9D2EA1CA-A1CA-2A4E-A954-D36AF5AC6134}"/>
          </ac:spMkLst>
        </pc:spChg>
      </pc:sldChg>
      <pc:sldChg chg="addSp delSp modSp add ord replId">
        <pc:chgData name="池田 幸高" userId="S::yukitaka.ikeda@optim.co.jp::698c31e5-383b-467c-bc20-a09d8c482264" providerId="AD" clId="Web-{7F37118D-21B4-A1FE-908A-6573B33AD45E}" dt="2021-02-12T04:11:41.247" v="2978" actId="20577"/>
        <pc:sldMkLst>
          <pc:docMk/>
          <pc:sldMk cId="3043137049" sldId="337"/>
        </pc:sldMkLst>
        <pc:spChg chg="mod">
          <ac:chgData name="池田 幸高" userId="S::yukitaka.ikeda@optim.co.jp::698c31e5-383b-467c-bc20-a09d8c482264" providerId="AD" clId="Web-{7F37118D-21B4-A1FE-908A-6573B33AD45E}" dt="2021-02-12T03:26:50.513" v="2598" actId="20577"/>
          <ac:spMkLst>
            <pc:docMk/>
            <pc:sldMk cId="3043137049" sldId="337"/>
            <ac:spMk id="3" creationId="{9D2EA1CA-A1CA-2A4E-A954-D36AF5AC6134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3:03:29.389" v="2291"/>
          <ac:spMkLst>
            <pc:docMk/>
            <pc:sldMk cId="3043137049" sldId="337"/>
            <ac:spMk id="8" creationId="{C2706924-C538-455E-A143-320AD1CD96A1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3:03:36.764" v="2294"/>
          <ac:spMkLst>
            <pc:docMk/>
            <pc:sldMk cId="3043137049" sldId="337"/>
            <ac:spMk id="9" creationId="{5F09A658-E8D5-461B-A82F-252B5FC4CF51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3:03:27.405" v="2290"/>
          <ac:spMkLst>
            <pc:docMk/>
            <pc:sldMk cId="3043137049" sldId="337"/>
            <ac:spMk id="10" creationId="{95BEBC35-9984-4E28-91CE-1ADBDB40F35F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3:47:24.290" v="2970" actId="20577"/>
          <ac:spMkLst>
            <pc:docMk/>
            <pc:sldMk cId="3043137049" sldId="337"/>
            <ac:spMk id="11" creationId="{8E6186AB-B293-4A74-937D-53F104F17ABE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3:03:30.530" v="2292"/>
          <ac:spMkLst>
            <pc:docMk/>
            <pc:sldMk cId="3043137049" sldId="337"/>
            <ac:spMk id="12" creationId="{5B50ABFA-51B3-46B3-A91A-50472B5135D8}"/>
          </ac:spMkLst>
        </pc:spChg>
        <pc:spChg chg="del">
          <ac:chgData name="池田 幸高" userId="S::yukitaka.ikeda@optim.co.jp::698c31e5-383b-467c-bc20-a09d8c482264" providerId="AD" clId="Web-{7F37118D-21B4-A1FE-908A-6573B33AD45E}" dt="2021-02-12T03:03:34.733" v="2293"/>
          <ac:spMkLst>
            <pc:docMk/>
            <pc:sldMk cId="3043137049" sldId="337"/>
            <ac:spMk id="13" creationId="{D063ABD0-C5C4-40B6-BF4B-81442B8CB2DF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3:43:56.629" v="2894" actId="14100"/>
          <ac:spMkLst>
            <pc:docMk/>
            <pc:sldMk cId="3043137049" sldId="337"/>
            <ac:spMk id="15" creationId="{AADF21D7-DBBF-4356-BA05-FFE1CD98882B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3:47:04.899" v="2965" actId="14100"/>
          <ac:spMkLst>
            <pc:docMk/>
            <pc:sldMk cId="3043137049" sldId="337"/>
            <ac:spMk id="16" creationId="{72AF9581-6AD6-4B7C-B4ED-D47E4416C657}"/>
          </ac:spMkLst>
        </pc:spChg>
        <pc:spChg chg="add mod">
          <ac:chgData name="池田 幸高" userId="S::yukitaka.ikeda@optim.co.jp::698c31e5-383b-467c-bc20-a09d8c482264" providerId="AD" clId="Web-{7F37118D-21B4-A1FE-908A-6573B33AD45E}" dt="2021-02-12T03:47:30.399" v="2971" actId="1076"/>
          <ac:spMkLst>
            <pc:docMk/>
            <pc:sldMk cId="3043137049" sldId="337"/>
            <ac:spMk id="17" creationId="{910049EF-CB2E-4BE5-8D18-8E75B759F619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4:11:41.247" v="2978" actId="20577"/>
          <ac:spMkLst>
            <pc:docMk/>
            <pc:sldMk cId="3043137049" sldId="337"/>
            <ac:spMk id="21" creationId="{F4480A6D-41AB-401B-B288-B1EE8EAB8B78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3:46:55.430" v="2963" actId="1076"/>
          <ac:spMkLst>
            <pc:docMk/>
            <pc:sldMk cId="3043137049" sldId="337"/>
            <ac:spMk id="24" creationId="{28E0A21C-D273-400E-8627-51D3EC8067B2}"/>
          </ac:spMkLst>
        </pc:spChg>
        <pc:spChg chg="mod">
          <ac:chgData name="池田 幸高" userId="S::yukitaka.ikeda@optim.co.jp::698c31e5-383b-467c-bc20-a09d8c482264" providerId="AD" clId="Web-{7F37118D-21B4-A1FE-908A-6573B33AD45E}" dt="2021-02-12T03:44:03.348" v="2895" actId="1076"/>
          <ac:spMkLst>
            <pc:docMk/>
            <pc:sldMk cId="3043137049" sldId="337"/>
            <ac:spMk id="26" creationId="{F9E8B028-A283-4958-8202-0434757C3918}"/>
          </ac:spMkLst>
        </pc:spChg>
        <pc:picChg chg="add mod">
          <ac:chgData name="池田 幸高" userId="S::yukitaka.ikeda@optim.co.jp::698c31e5-383b-467c-bc20-a09d8c482264" providerId="AD" clId="Web-{7F37118D-21B4-A1FE-908A-6573B33AD45E}" dt="2021-02-12T04:11:21.356" v="2975" actId="1076"/>
          <ac:picMkLst>
            <pc:docMk/>
            <pc:sldMk cId="3043137049" sldId="337"/>
            <ac:picMk id="2" creationId="{8C64541E-6EF3-4F0A-9A45-AD1949014D07}"/>
          </ac:picMkLst>
        </pc:picChg>
        <pc:picChg chg="mod">
          <ac:chgData name="池田 幸高" userId="S::yukitaka.ikeda@optim.co.jp::698c31e5-383b-467c-bc20-a09d8c482264" providerId="AD" clId="Web-{7F37118D-21B4-A1FE-908A-6573B33AD45E}" dt="2021-02-12T03:43:46.238" v="2892" actId="1076"/>
          <ac:picMkLst>
            <pc:docMk/>
            <pc:sldMk cId="3043137049" sldId="337"/>
            <ac:picMk id="6" creationId="{36B2D9EA-4813-4126-AF68-89BD12FB73FC}"/>
          </ac:picMkLst>
        </pc:picChg>
      </pc:sldChg>
    </pc:docChg>
  </pc:docChgLst>
  <pc:docChgLst>
    <pc:chgData name="西原 康裕" userId="79137d2e-3fa4-4b6f-adef-0113893d7643" providerId="ADAL" clId="{F9B1869F-6E45-2A49-B1F9-AA3706BB9F82}"/>
    <pc:docChg chg="undo custSel addSld delSld modSld sldOrd">
      <pc:chgData name="西原 康裕" userId="79137d2e-3fa4-4b6f-adef-0113893d7643" providerId="ADAL" clId="{F9B1869F-6E45-2A49-B1F9-AA3706BB9F82}" dt="2021-01-08T04:04:14.283" v="6528" actId="20577"/>
      <pc:docMkLst>
        <pc:docMk/>
      </pc:docMkLst>
      <pc:sldChg chg="addSp delSp modSp mod">
        <pc:chgData name="西原 康裕" userId="79137d2e-3fa4-4b6f-adef-0113893d7643" providerId="ADAL" clId="{F9B1869F-6E45-2A49-B1F9-AA3706BB9F82}" dt="2021-01-05T04:58:12.069" v="5539" actId="21"/>
        <pc:sldMkLst>
          <pc:docMk/>
          <pc:sldMk cId="1676793895" sldId="258"/>
        </pc:sldMkLst>
        <pc:spChg chg="add mod">
          <ac:chgData name="西原 康裕" userId="79137d2e-3fa4-4b6f-adef-0113893d7643" providerId="ADAL" clId="{F9B1869F-6E45-2A49-B1F9-AA3706BB9F82}" dt="2021-01-04T04:16:50.475" v="438" actId="20577"/>
          <ac:spMkLst>
            <pc:docMk/>
            <pc:sldMk cId="1676793895" sldId="258"/>
            <ac:spMk id="2" creationId="{C016D1FA-0E32-7341-9C3A-287BC6FFAFBE}"/>
          </ac:spMkLst>
        </pc:spChg>
        <pc:spChg chg="mod">
          <ac:chgData name="西原 康裕" userId="79137d2e-3fa4-4b6f-adef-0113893d7643" providerId="ADAL" clId="{F9B1869F-6E45-2A49-B1F9-AA3706BB9F82}" dt="2021-01-04T04:14:37.563" v="429" actId="20577"/>
          <ac:spMkLst>
            <pc:docMk/>
            <pc:sldMk cId="1676793895" sldId="258"/>
            <ac:spMk id="8" creationId="{00898515-C2BE-4F98-B63C-D71EE1B15070}"/>
          </ac:spMkLst>
        </pc:spChg>
        <pc:spChg chg="mod">
          <ac:chgData name="西原 康裕" userId="79137d2e-3fa4-4b6f-adef-0113893d7643" providerId="ADAL" clId="{F9B1869F-6E45-2A49-B1F9-AA3706BB9F82}" dt="2021-01-05T04:55:53.567" v="5400" actId="20577"/>
          <ac:spMkLst>
            <pc:docMk/>
            <pc:sldMk cId="1676793895" sldId="258"/>
            <ac:spMk id="10" creationId="{3C9BCC44-4D19-404A-A711-62172E8DD438}"/>
          </ac:spMkLst>
        </pc:spChg>
        <pc:spChg chg="del mod">
          <ac:chgData name="西原 康裕" userId="79137d2e-3fa4-4b6f-adef-0113893d7643" providerId="ADAL" clId="{F9B1869F-6E45-2A49-B1F9-AA3706BB9F82}" dt="2021-01-05T04:58:12.069" v="5539" actId="21"/>
          <ac:spMkLst>
            <pc:docMk/>
            <pc:sldMk cId="1676793895" sldId="258"/>
            <ac:spMk id="12" creationId="{A00338A4-3B47-4C9A-A134-77E85F37A604}"/>
          </ac:spMkLst>
        </pc:spChg>
        <pc:spChg chg="add mod">
          <ac:chgData name="西原 康裕" userId="79137d2e-3fa4-4b6f-adef-0113893d7643" providerId="ADAL" clId="{F9B1869F-6E45-2A49-B1F9-AA3706BB9F82}" dt="2021-01-04T04:17:33.732" v="485" actId="14100"/>
          <ac:spMkLst>
            <pc:docMk/>
            <pc:sldMk cId="1676793895" sldId="258"/>
            <ac:spMk id="15" creationId="{94804A22-9C5F-5448-8326-0E7A0FBC642F}"/>
          </ac:spMkLst>
        </pc:spChg>
        <pc:spChg chg="add mod">
          <ac:chgData name="西原 康裕" userId="79137d2e-3fa4-4b6f-adef-0113893d7643" providerId="ADAL" clId="{F9B1869F-6E45-2A49-B1F9-AA3706BB9F82}" dt="2021-01-04T04:17:28.132" v="483" actId="14100"/>
          <ac:spMkLst>
            <pc:docMk/>
            <pc:sldMk cId="1676793895" sldId="258"/>
            <ac:spMk id="16" creationId="{0860026F-D9CD-544C-AE3B-219C77A66DBB}"/>
          </ac:spMkLst>
        </pc:spChg>
      </pc:sldChg>
      <pc:sldChg chg="modSp mod">
        <pc:chgData name="西原 康裕" userId="79137d2e-3fa4-4b6f-adef-0113893d7643" providerId="ADAL" clId="{F9B1869F-6E45-2A49-B1F9-AA3706BB9F82}" dt="2021-01-05T06:19:06.002" v="6347" actId="20577"/>
        <pc:sldMkLst>
          <pc:docMk/>
          <pc:sldMk cId="3502675785" sldId="259"/>
        </pc:sldMkLst>
        <pc:spChg chg="mod">
          <ac:chgData name="西原 康裕" userId="79137d2e-3fa4-4b6f-adef-0113893d7643" providerId="ADAL" clId="{F9B1869F-6E45-2A49-B1F9-AA3706BB9F82}" dt="2021-01-05T06:19:06.002" v="6347" actId="20577"/>
          <ac:spMkLst>
            <pc:docMk/>
            <pc:sldMk cId="3502675785" sldId="259"/>
            <ac:spMk id="6" creationId="{F2A5F7DC-A85E-0940-A6C5-3CBC3A7518E8}"/>
          </ac:spMkLst>
        </pc:spChg>
        <pc:spChg chg="mod">
          <ac:chgData name="西原 康裕" userId="79137d2e-3fa4-4b6f-adef-0113893d7643" providerId="ADAL" clId="{F9B1869F-6E45-2A49-B1F9-AA3706BB9F82}" dt="2021-01-05T05:00:48.382" v="5591" actId="20577"/>
          <ac:spMkLst>
            <pc:docMk/>
            <pc:sldMk cId="3502675785" sldId="259"/>
            <ac:spMk id="7" creationId="{253AB374-1DE5-48E3-9420-43BB22F3BF53}"/>
          </ac:spMkLst>
        </pc:spChg>
      </pc:sldChg>
      <pc:sldChg chg="addSp modSp mod">
        <pc:chgData name="西原 康裕" userId="79137d2e-3fa4-4b6f-adef-0113893d7643" providerId="ADAL" clId="{F9B1869F-6E45-2A49-B1F9-AA3706BB9F82}" dt="2021-01-04T04:32:43.384" v="903" actId="20577"/>
        <pc:sldMkLst>
          <pc:docMk/>
          <pc:sldMk cId="3558793253" sldId="260"/>
        </pc:sldMkLst>
        <pc:spChg chg="add mod">
          <ac:chgData name="西原 康裕" userId="79137d2e-3fa4-4b6f-adef-0113893d7643" providerId="ADAL" clId="{F9B1869F-6E45-2A49-B1F9-AA3706BB9F82}" dt="2021-01-04T04:31:33.631" v="815" actId="20577"/>
          <ac:spMkLst>
            <pc:docMk/>
            <pc:sldMk cId="3558793253" sldId="260"/>
            <ac:spMk id="9" creationId="{764E6BC1-CBAA-0741-8CDF-A8F1D270EF95}"/>
          </ac:spMkLst>
        </pc:spChg>
        <pc:spChg chg="add mod">
          <ac:chgData name="西原 康裕" userId="79137d2e-3fa4-4b6f-adef-0113893d7643" providerId="ADAL" clId="{F9B1869F-6E45-2A49-B1F9-AA3706BB9F82}" dt="2021-01-04T04:32:43.384" v="903" actId="20577"/>
          <ac:spMkLst>
            <pc:docMk/>
            <pc:sldMk cId="3558793253" sldId="260"/>
            <ac:spMk id="11" creationId="{ECED4C2C-6C66-A248-BA48-D01F5B5DC6A6}"/>
          </ac:spMkLst>
        </pc:spChg>
      </pc:sldChg>
      <pc:sldChg chg="delSp modSp mod">
        <pc:chgData name="西原 康裕" userId="79137d2e-3fa4-4b6f-adef-0113893d7643" providerId="ADAL" clId="{F9B1869F-6E45-2A49-B1F9-AA3706BB9F82}" dt="2021-01-05T05:03:12.603" v="5734" actId="20577"/>
        <pc:sldMkLst>
          <pc:docMk/>
          <pc:sldMk cId="3189017730" sldId="261"/>
        </pc:sldMkLst>
        <pc:spChg chg="del">
          <ac:chgData name="西原 康裕" userId="79137d2e-3fa4-4b6f-adef-0113893d7643" providerId="ADAL" clId="{F9B1869F-6E45-2A49-B1F9-AA3706BB9F82}" dt="2021-01-05T04:17:56.500" v="3260" actId="478"/>
          <ac:spMkLst>
            <pc:docMk/>
            <pc:sldMk cId="3189017730" sldId="261"/>
            <ac:spMk id="2" creationId="{6BCD8989-F7E4-46F8-B183-39C2D76E8D4B}"/>
          </ac:spMkLst>
        </pc:spChg>
        <pc:spChg chg="mod">
          <ac:chgData name="西原 康裕" userId="79137d2e-3fa4-4b6f-adef-0113893d7643" providerId="ADAL" clId="{F9B1869F-6E45-2A49-B1F9-AA3706BB9F82}" dt="2021-01-05T05:03:12.603" v="5734" actId="20577"/>
          <ac:spMkLst>
            <pc:docMk/>
            <pc:sldMk cId="3189017730" sldId="261"/>
            <ac:spMk id="13" creationId="{66225DB3-8C84-419E-883C-D95EAEFC60C6}"/>
          </ac:spMkLst>
        </pc:spChg>
        <pc:spChg chg="mod">
          <ac:chgData name="西原 康裕" userId="79137d2e-3fa4-4b6f-adef-0113893d7643" providerId="ADAL" clId="{F9B1869F-6E45-2A49-B1F9-AA3706BB9F82}" dt="2021-01-05T05:03:03.377" v="5718" actId="14100"/>
          <ac:spMkLst>
            <pc:docMk/>
            <pc:sldMk cId="3189017730" sldId="261"/>
            <ac:spMk id="14" creationId="{FD3371EB-A769-452E-A8C1-94305951E67A}"/>
          </ac:spMkLst>
        </pc:spChg>
        <pc:spChg chg="mod">
          <ac:chgData name="西原 康裕" userId="79137d2e-3fa4-4b6f-adef-0113893d7643" providerId="ADAL" clId="{F9B1869F-6E45-2A49-B1F9-AA3706BB9F82}" dt="2021-01-05T05:02:51.678" v="5703" actId="1076"/>
          <ac:spMkLst>
            <pc:docMk/>
            <pc:sldMk cId="3189017730" sldId="261"/>
            <ac:spMk id="15" creationId="{DF22D42D-7102-4784-A587-6FFFDEB731CA}"/>
          </ac:spMkLst>
        </pc:spChg>
        <pc:spChg chg="mod">
          <ac:chgData name="西原 康裕" userId="79137d2e-3fa4-4b6f-adef-0113893d7643" providerId="ADAL" clId="{F9B1869F-6E45-2A49-B1F9-AA3706BB9F82}" dt="2021-01-05T05:02:31.879" v="5680" actId="20577"/>
          <ac:spMkLst>
            <pc:docMk/>
            <pc:sldMk cId="3189017730" sldId="261"/>
            <ac:spMk id="16" creationId="{60D2D94E-F5FE-4DD0-A25C-A68211FA4B3D}"/>
          </ac:spMkLst>
        </pc:spChg>
      </pc:sldChg>
      <pc:sldChg chg="addSp delSp modSp mod">
        <pc:chgData name="西原 康裕" userId="79137d2e-3fa4-4b6f-adef-0113893d7643" providerId="ADAL" clId="{F9B1869F-6E45-2A49-B1F9-AA3706BB9F82}" dt="2021-01-05T05:03:29.358" v="5761" actId="20577"/>
        <pc:sldMkLst>
          <pc:docMk/>
          <pc:sldMk cId="2172523328" sldId="262"/>
        </pc:sldMkLst>
        <pc:spChg chg="mod">
          <ac:chgData name="西原 康裕" userId="79137d2e-3fa4-4b6f-adef-0113893d7643" providerId="ADAL" clId="{F9B1869F-6E45-2A49-B1F9-AA3706BB9F82}" dt="2021-01-04T04:57:05.891" v="1119" actId="20577"/>
          <ac:spMkLst>
            <pc:docMk/>
            <pc:sldMk cId="2172523328" sldId="262"/>
            <ac:spMk id="3" creationId="{570F0932-C278-684F-A966-AC89523FE308}"/>
          </ac:spMkLst>
        </pc:spChg>
        <pc:spChg chg="add del mod">
          <ac:chgData name="西原 康裕" userId="79137d2e-3fa4-4b6f-adef-0113893d7643" providerId="ADAL" clId="{F9B1869F-6E45-2A49-B1F9-AA3706BB9F82}" dt="2021-01-04T07:47:05.352" v="2374" actId="478"/>
          <ac:spMkLst>
            <pc:docMk/>
            <pc:sldMk cId="2172523328" sldId="262"/>
            <ac:spMk id="4" creationId="{F54A66BB-202A-9745-8A34-CDD9EF869834}"/>
          </ac:spMkLst>
        </pc:spChg>
        <pc:spChg chg="mod">
          <ac:chgData name="西原 康裕" userId="79137d2e-3fa4-4b6f-adef-0113893d7643" providerId="ADAL" clId="{F9B1869F-6E45-2A49-B1F9-AA3706BB9F82}" dt="2021-01-05T05:03:29.358" v="5761" actId="20577"/>
          <ac:spMkLst>
            <pc:docMk/>
            <pc:sldMk cId="2172523328" sldId="262"/>
            <ac:spMk id="7" creationId="{98529754-FEA2-4DDD-B4C5-B8A2F9974DA3}"/>
          </ac:spMkLst>
        </pc:spChg>
        <pc:spChg chg="add del mod">
          <ac:chgData name="西原 康裕" userId="79137d2e-3fa4-4b6f-adef-0113893d7643" providerId="ADAL" clId="{F9B1869F-6E45-2A49-B1F9-AA3706BB9F82}" dt="2021-01-04T02:24:53.709" v="371" actId="478"/>
          <ac:spMkLst>
            <pc:docMk/>
            <pc:sldMk cId="2172523328" sldId="262"/>
            <ac:spMk id="8" creationId="{0BBBE15F-E07D-B646-BC53-EC9918AB7F6E}"/>
          </ac:spMkLst>
        </pc:spChg>
        <pc:picChg chg="mod">
          <ac:chgData name="西原 康裕" userId="79137d2e-3fa4-4b6f-adef-0113893d7643" providerId="ADAL" clId="{F9B1869F-6E45-2A49-B1F9-AA3706BB9F82}" dt="2021-01-04T04:22:34.584" v="678" actId="1076"/>
          <ac:picMkLst>
            <pc:docMk/>
            <pc:sldMk cId="2172523328" sldId="262"/>
            <ac:picMk id="5" creationId="{C2530B3D-B80A-544C-87FD-437F1457DD3D}"/>
          </ac:picMkLst>
        </pc:picChg>
      </pc:sldChg>
      <pc:sldChg chg="addSp modSp mod">
        <pc:chgData name="西原 康裕" userId="79137d2e-3fa4-4b6f-adef-0113893d7643" providerId="ADAL" clId="{F9B1869F-6E45-2A49-B1F9-AA3706BB9F82}" dt="2021-01-05T06:06:45.340" v="6281" actId="20577"/>
        <pc:sldMkLst>
          <pc:docMk/>
          <pc:sldMk cId="1841286780" sldId="263"/>
        </pc:sldMkLst>
        <pc:spChg chg="mod">
          <ac:chgData name="西原 康裕" userId="79137d2e-3fa4-4b6f-adef-0113893d7643" providerId="ADAL" clId="{F9B1869F-6E45-2A49-B1F9-AA3706BB9F82}" dt="2021-01-05T04:23:21.599" v="3665" actId="20577"/>
          <ac:spMkLst>
            <pc:docMk/>
            <pc:sldMk cId="1841286780" sldId="263"/>
            <ac:spMk id="2" creationId="{12B566E2-8BB2-F34B-9E37-0E04314482C7}"/>
          </ac:spMkLst>
        </pc:spChg>
        <pc:spChg chg="mod">
          <ac:chgData name="西原 康裕" userId="79137d2e-3fa4-4b6f-adef-0113893d7643" providerId="ADAL" clId="{F9B1869F-6E45-2A49-B1F9-AA3706BB9F82}" dt="2021-01-04T04:57:22.047" v="1126" actId="6549"/>
          <ac:spMkLst>
            <pc:docMk/>
            <pc:sldMk cId="1841286780" sldId="263"/>
            <ac:spMk id="3" creationId="{19ACD00C-593C-8144-91D6-67EE9E05D887}"/>
          </ac:spMkLst>
        </pc:spChg>
        <pc:spChg chg="add mod">
          <ac:chgData name="西原 康裕" userId="79137d2e-3fa4-4b6f-adef-0113893d7643" providerId="ADAL" clId="{F9B1869F-6E45-2A49-B1F9-AA3706BB9F82}" dt="2021-01-05T06:06:45.340" v="6281" actId="20577"/>
          <ac:spMkLst>
            <pc:docMk/>
            <pc:sldMk cId="1841286780" sldId="263"/>
            <ac:spMk id="4" creationId="{421B2EF8-D1E9-FA43-97C9-E0C96E3FD9B4}"/>
          </ac:spMkLst>
        </pc:spChg>
        <pc:spChg chg="add mod">
          <ac:chgData name="西原 康裕" userId="79137d2e-3fa4-4b6f-adef-0113893d7643" providerId="ADAL" clId="{F9B1869F-6E45-2A49-B1F9-AA3706BB9F82}" dt="2021-01-05T05:04:30.284" v="5856" actId="207"/>
          <ac:spMkLst>
            <pc:docMk/>
            <pc:sldMk cId="1841286780" sldId="263"/>
            <ac:spMk id="7" creationId="{93A2BA54-BEF2-2B46-91EF-A0D0AFF4B362}"/>
          </ac:spMkLst>
        </pc:spChg>
        <pc:spChg chg="add mod">
          <ac:chgData name="西原 康裕" userId="79137d2e-3fa4-4b6f-adef-0113893d7643" providerId="ADAL" clId="{F9B1869F-6E45-2A49-B1F9-AA3706BB9F82}" dt="2021-01-05T04:32:29.454" v="4555" actId="207"/>
          <ac:spMkLst>
            <pc:docMk/>
            <pc:sldMk cId="1841286780" sldId="263"/>
            <ac:spMk id="8" creationId="{6522ABB8-8C44-534A-8F08-D70CC336DF7E}"/>
          </ac:spMkLst>
        </pc:spChg>
        <pc:spChg chg="mod">
          <ac:chgData name="西原 康裕" userId="79137d2e-3fa4-4b6f-adef-0113893d7643" providerId="ADAL" clId="{F9B1869F-6E45-2A49-B1F9-AA3706BB9F82}" dt="2021-01-05T05:04:15.325" v="5829" actId="20577"/>
          <ac:spMkLst>
            <pc:docMk/>
            <pc:sldMk cId="1841286780" sldId="263"/>
            <ac:spMk id="11" creationId="{98F785C1-AB68-4DC1-BE50-DBF910630CCF}"/>
          </ac:spMkLst>
        </pc:spChg>
      </pc:sldChg>
      <pc:sldChg chg="modSp mod">
        <pc:chgData name="西原 康裕" userId="79137d2e-3fa4-4b6f-adef-0113893d7643" providerId="ADAL" clId="{F9B1869F-6E45-2A49-B1F9-AA3706BB9F82}" dt="2021-01-05T05:05:26.938" v="5945" actId="20577"/>
        <pc:sldMkLst>
          <pc:docMk/>
          <pc:sldMk cId="373062482" sldId="264"/>
        </pc:sldMkLst>
        <pc:spChg chg="mod">
          <ac:chgData name="西原 康裕" userId="79137d2e-3fa4-4b6f-adef-0113893d7643" providerId="ADAL" clId="{F9B1869F-6E45-2A49-B1F9-AA3706BB9F82}" dt="2021-01-04T04:58:30.915" v="1127" actId="6549"/>
          <ac:spMkLst>
            <pc:docMk/>
            <pc:sldMk cId="373062482" sldId="264"/>
            <ac:spMk id="2" creationId="{A5AB268C-2057-3744-A077-ECA58621E8F8}"/>
          </ac:spMkLst>
        </pc:spChg>
        <pc:spChg chg="mod">
          <ac:chgData name="西原 康裕" userId="79137d2e-3fa4-4b6f-adef-0113893d7643" providerId="ADAL" clId="{F9B1869F-6E45-2A49-B1F9-AA3706BB9F82}" dt="2021-01-05T05:05:26.938" v="5945" actId="20577"/>
          <ac:spMkLst>
            <pc:docMk/>
            <pc:sldMk cId="373062482" sldId="264"/>
            <ac:spMk id="10" creationId="{94A1702F-790D-4611-B69F-6E05112B65C3}"/>
          </ac:spMkLst>
        </pc:spChg>
        <pc:spChg chg="mod">
          <ac:chgData name="西原 康裕" userId="79137d2e-3fa4-4b6f-adef-0113893d7643" providerId="ADAL" clId="{F9B1869F-6E45-2A49-B1F9-AA3706BB9F82}" dt="2021-01-05T05:05:09.721" v="5924" actId="1076"/>
          <ac:spMkLst>
            <pc:docMk/>
            <pc:sldMk cId="373062482" sldId="264"/>
            <ac:spMk id="11" creationId="{277E676A-BAD6-499C-AA44-793F0D0EA2B1}"/>
          </ac:spMkLst>
        </pc:spChg>
      </pc:sldChg>
      <pc:sldChg chg="modSp mod">
        <pc:chgData name="西原 康裕" userId="79137d2e-3fa4-4b6f-adef-0113893d7643" providerId="ADAL" clId="{F9B1869F-6E45-2A49-B1F9-AA3706BB9F82}" dt="2021-01-04T04:58:49.080" v="1129" actId="20577"/>
        <pc:sldMkLst>
          <pc:docMk/>
          <pc:sldMk cId="2171927970" sldId="265"/>
        </pc:sldMkLst>
        <pc:spChg chg="mod">
          <ac:chgData name="西原 康裕" userId="79137d2e-3fa4-4b6f-adef-0113893d7643" providerId="ADAL" clId="{F9B1869F-6E45-2A49-B1F9-AA3706BB9F82}" dt="2021-01-04T04:58:49.080" v="1129" actId="20577"/>
          <ac:spMkLst>
            <pc:docMk/>
            <pc:sldMk cId="2171927970" sldId="265"/>
            <ac:spMk id="3" creationId="{A784AE8C-9396-C64C-A7C9-28BAC6F32C33}"/>
          </ac:spMkLst>
        </pc:spChg>
        <pc:spChg chg="mod">
          <ac:chgData name="西原 康裕" userId="79137d2e-3fa4-4b6f-adef-0113893d7643" providerId="ADAL" clId="{F9B1869F-6E45-2A49-B1F9-AA3706BB9F82}" dt="2021-01-04T04:23:27.176" v="694" actId="20577"/>
          <ac:spMkLst>
            <pc:docMk/>
            <pc:sldMk cId="2171927970" sldId="265"/>
            <ac:spMk id="10" creationId="{62E9B61F-B7FB-41B5-8234-592FEC6FB9D7}"/>
          </ac:spMkLst>
        </pc:spChg>
        <pc:spChg chg="mod">
          <ac:chgData name="西原 康裕" userId="79137d2e-3fa4-4b6f-adef-0113893d7643" providerId="ADAL" clId="{F9B1869F-6E45-2A49-B1F9-AA3706BB9F82}" dt="2021-01-04T04:24:06.376" v="789" actId="20577"/>
          <ac:spMkLst>
            <pc:docMk/>
            <pc:sldMk cId="2171927970" sldId="265"/>
            <ac:spMk id="11" creationId="{70C632CC-6D1B-4838-B7C2-EF7424F9C0D0}"/>
          </ac:spMkLst>
        </pc:spChg>
      </pc:sldChg>
      <pc:sldChg chg="modSp mod">
        <pc:chgData name="西原 康裕" userId="79137d2e-3fa4-4b6f-adef-0113893d7643" providerId="ADAL" clId="{F9B1869F-6E45-2A49-B1F9-AA3706BB9F82}" dt="2021-01-05T05:05:51.508" v="5971" actId="20577"/>
        <pc:sldMkLst>
          <pc:docMk/>
          <pc:sldMk cId="4208926939" sldId="266"/>
        </pc:sldMkLst>
        <pc:spChg chg="mod">
          <ac:chgData name="西原 康裕" userId="79137d2e-3fa4-4b6f-adef-0113893d7643" providerId="ADAL" clId="{F9B1869F-6E45-2A49-B1F9-AA3706BB9F82}" dt="2021-01-04T05:02:22.759" v="1378" actId="113"/>
          <ac:spMkLst>
            <pc:docMk/>
            <pc:sldMk cId="4208926939" sldId="266"/>
            <ac:spMk id="2" creationId="{C4D9ED57-FEC6-B942-9BF7-E9A8A83864EB}"/>
          </ac:spMkLst>
        </pc:spChg>
        <pc:spChg chg="mod">
          <ac:chgData name="西原 康裕" userId="79137d2e-3fa4-4b6f-adef-0113893d7643" providerId="ADAL" clId="{F9B1869F-6E45-2A49-B1F9-AA3706BB9F82}" dt="2021-01-05T05:05:51.508" v="5971" actId="20577"/>
          <ac:spMkLst>
            <pc:docMk/>
            <pc:sldMk cId="4208926939" sldId="266"/>
            <ac:spMk id="7" creationId="{7D855920-7AE2-48DC-92D8-858078E8605C}"/>
          </ac:spMkLst>
        </pc:spChg>
      </pc:sldChg>
      <pc:sldChg chg="delSp modSp mod">
        <pc:chgData name="西原 康裕" userId="79137d2e-3fa4-4b6f-adef-0113893d7643" providerId="ADAL" clId="{F9B1869F-6E45-2A49-B1F9-AA3706BB9F82}" dt="2021-01-04T05:05:14.627" v="1396" actId="478"/>
        <pc:sldMkLst>
          <pc:docMk/>
          <pc:sldMk cId="2535330368" sldId="267"/>
        </pc:sldMkLst>
        <pc:spChg chg="del mod">
          <ac:chgData name="西原 康裕" userId="79137d2e-3fa4-4b6f-adef-0113893d7643" providerId="ADAL" clId="{F9B1869F-6E45-2A49-B1F9-AA3706BB9F82}" dt="2021-01-04T05:05:12.109" v="1393" actId="478"/>
          <ac:spMkLst>
            <pc:docMk/>
            <pc:sldMk cId="2535330368" sldId="267"/>
            <ac:spMk id="6" creationId="{C4139A69-B668-1D45-AD05-02157678CEF2}"/>
          </ac:spMkLst>
        </pc:spChg>
        <pc:spChg chg="del">
          <ac:chgData name="西原 康裕" userId="79137d2e-3fa4-4b6f-adef-0113893d7643" providerId="ADAL" clId="{F9B1869F-6E45-2A49-B1F9-AA3706BB9F82}" dt="2021-01-04T05:04:38.008" v="1383" actId="21"/>
          <ac:spMkLst>
            <pc:docMk/>
            <pc:sldMk cId="2535330368" sldId="267"/>
            <ac:spMk id="9" creationId="{0B139EBF-3408-7248-9743-637CB489D093}"/>
          </ac:spMkLst>
        </pc:spChg>
        <pc:spChg chg="del">
          <ac:chgData name="西原 康裕" userId="79137d2e-3fa4-4b6f-adef-0113893d7643" providerId="ADAL" clId="{F9B1869F-6E45-2A49-B1F9-AA3706BB9F82}" dt="2021-01-04T05:05:13.859" v="1395" actId="478"/>
          <ac:spMkLst>
            <pc:docMk/>
            <pc:sldMk cId="2535330368" sldId="267"/>
            <ac:spMk id="11" creationId="{C4721DE3-1AE1-4ED4-9743-FB6BAA8DE375}"/>
          </ac:spMkLst>
        </pc:spChg>
        <pc:spChg chg="del">
          <ac:chgData name="西原 康裕" userId="79137d2e-3fa4-4b6f-adef-0113893d7643" providerId="ADAL" clId="{F9B1869F-6E45-2A49-B1F9-AA3706BB9F82}" dt="2021-01-04T05:05:14.627" v="1396" actId="478"/>
          <ac:spMkLst>
            <pc:docMk/>
            <pc:sldMk cId="2535330368" sldId="267"/>
            <ac:spMk id="12" creationId="{10FF8449-A9B8-43FA-945C-24D8280A8835}"/>
          </ac:spMkLst>
        </pc:spChg>
        <pc:picChg chg="del">
          <ac:chgData name="西原 康裕" userId="79137d2e-3fa4-4b6f-adef-0113893d7643" providerId="ADAL" clId="{F9B1869F-6E45-2A49-B1F9-AA3706BB9F82}" dt="2021-01-04T05:05:12.812" v="1394" actId="478"/>
          <ac:picMkLst>
            <pc:docMk/>
            <pc:sldMk cId="2535330368" sldId="267"/>
            <ac:picMk id="8" creationId="{DA172B14-2414-904F-93A1-311851733D02}"/>
          </ac:picMkLst>
        </pc:picChg>
      </pc:sldChg>
      <pc:sldChg chg="ord">
        <pc:chgData name="西原 康裕" userId="79137d2e-3fa4-4b6f-adef-0113893d7643" providerId="ADAL" clId="{F9B1869F-6E45-2A49-B1F9-AA3706BB9F82}" dt="2021-01-04T05:18:48.926" v="1397" actId="20578"/>
        <pc:sldMkLst>
          <pc:docMk/>
          <pc:sldMk cId="2098984685" sldId="268"/>
        </pc:sldMkLst>
      </pc:sldChg>
      <pc:sldChg chg="modSp mod">
        <pc:chgData name="西原 康裕" userId="79137d2e-3fa4-4b6f-adef-0113893d7643" providerId="ADAL" clId="{F9B1869F-6E45-2A49-B1F9-AA3706BB9F82}" dt="2021-01-05T04:44:13.837" v="4839" actId="27636"/>
        <pc:sldMkLst>
          <pc:docMk/>
          <pc:sldMk cId="734592963" sldId="269"/>
        </pc:sldMkLst>
        <pc:spChg chg="mod">
          <ac:chgData name="西原 康裕" userId="79137d2e-3fa4-4b6f-adef-0113893d7643" providerId="ADAL" clId="{F9B1869F-6E45-2A49-B1F9-AA3706BB9F82}" dt="2021-01-05T04:44:13.837" v="4839" actId="27636"/>
          <ac:spMkLst>
            <pc:docMk/>
            <pc:sldMk cId="734592963" sldId="269"/>
            <ac:spMk id="2" creationId="{977028D3-E138-3147-B103-2B9C4C117944}"/>
          </ac:spMkLst>
        </pc:spChg>
        <pc:spChg chg="mod">
          <ac:chgData name="西原 康裕" userId="79137d2e-3fa4-4b6f-adef-0113893d7643" providerId="ADAL" clId="{F9B1869F-6E45-2A49-B1F9-AA3706BB9F82}" dt="2021-01-05T04:43:48.758" v="4746" actId="20577"/>
          <ac:spMkLst>
            <pc:docMk/>
            <pc:sldMk cId="734592963" sldId="269"/>
            <ac:spMk id="3" creationId="{D0F97FED-F32E-6E44-9ECD-6EBC68315BA7}"/>
          </ac:spMkLst>
        </pc:spChg>
      </pc:sldChg>
      <pc:sldChg chg="addSp modSp mod">
        <pc:chgData name="西原 康裕" userId="79137d2e-3fa4-4b6f-adef-0113893d7643" providerId="ADAL" clId="{F9B1869F-6E45-2A49-B1F9-AA3706BB9F82}" dt="2021-01-05T10:34:12.273" v="6377" actId="20577"/>
        <pc:sldMkLst>
          <pc:docMk/>
          <pc:sldMk cId="3543145929" sldId="271"/>
        </pc:sldMkLst>
        <pc:spChg chg="mod">
          <ac:chgData name="西原 康裕" userId="79137d2e-3fa4-4b6f-adef-0113893d7643" providerId="ADAL" clId="{F9B1869F-6E45-2A49-B1F9-AA3706BB9F82}" dt="2021-01-05T05:06:16.707" v="5998" actId="20577"/>
          <ac:spMkLst>
            <pc:docMk/>
            <pc:sldMk cId="3543145929" sldId="271"/>
            <ac:spMk id="4" creationId="{115D2A9F-F6B4-4785-86A0-080429065971}"/>
          </ac:spMkLst>
        </pc:spChg>
        <pc:spChg chg="add mod">
          <ac:chgData name="西原 康裕" userId="79137d2e-3fa4-4b6f-adef-0113893d7643" providerId="ADAL" clId="{F9B1869F-6E45-2A49-B1F9-AA3706BB9F82}" dt="2021-01-05T10:34:12.273" v="6377" actId="20577"/>
          <ac:spMkLst>
            <pc:docMk/>
            <pc:sldMk cId="3543145929" sldId="271"/>
            <ac:spMk id="5" creationId="{4EA440BE-CF77-C049-8099-6088341E47C6}"/>
          </ac:spMkLst>
        </pc:spChg>
      </pc:sldChg>
      <pc:sldChg chg="addSp modSp del mod ord">
        <pc:chgData name="西原 康裕" userId="79137d2e-3fa4-4b6f-adef-0113893d7643" providerId="ADAL" clId="{F9B1869F-6E45-2A49-B1F9-AA3706BB9F82}" dt="2021-01-05T09:28:30.047" v="6362" actId="2696"/>
        <pc:sldMkLst>
          <pc:docMk/>
          <pc:sldMk cId="830870085" sldId="272"/>
        </pc:sldMkLst>
        <pc:spChg chg="add mod">
          <ac:chgData name="西原 康裕" userId="79137d2e-3fa4-4b6f-adef-0113893d7643" providerId="ADAL" clId="{F9B1869F-6E45-2A49-B1F9-AA3706BB9F82}" dt="2021-01-05T04:09:04.852" v="2884" actId="14100"/>
          <ac:spMkLst>
            <pc:docMk/>
            <pc:sldMk cId="830870085" sldId="272"/>
            <ac:spMk id="4" creationId="{9FEF228E-9817-4C4C-8BBD-74A3DCED16A5}"/>
          </ac:spMkLst>
        </pc:spChg>
        <pc:spChg chg="mod">
          <ac:chgData name="西原 康裕" userId="79137d2e-3fa4-4b6f-adef-0113893d7643" providerId="ADAL" clId="{F9B1869F-6E45-2A49-B1F9-AA3706BB9F82}" dt="2021-01-04T04:21:07.235" v="616" actId="20577"/>
          <ac:spMkLst>
            <pc:docMk/>
            <pc:sldMk cId="830870085" sldId="272"/>
            <ac:spMk id="12" creationId="{DD1BC06C-FF75-4612-8ADC-1A2239BE4C1B}"/>
          </ac:spMkLst>
        </pc:spChg>
        <pc:spChg chg="mod">
          <ac:chgData name="西原 康裕" userId="79137d2e-3fa4-4b6f-adef-0113893d7643" providerId="ADAL" clId="{F9B1869F-6E45-2A49-B1F9-AA3706BB9F82}" dt="2021-01-04T04:19:07.381" v="504" actId="20577"/>
          <ac:spMkLst>
            <pc:docMk/>
            <pc:sldMk cId="830870085" sldId="272"/>
            <ac:spMk id="13" creationId="{41E3AC7C-D513-41EF-B44F-060BEDC82B87}"/>
          </ac:spMkLst>
        </pc:spChg>
        <pc:spChg chg="add mod">
          <ac:chgData name="西原 康裕" userId="79137d2e-3fa4-4b6f-adef-0113893d7643" providerId="ADAL" clId="{F9B1869F-6E45-2A49-B1F9-AA3706BB9F82}" dt="2021-01-04T04:20:45.648" v="613" actId="20577"/>
          <ac:spMkLst>
            <pc:docMk/>
            <pc:sldMk cId="830870085" sldId="272"/>
            <ac:spMk id="15" creationId="{328D7DCC-1C19-7144-8F17-36BFCC55B727}"/>
          </ac:spMkLst>
        </pc:spChg>
        <pc:spChg chg="add mod">
          <ac:chgData name="西原 康裕" userId="79137d2e-3fa4-4b6f-adef-0113893d7643" providerId="ADAL" clId="{F9B1869F-6E45-2A49-B1F9-AA3706BB9F82}" dt="2021-01-04T04:21:17.523" v="643" actId="20577"/>
          <ac:spMkLst>
            <pc:docMk/>
            <pc:sldMk cId="830870085" sldId="272"/>
            <ac:spMk id="17" creationId="{73BBCDC5-741D-3748-8D9C-D77524394C70}"/>
          </ac:spMkLst>
        </pc:spChg>
      </pc:sldChg>
      <pc:sldChg chg="add">
        <pc:chgData name="西原 康裕" userId="79137d2e-3fa4-4b6f-adef-0113893d7643" providerId="ADAL" clId="{F9B1869F-6E45-2A49-B1F9-AA3706BB9F82}" dt="2021-01-05T09:28:33.544" v="6363"/>
        <pc:sldMkLst>
          <pc:docMk/>
          <pc:sldMk cId="1626173564" sldId="272"/>
        </pc:sldMkLst>
      </pc:sldChg>
      <pc:sldChg chg="addSp modSp del mod ord">
        <pc:chgData name="西原 康裕" userId="79137d2e-3fa4-4b6f-adef-0113893d7643" providerId="ADAL" clId="{F9B1869F-6E45-2A49-B1F9-AA3706BB9F82}" dt="2021-01-05T09:28:30.043" v="6361" actId="2696"/>
        <pc:sldMkLst>
          <pc:docMk/>
          <pc:sldMk cId="3457205717" sldId="273"/>
        </pc:sldMkLst>
        <pc:spChg chg="mod">
          <ac:chgData name="西原 康裕" userId="79137d2e-3fa4-4b6f-adef-0113893d7643" providerId="ADAL" clId="{F9B1869F-6E45-2A49-B1F9-AA3706BB9F82}" dt="2021-01-04T04:48:38.453" v="1069" actId="20577"/>
          <ac:spMkLst>
            <pc:docMk/>
            <pc:sldMk cId="3457205717" sldId="273"/>
            <ac:spMk id="3" creationId="{62160E63-92B2-694D-BC3B-A8608FE8A94B}"/>
          </ac:spMkLst>
        </pc:spChg>
        <pc:spChg chg="add mod">
          <ac:chgData name="西原 康裕" userId="79137d2e-3fa4-4b6f-adef-0113893d7643" providerId="ADAL" clId="{F9B1869F-6E45-2A49-B1F9-AA3706BB9F82}" dt="2021-01-04T04:49:13.609" v="1113" actId="14100"/>
          <ac:spMkLst>
            <pc:docMk/>
            <pc:sldMk cId="3457205717" sldId="273"/>
            <ac:spMk id="4" creationId="{8EED2A39-282F-F34B-991E-D5FDC82A5460}"/>
          </ac:spMkLst>
        </pc:spChg>
        <pc:spChg chg="mod">
          <ac:chgData name="西原 康裕" userId="79137d2e-3fa4-4b6f-adef-0113893d7643" providerId="ADAL" clId="{F9B1869F-6E45-2A49-B1F9-AA3706BB9F82}" dt="2021-01-04T04:21:30.532" v="676" actId="20577"/>
          <ac:spMkLst>
            <pc:docMk/>
            <pc:sldMk cId="3457205717" sldId="273"/>
            <ac:spMk id="11" creationId="{45E1C158-9EC3-41C8-93CD-8C0C9214F797}"/>
          </ac:spMkLst>
        </pc:spChg>
      </pc:sldChg>
      <pc:sldChg chg="add">
        <pc:chgData name="西原 康裕" userId="79137d2e-3fa4-4b6f-adef-0113893d7643" providerId="ADAL" clId="{F9B1869F-6E45-2A49-B1F9-AA3706BB9F82}" dt="2021-01-05T09:28:33.544" v="6363"/>
        <pc:sldMkLst>
          <pc:docMk/>
          <pc:sldMk cId="3627287359" sldId="273"/>
        </pc:sldMkLst>
      </pc:sldChg>
      <pc:sldChg chg="addSp delSp modSp new mod">
        <pc:chgData name="西原 康裕" userId="79137d2e-3fa4-4b6f-adef-0113893d7643" providerId="ADAL" clId="{F9B1869F-6E45-2A49-B1F9-AA3706BB9F82}" dt="2021-01-05T04:59:46.717" v="5567" actId="14100"/>
        <pc:sldMkLst>
          <pc:docMk/>
          <pc:sldMk cId="165772591" sldId="274"/>
        </pc:sldMkLst>
        <pc:spChg chg="mod">
          <ac:chgData name="西原 康裕" userId="79137d2e-3fa4-4b6f-adef-0113893d7643" providerId="ADAL" clId="{F9B1869F-6E45-2A49-B1F9-AA3706BB9F82}" dt="2021-01-05T04:59:46.717" v="5567" actId="14100"/>
          <ac:spMkLst>
            <pc:docMk/>
            <pc:sldMk cId="165772591" sldId="274"/>
            <ac:spMk id="2" creationId="{5C41514C-E845-488C-A104-B32D5ABD336D}"/>
          </ac:spMkLst>
        </pc:spChg>
        <pc:spChg chg="del">
          <ac:chgData name="西原 康裕" userId="79137d2e-3fa4-4b6f-adef-0113893d7643" providerId="ADAL" clId="{F9B1869F-6E45-2A49-B1F9-AA3706BB9F82}" dt="2021-01-04T02:10:03.172" v="5" actId="478"/>
          <ac:spMkLst>
            <pc:docMk/>
            <pc:sldMk cId="165772591" sldId="274"/>
            <ac:spMk id="2" creationId="{E924A6B2-0636-7943-999E-0B98E6DF3EA5}"/>
          </ac:spMkLst>
        </pc:spChg>
        <pc:spChg chg="mod">
          <ac:chgData name="西原 康裕" userId="79137d2e-3fa4-4b6f-adef-0113893d7643" providerId="ADAL" clId="{F9B1869F-6E45-2A49-B1F9-AA3706BB9F82}" dt="2021-01-04T02:08:35.922" v="4" actId="6549"/>
          <ac:spMkLst>
            <pc:docMk/>
            <pc:sldMk cId="165772591" sldId="274"/>
            <ac:spMk id="3" creationId="{A2C08A6E-49D0-594D-8DB8-AE0AD9BE503F}"/>
          </ac:spMkLst>
        </pc:spChg>
        <pc:spChg chg="add mod">
          <ac:chgData name="西原 康裕" userId="79137d2e-3fa4-4b6f-adef-0113893d7643" providerId="ADAL" clId="{F9B1869F-6E45-2A49-B1F9-AA3706BB9F82}" dt="2021-01-04T02:10:58.331" v="35"/>
          <ac:spMkLst>
            <pc:docMk/>
            <pc:sldMk cId="165772591" sldId="274"/>
            <ac:spMk id="4" creationId="{C52522CA-74D4-1540-8058-5F0578DC5B14}"/>
          </ac:spMkLst>
        </pc:spChg>
      </pc:sldChg>
      <pc:sldChg chg="modSp new mod">
        <pc:chgData name="西原 康裕" userId="79137d2e-3fa4-4b6f-adef-0113893d7643" providerId="ADAL" clId="{F9B1869F-6E45-2A49-B1F9-AA3706BB9F82}" dt="2021-01-05T09:27:16.674" v="6352" actId="20577"/>
        <pc:sldMkLst>
          <pc:docMk/>
          <pc:sldMk cId="4291880536" sldId="275"/>
        </pc:sldMkLst>
        <pc:spChg chg="mod">
          <ac:chgData name="西原 康裕" userId="79137d2e-3fa4-4b6f-adef-0113893d7643" providerId="ADAL" clId="{F9B1869F-6E45-2A49-B1F9-AA3706BB9F82}" dt="2021-01-04T05:55:47.013" v="1948" actId="20577"/>
          <ac:spMkLst>
            <pc:docMk/>
            <pc:sldMk cId="4291880536" sldId="275"/>
            <ac:spMk id="2" creationId="{E6EE66BC-C82F-1740-93BE-73034E275737}"/>
          </ac:spMkLst>
        </pc:spChg>
        <pc:spChg chg="mod">
          <ac:chgData name="西原 康裕" userId="79137d2e-3fa4-4b6f-adef-0113893d7643" providerId="ADAL" clId="{F9B1869F-6E45-2A49-B1F9-AA3706BB9F82}" dt="2021-01-04T05:54:53.756" v="1881" actId="6549"/>
          <ac:spMkLst>
            <pc:docMk/>
            <pc:sldMk cId="4291880536" sldId="275"/>
            <ac:spMk id="3" creationId="{F0936020-2645-F64A-A1B9-496E36A4179D}"/>
          </ac:spMkLst>
        </pc:spChg>
        <pc:spChg chg="mod">
          <ac:chgData name="西原 康裕" userId="79137d2e-3fa4-4b6f-adef-0113893d7643" providerId="ADAL" clId="{F9B1869F-6E45-2A49-B1F9-AA3706BB9F82}" dt="2021-01-05T09:27:16.674" v="6352" actId="20577"/>
          <ac:spMkLst>
            <pc:docMk/>
            <pc:sldMk cId="4291880536" sldId="275"/>
            <ac:spMk id="10" creationId="{E8334325-A8D3-4C14-A3B7-A94E9EE587ED}"/>
          </ac:spMkLst>
        </pc:spChg>
      </pc:sldChg>
      <pc:sldChg chg="modSp new mod">
        <pc:chgData name="西原 康裕" userId="79137d2e-3fa4-4b6f-adef-0113893d7643" providerId="ADAL" clId="{F9B1869F-6E45-2A49-B1F9-AA3706BB9F82}" dt="2021-01-04T05:55:16.296" v="1897" actId="6549"/>
        <pc:sldMkLst>
          <pc:docMk/>
          <pc:sldMk cId="3770988180" sldId="276"/>
        </pc:sldMkLst>
        <pc:spChg chg="mod">
          <ac:chgData name="西原 康裕" userId="79137d2e-3fa4-4b6f-adef-0113893d7643" providerId="ADAL" clId="{F9B1869F-6E45-2A49-B1F9-AA3706BB9F82}" dt="2021-01-04T05:55:16.296" v="1897" actId="6549"/>
          <ac:spMkLst>
            <pc:docMk/>
            <pc:sldMk cId="3770988180" sldId="276"/>
            <ac:spMk id="2" creationId="{ECD7BB2B-4064-BE49-992C-731495787EB5}"/>
          </ac:spMkLst>
        </pc:spChg>
        <pc:spChg chg="mod">
          <ac:chgData name="西原 康裕" userId="79137d2e-3fa4-4b6f-adef-0113893d7643" providerId="ADAL" clId="{F9B1869F-6E45-2A49-B1F9-AA3706BB9F82}" dt="2021-01-04T05:55:03.950" v="1883" actId="6549"/>
          <ac:spMkLst>
            <pc:docMk/>
            <pc:sldMk cId="3770988180" sldId="276"/>
            <ac:spMk id="3" creationId="{580C42F6-4659-D34F-A111-8090F0BEB79C}"/>
          </ac:spMkLst>
        </pc:spChg>
      </pc:sldChg>
      <pc:sldChg chg="modSp new mod">
        <pc:chgData name="西原 康裕" userId="79137d2e-3fa4-4b6f-adef-0113893d7643" providerId="ADAL" clId="{F9B1869F-6E45-2A49-B1F9-AA3706BB9F82}" dt="2021-01-04T05:56:16.757" v="1951" actId="20577"/>
        <pc:sldMkLst>
          <pc:docMk/>
          <pc:sldMk cId="388259454" sldId="277"/>
        </pc:sldMkLst>
        <pc:spChg chg="mod">
          <ac:chgData name="西原 康裕" userId="79137d2e-3fa4-4b6f-adef-0113893d7643" providerId="ADAL" clId="{F9B1869F-6E45-2A49-B1F9-AA3706BB9F82}" dt="2021-01-04T05:56:16.757" v="1951" actId="20577"/>
          <ac:spMkLst>
            <pc:docMk/>
            <pc:sldMk cId="388259454" sldId="277"/>
            <ac:spMk id="2" creationId="{A1077C21-D510-704A-BCA0-6998FE91BC6D}"/>
          </ac:spMkLst>
        </pc:spChg>
        <pc:spChg chg="mod">
          <ac:chgData name="西原 康裕" userId="79137d2e-3fa4-4b6f-adef-0113893d7643" providerId="ADAL" clId="{F9B1869F-6E45-2A49-B1F9-AA3706BB9F82}" dt="2021-01-04T05:55:24.901" v="1899" actId="6549"/>
          <ac:spMkLst>
            <pc:docMk/>
            <pc:sldMk cId="388259454" sldId="277"/>
            <ac:spMk id="3" creationId="{1310FD27-FF76-434A-AE71-18BB20254226}"/>
          </ac:spMkLst>
        </pc:spChg>
      </pc:sldChg>
      <pc:sldChg chg="modSp new mod">
        <pc:chgData name="西原 康裕" userId="79137d2e-3fa4-4b6f-adef-0113893d7643" providerId="ADAL" clId="{F9B1869F-6E45-2A49-B1F9-AA3706BB9F82}" dt="2021-01-04T05:56:25.469" v="1961" actId="6549"/>
        <pc:sldMkLst>
          <pc:docMk/>
          <pc:sldMk cId="8262567" sldId="278"/>
        </pc:sldMkLst>
        <pc:spChg chg="mod">
          <ac:chgData name="西原 康裕" userId="79137d2e-3fa4-4b6f-adef-0113893d7643" providerId="ADAL" clId="{F9B1869F-6E45-2A49-B1F9-AA3706BB9F82}" dt="2021-01-04T05:56:25.469" v="1961" actId="6549"/>
          <ac:spMkLst>
            <pc:docMk/>
            <pc:sldMk cId="8262567" sldId="278"/>
            <ac:spMk id="2" creationId="{4BC4C53A-98BF-514E-A11E-7EB8418EEC94}"/>
          </ac:spMkLst>
        </pc:spChg>
        <pc:spChg chg="mod">
          <ac:chgData name="西原 康裕" userId="79137d2e-3fa4-4b6f-adef-0113893d7643" providerId="ADAL" clId="{F9B1869F-6E45-2A49-B1F9-AA3706BB9F82}" dt="2021-01-04T05:56:21.122" v="1953" actId="6549"/>
          <ac:spMkLst>
            <pc:docMk/>
            <pc:sldMk cId="8262567" sldId="278"/>
            <ac:spMk id="3" creationId="{1188A32E-7737-774C-BDFC-20EC3E6E9807}"/>
          </ac:spMkLst>
        </pc:spChg>
      </pc:sldChg>
      <pc:sldChg chg="modSp new mod">
        <pc:chgData name="西原 康裕" userId="79137d2e-3fa4-4b6f-adef-0113893d7643" providerId="ADAL" clId="{F9B1869F-6E45-2A49-B1F9-AA3706BB9F82}" dt="2021-01-04T04:45:57.657" v="957" actId="20577"/>
        <pc:sldMkLst>
          <pc:docMk/>
          <pc:sldMk cId="2911780831" sldId="279"/>
        </pc:sldMkLst>
        <pc:spChg chg="mod">
          <ac:chgData name="西原 康裕" userId="79137d2e-3fa4-4b6f-adef-0113893d7643" providerId="ADAL" clId="{F9B1869F-6E45-2A49-B1F9-AA3706BB9F82}" dt="2021-01-04T04:45:57.657" v="957" actId="20577"/>
          <ac:spMkLst>
            <pc:docMk/>
            <pc:sldMk cId="2911780831" sldId="279"/>
            <ac:spMk id="2" creationId="{4A0844D1-7822-E44E-9347-C4463F178EF8}"/>
          </ac:spMkLst>
        </pc:spChg>
        <pc:spChg chg="mod">
          <ac:chgData name="西原 康裕" userId="79137d2e-3fa4-4b6f-adef-0113893d7643" providerId="ADAL" clId="{F9B1869F-6E45-2A49-B1F9-AA3706BB9F82}" dt="2021-01-04T04:45:35.510" v="933" actId="20577"/>
          <ac:spMkLst>
            <pc:docMk/>
            <pc:sldMk cId="2911780831" sldId="279"/>
            <ac:spMk id="3" creationId="{14686C6F-FB3E-C146-B089-9837B08F3C70}"/>
          </ac:spMkLst>
        </pc:spChg>
      </pc:sldChg>
      <pc:sldChg chg="addSp delSp modSp new mod">
        <pc:chgData name="西原 康裕" userId="79137d2e-3fa4-4b6f-adef-0113893d7643" providerId="ADAL" clId="{F9B1869F-6E45-2A49-B1F9-AA3706BB9F82}" dt="2021-01-05T09:30:00.062" v="6368" actId="14100"/>
        <pc:sldMkLst>
          <pc:docMk/>
          <pc:sldMk cId="2299045658" sldId="280"/>
        </pc:sldMkLst>
        <pc:spChg chg="del">
          <ac:chgData name="西原 康裕" userId="79137d2e-3fa4-4b6f-adef-0113893d7643" providerId="ADAL" clId="{F9B1869F-6E45-2A49-B1F9-AA3706BB9F82}" dt="2021-01-04T05:04:41.283" v="1384" actId="478"/>
          <ac:spMkLst>
            <pc:docMk/>
            <pc:sldMk cId="2299045658" sldId="280"/>
            <ac:spMk id="2" creationId="{E1A15950-12D3-0244-8C2F-6168562E64BE}"/>
          </ac:spMkLst>
        </pc:spChg>
        <pc:spChg chg="mod">
          <ac:chgData name="西原 康裕" userId="79137d2e-3fa4-4b6f-adef-0113893d7643" providerId="ADAL" clId="{F9B1869F-6E45-2A49-B1F9-AA3706BB9F82}" dt="2021-01-04T05:04:32.233" v="1382" actId="20577"/>
          <ac:spMkLst>
            <pc:docMk/>
            <pc:sldMk cId="2299045658" sldId="280"/>
            <ac:spMk id="3" creationId="{6AF079FC-99FA-0E44-8D1B-CA9551798608}"/>
          </ac:spMkLst>
        </pc:spChg>
        <pc:spChg chg="add mod">
          <ac:chgData name="西原 康裕" userId="79137d2e-3fa4-4b6f-adef-0113893d7643" providerId="ADAL" clId="{F9B1869F-6E45-2A49-B1F9-AA3706BB9F82}" dt="2021-01-04T05:05:04.269" v="1391" actId="1076"/>
          <ac:spMkLst>
            <pc:docMk/>
            <pc:sldMk cId="2299045658" sldId="280"/>
            <ac:spMk id="4" creationId="{0C99B4C8-31A6-234F-A7A3-4A9642F4ABA3}"/>
          </ac:spMkLst>
        </pc:spChg>
        <pc:spChg chg="add mod">
          <ac:chgData name="西原 康裕" userId="79137d2e-3fa4-4b6f-adef-0113893d7643" providerId="ADAL" clId="{F9B1869F-6E45-2A49-B1F9-AA3706BB9F82}" dt="2021-01-05T09:30:00.062" v="6368" actId="14100"/>
          <ac:spMkLst>
            <pc:docMk/>
            <pc:sldMk cId="2299045658" sldId="280"/>
            <ac:spMk id="6" creationId="{353B73B0-A733-044F-82B8-980BEFF63B9C}"/>
          </ac:spMkLst>
        </pc:spChg>
        <pc:spChg chg="add mod">
          <ac:chgData name="西原 康裕" userId="79137d2e-3fa4-4b6f-adef-0113893d7643" providerId="ADAL" clId="{F9B1869F-6E45-2A49-B1F9-AA3706BB9F82}" dt="2021-01-05T09:29:57.670" v="6367" actId="14100"/>
          <ac:spMkLst>
            <pc:docMk/>
            <pc:sldMk cId="2299045658" sldId="280"/>
            <ac:spMk id="7" creationId="{03A44912-704D-824F-8CD6-A3D5230B5AC6}"/>
          </ac:spMkLst>
        </pc:spChg>
        <pc:picChg chg="add mod">
          <ac:chgData name="西原 康裕" userId="79137d2e-3fa4-4b6f-adef-0113893d7643" providerId="ADAL" clId="{F9B1869F-6E45-2A49-B1F9-AA3706BB9F82}" dt="2021-01-04T05:05:01.315" v="1390" actId="1076"/>
          <ac:picMkLst>
            <pc:docMk/>
            <pc:sldMk cId="2299045658" sldId="280"/>
            <ac:picMk id="5" creationId="{72561DBD-0892-A842-91A1-AF613C19D0C1}"/>
          </ac:picMkLst>
        </pc:picChg>
      </pc:sldChg>
      <pc:sldChg chg="modSp new del mod">
        <pc:chgData name="西原 康裕" userId="79137d2e-3fa4-4b6f-adef-0113893d7643" providerId="ADAL" clId="{F9B1869F-6E45-2A49-B1F9-AA3706BB9F82}" dt="2021-01-04T05:02:25.314" v="1379" actId="2696"/>
        <pc:sldMkLst>
          <pc:docMk/>
          <pc:sldMk cId="2814754543" sldId="280"/>
        </pc:sldMkLst>
        <pc:spChg chg="mod">
          <ac:chgData name="西原 康裕" userId="79137d2e-3fa4-4b6f-adef-0113893d7643" providerId="ADAL" clId="{F9B1869F-6E45-2A49-B1F9-AA3706BB9F82}" dt="2021-01-04T05:00:26.534" v="1133"/>
          <ac:spMkLst>
            <pc:docMk/>
            <pc:sldMk cId="2814754543" sldId="280"/>
            <ac:spMk id="2" creationId="{0D739EEB-2BFE-7747-BB85-763A9BAFA389}"/>
          </ac:spMkLst>
        </pc:spChg>
        <pc:spChg chg="mod">
          <ac:chgData name="西原 康裕" userId="79137d2e-3fa4-4b6f-adef-0113893d7643" providerId="ADAL" clId="{F9B1869F-6E45-2A49-B1F9-AA3706BB9F82}" dt="2021-01-04T05:00:18.421" v="1132" actId="20577"/>
          <ac:spMkLst>
            <pc:docMk/>
            <pc:sldMk cId="2814754543" sldId="280"/>
            <ac:spMk id="3" creationId="{748BE296-8034-1348-85A4-890D5DD233FE}"/>
          </ac:spMkLst>
        </pc:spChg>
      </pc:sldChg>
      <pc:sldChg chg="modSp new mod ord">
        <pc:chgData name="西原 康裕" userId="79137d2e-3fa4-4b6f-adef-0113893d7643" providerId="ADAL" clId="{F9B1869F-6E45-2A49-B1F9-AA3706BB9F82}" dt="2021-01-05T09:29:09.862" v="6364" actId="20577"/>
        <pc:sldMkLst>
          <pc:docMk/>
          <pc:sldMk cId="3766405430" sldId="281"/>
        </pc:sldMkLst>
        <pc:spChg chg="mod">
          <ac:chgData name="西原 康裕" userId="79137d2e-3fa4-4b6f-adef-0113893d7643" providerId="ADAL" clId="{F9B1869F-6E45-2A49-B1F9-AA3706BB9F82}" dt="2021-01-05T09:29:09.862" v="6364" actId="20577"/>
          <ac:spMkLst>
            <pc:docMk/>
            <pc:sldMk cId="3766405430" sldId="281"/>
            <ac:spMk id="2" creationId="{433A1EA1-02A5-064F-BD4C-0A6A77CCD8F0}"/>
          </ac:spMkLst>
        </pc:spChg>
        <pc:spChg chg="mod">
          <ac:chgData name="西原 康裕" userId="79137d2e-3fa4-4b6f-adef-0113893d7643" providerId="ADAL" clId="{F9B1869F-6E45-2A49-B1F9-AA3706BB9F82}" dt="2021-01-04T06:02:19.053" v="2002" actId="20577"/>
          <ac:spMkLst>
            <pc:docMk/>
            <pc:sldMk cId="3766405430" sldId="281"/>
            <ac:spMk id="3" creationId="{10AD9891-4C74-8E4A-BFA8-724D66E075EB}"/>
          </ac:spMkLst>
        </pc:spChg>
        <pc:spChg chg="mod">
          <ac:chgData name="西原 康裕" userId="79137d2e-3fa4-4b6f-adef-0113893d7643" providerId="ADAL" clId="{F9B1869F-6E45-2A49-B1F9-AA3706BB9F82}" dt="2021-01-05T04:59:54.985" v="5579" actId="20577"/>
          <ac:spMkLst>
            <pc:docMk/>
            <pc:sldMk cId="3766405430" sldId="281"/>
            <ac:spMk id="7" creationId="{A03800DC-A8FC-4208-8EA2-4BEC4A41D13F}"/>
          </ac:spMkLst>
        </pc:spChg>
      </pc:sldChg>
      <pc:sldChg chg="new del">
        <pc:chgData name="西原 康裕" userId="79137d2e-3fa4-4b6f-adef-0113893d7643" providerId="ADAL" clId="{F9B1869F-6E45-2A49-B1F9-AA3706BB9F82}" dt="2021-01-04T05:23:04.094" v="1523" actId="2696"/>
        <pc:sldMkLst>
          <pc:docMk/>
          <pc:sldMk cId="3568819933" sldId="282"/>
        </pc:sldMkLst>
      </pc:sldChg>
      <pc:sldChg chg="new">
        <pc:chgData name="西原 康裕" userId="79137d2e-3fa4-4b6f-adef-0113893d7643" providerId="ADAL" clId="{F9B1869F-6E45-2A49-B1F9-AA3706BB9F82}" dt="2021-01-04T05:20:46.629" v="1408" actId="680"/>
        <pc:sldMkLst>
          <pc:docMk/>
          <pc:sldMk cId="2763745786" sldId="283"/>
        </pc:sldMkLst>
      </pc:sldChg>
      <pc:sldChg chg="modSp new mod">
        <pc:chgData name="西原 康裕" userId="79137d2e-3fa4-4b6f-adef-0113893d7643" providerId="ADAL" clId="{F9B1869F-6E45-2A49-B1F9-AA3706BB9F82}" dt="2021-01-04T05:21:01.294" v="1420" actId="20577"/>
        <pc:sldMkLst>
          <pc:docMk/>
          <pc:sldMk cId="2739227732" sldId="284"/>
        </pc:sldMkLst>
        <pc:spChg chg="mod">
          <ac:chgData name="西原 康裕" userId="79137d2e-3fa4-4b6f-adef-0113893d7643" providerId="ADAL" clId="{F9B1869F-6E45-2A49-B1F9-AA3706BB9F82}" dt="2021-01-04T05:21:01.294" v="1420" actId="20577"/>
          <ac:spMkLst>
            <pc:docMk/>
            <pc:sldMk cId="2739227732" sldId="284"/>
            <ac:spMk id="2" creationId="{6C5D9FDD-168A-8D4C-A032-B891AE42BC91}"/>
          </ac:spMkLst>
        </pc:spChg>
      </pc:sldChg>
      <pc:sldChg chg="modSp new mod">
        <pc:chgData name="西原 康裕" userId="79137d2e-3fa4-4b6f-adef-0113893d7643" providerId="ADAL" clId="{F9B1869F-6E45-2A49-B1F9-AA3706BB9F82}" dt="2021-01-04T05:21:22.349" v="1448" actId="20577"/>
        <pc:sldMkLst>
          <pc:docMk/>
          <pc:sldMk cId="2841071794" sldId="285"/>
        </pc:sldMkLst>
        <pc:spChg chg="mod">
          <ac:chgData name="西原 康裕" userId="79137d2e-3fa4-4b6f-adef-0113893d7643" providerId="ADAL" clId="{F9B1869F-6E45-2A49-B1F9-AA3706BB9F82}" dt="2021-01-04T05:21:22.349" v="1448" actId="20577"/>
          <ac:spMkLst>
            <pc:docMk/>
            <pc:sldMk cId="2841071794" sldId="285"/>
            <ac:spMk id="2" creationId="{F826B8B3-FBD3-3E4F-8BB4-41903E570332}"/>
          </ac:spMkLst>
        </pc:spChg>
      </pc:sldChg>
      <pc:sldChg chg="new del">
        <pc:chgData name="西原 康裕" userId="79137d2e-3fa4-4b6f-adef-0113893d7643" providerId="ADAL" clId="{F9B1869F-6E45-2A49-B1F9-AA3706BB9F82}" dt="2021-01-04T05:21:12.051" v="1422" actId="680"/>
        <pc:sldMkLst>
          <pc:docMk/>
          <pc:sldMk cId="3514508817" sldId="285"/>
        </pc:sldMkLst>
      </pc:sldChg>
      <pc:sldChg chg="modSp new mod ord">
        <pc:chgData name="西原 康裕" userId="79137d2e-3fa4-4b6f-adef-0113893d7643" providerId="ADAL" clId="{F9B1869F-6E45-2A49-B1F9-AA3706BB9F82}" dt="2021-01-04T05:22:10.126" v="1497" actId="20577"/>
        <pc:sldMkLst>
          <pc:docMk/>
          <pc:sldMk cId="183467218" sldId="286"/>
        </pc:sldMkLst>
        <pc:spChg chg="mod">
          <ac:chgData name="西原 康裕" userId="79137d2e-3fa4-4b6f-adef-0113893d7643" providerId="ADAL" clId="{F9B1869F-6E45-2A49-B1F9-AA3706BB9F82}" dt="2021-01-04T05:22:10.126" v="1497" actId="20577"/>
          <ac:spMkLst>
            <pc:docMk/>
            <pc:sldMk cId="183467218" sldId="286"/>
            <ac:spMk id="2" creationId="{C1566D6A-DE2F-6748-AFF3-6C9EAF30B87E}"/>
          </ac:spMkLst>
        </pc:spChg>
      </pc:sldChg>
      <pc:sldChg chg="modSp new mod ord">
        <pc:chgData name="西原 康裕" userId="79137d2e-3fa4-4b6f-adef-0113893d7643" providerId="ADAL" clId="{F9B1869F-6E45-2A49-B1F9-AA3706BB9F82}" dt="2021-01-04T06:39:41.660" v="2371" actId="20578"/>
        <pc:sldMkLst>
          <pc:docMk/>
          <pc:sldMk cId="50526472" sldId="287"/>
        </pc:sldMkLst>
        <pc:spChg chg="mod">
          <ac:chgData name="西原 康裕" userId="79137d2e-3fa4-4b6f-adef-0113893d7643" providerId="ADAL" clId="{F9B1869F-6E45-2A49-B1F9-AA3706BB9F82}" dt="2021-01-04T05:22:59.598" v="1522" actId="20577"/>
          <ac:spMkLst>
            <pc:docMk/>
            <pc:sldMk cId="50526472" sldId="287"/>
            <ac:spMk id="2" creationId="{652A99AA-0054-F64B-951D-5963020963DB}"/>
          </ac:spMkLst>
        </pc:spChg>
      </pc:sldChg>
      <pc:sldChg chg="modSp new del mod">
        <pc:chgData name="西原 康裕" userId="79137d2e-3fa4-4b6f-adef-0113893d7643" providerId="ADAL" clId="{F9B1869F-6E45-2A49-B1F9-AA3706BB9F82}" dt="2021-01-04T05:23:35.150" v="1529" actId="2696"/>
        <pc:sldMkLst>
          <pc:docMk/>
          <pc:sldMk cId="1092408824" sldId="288"/>
        </pc:sldMkLst>
        <pc:spChg chg="mod">
          <ac:chgData name="西原 康裕" userId="79137d2e-3fa4-4b6f-adef-0113893d7643" providerId="ADAL" clId="{F9B1869F-6E45-2A49-B1F9-AA3706BB9F82}" dt="2021-01-04T05:23:15.597" v="1526" actId="20577"/>
          <ac:spMkLst>
            <pc:docMk/>
            <pc:sldMk cId="1092408824" sldId="288"/>
            <ac:spMk id="2" creationId="{387C213F-0EED-E643-B031-FF75FB9770A5}"/>
          </ac:spMkLst>
        </pc:spChg>
      </pc:sldChg>
      <pc:sldChg chg="new del">
        <pc:chgData name="西原 康裕" userId="79137d2e-3fa4-4b6f-adef-0113893d7643" providerId="ADAL" clId="{F9B1869F-6E45-2A49-B1F9-AA3706BB9F82}" dt="2021-01-04T05:23:36.485" v="1530" actId="2696"/>
        <pc:sldMkLst>
          <pc:docMk/>
          <pc:sldMk cId="4070829439" sldId="289"/>
        </pc:sldMkLst>
      </pc:sldChg>
      <pc:sldChg chg="modSp new mod">
        <pc:chgData name="西原 康裕" userId="79137d2e-3fa4-4b6f-adef-0113893d7643" providerId="ADAL" clId="{F9B1869F-6E45-2A49-B1F9-AA3706BB9F82}" dt="2021-01-05T05:07:08.729" v="6062" actId="20577"/>
        <pc:sldMkLst>
          <pc:docMk/>
          <pc:sldMk cId="3197079675" sldId="290"/>
        </pc:sldMkLst>
        <pc:spChg chg="mod">
          <ac:chgData name="西原 康裕" userId="79137d2e-3fa4-4b6f-adef-0113893d7643" providerId="ADAL" clId="{F9B1869F-6E45-2A49-B1F9-AA3706BB9F82}" dt="2021-01-04T06:07:37.462" v="2057" actId="6549"/>
          <ac:spMkLst>
            <pc:docMk/>
            <pc:sldMk cId="3197079675" sldId="290"/>
            <ac:spMk id="2" creationId="{129EB18F-CCFA-3542-9021-55E976EDF1BE}"/>
          </ac:spMkLst>
        </pc:spChg>
        <pc:spChg chg="mod">
          <ac:chgData name="西原 康裕" userId="79137d2e-3fa4-4b6f-adef-0113893d7643" providerId="ADAL" clId="{F9B1869F-6E45-2A49-B1F9-AA3706BB9F82}" dt="2021-01-04T06:07:26.158" v="2042" actId="6549"/>
          <ac:spMkLst>
            <pc:docMk/>
            <pc:sldMk cId="3197079675" sldId="290"/>
            <ac:spMk id="3" creationId="{C7A94B25-6D96-4946-BA7F-C3A675D70635}"/>
          </ac:spMkLst>
        </pc:spChg>
        <pc:spChg chg="mod">
          <ac:chgData name="西原 康裕" userId="79137d2e-3fa4-4b6f-adef-0113893d7643" providerId="ADAL" clId="{F9B1869F-6E45-2A49-B1F9-AA3706BB9F82}" dt="2021-01-05T05:07:08.729" v="6062" actId="20577"/>
          <ac:spMkLst>
            <pc:docMk/>
            <pc:sldMk cId="3197079675" sldId="290"/>
            <ac:spMk id="5" creationId="{CF02A039-C32B-4DE1-A924-D69E73921445}"/>
          </ac:spMkLst>
        </pc:spChg>
      </pc:sldChg>
      <pc:sldChg chg="modSp new mod">
        <pc:chgData name="西原 康裕" userId="79137d2e-3fa4-4b6f-adef-0113893d7643" providerId="ADAL" clId="{F9B1869F-6E45-2A49-B1F9-AA3706BB9F82}" dt="2021-01-05T05:07:27.271" v="6078" actId="14100"/>
        <pc:sldMkLst>
          <pc:docMk/>
          <pc:sldMk cId="1920692120" sldId="291"/>
        </pc:sldMkLst>
        <pc:spChg chg="mod">
          <ac:chgData name="西原 康裕" userId="79137d2e-3fa4-4b6f-adef-0113893d7643" providerId="ADAL" clId="{F9B1869F-6E45-2A49-B1F9-AA3706BB9F82}" dt="2021-01-05T04:47:52.364" v="5075" actId="113"/>
          <ac:spMkLst>
            <pc:docMk/>
            <pc:sldMk cId="1920692120" sldId="291"/>
            <ac:spMk id="2" creationId="{9FF76058-A109-B24A-AB53-EEE1619BF136}"/>
          </ac:spMkLst>
        </pc:spChg>
        <pc:spChg chg="mod">
          <ac:chgData name="西原 康裕" userId="79137d2e-3fa4-4b6f-adef-0113893d7643" providerId="ADAL" clId="{F9B1869F-6E45-2A49-B1F9-AA3706BB9F82}" dt="2021-01-04T06:07:45.508" v="2063" actId="6549"/>
          <ac:spMkLst>
            <pc:docMk/>
            <pc:sldMk cId="1920692120" sldId="291"/>
            <ac:spMk id="3" creationId="{000286D7-FD59-B249-95B6-4B9759260C82}"/>
          </ac:spMkLst>
        </pc:spChg>
        <pc:spChg chg="mod">
          <ac:chgData name="西原 康裕" userId="79137d2e-3fa4-4b6f-adef-0113893d7643" providerId="ADAL" clId="{F9B1869F-6E45-2A49-B1F9-AA3706BB9F82}" dt="2021-01-05T05:07:19.371" v="6065" actId="14100"/>
          <ac:spMkLst>
            <pc:docMk/>
            <pc:sldMk cId="1920692120" sldId="291"/>
            <ac:spMk id="5" creationId="{F28319BF-FDE4-4FF1-8C07-BECD0039C549}"/>
          </ac:spMkLst>
        </pc:spChg>
        <pc:spChg chg="mod">
          <ac:chgData name="西原 康裕" userId="79137d2e-3fa4-4b6f-adef-0113893d7643" providerId="ADAL" clId="{F9B1869F-6E45-2A49-B1F9-AA3706BB9F82}" dt="2021-01-05T05:07:27.271" v="6078" actId="14100"/>
          <ac:spMkLst>
            <pc:docMk/>
            <pc:sldMk cId="1920692120" sldId="291"/>
            <ac:spMk id="8" creationId="{CB8E4959-DB3E-4485-B934-7716BDB65F6A}"/>
          </ac:spMkLst>
        </pc:spChg>
      </pc:sldChg>
      <pc:sldChg chg="modSp new mod">
        <pc:chgData name="西原 康裕" userId="79137d2e-3fa4-4b6f-adef-0113893d7643" providerId="ADAL" clId="{F9B1869F-6E45-2A49-B1F9-AA3706BB9F82}" dt="2021-01-05T10:36:49.515" v="6446" actId="207"/>
        <pc:sldMkLst>
          <pc:docMk/>
          <pc:sldMk cId="3196024784" sldId="292"/>
        </pc:sldMkLst>
        <pc:spChg chg="mod">
          <ac:chgData name="西原 康裕" userId="79137d2e-3fa4-4b6f-adef-0113893d7643" providerId="ADAL" clId="{F9B1869F-6E45-2A49-B1F9-AA3706BB9F82}" dt="2021-01-05T10:36:49.515" v="6446" actId="207"/>
          <ac:spMkLst>
            <pc:docMk/>
            <pc:sldMk cId="3196024784" sldId="292"/>
            <ac:spMk id="2" creationId="{50B8EE00-67DD-194C-9492-1489111B2BA1}"/>
          </ac:spMkLst>
        </pc:spChg>
        <pc:spChg chg="mod">
          <ac:chgData name="西原 康裕" userId="79137d2e-3fa4-4b6f-adef-0113893d7643" providerId="ADAL" clId="{F9B1869F-6E45-2A49-B1F9-AA3706BB9F82}" dt="2021-01-04T06:08:12.168" v="2084" actId="6549"/>
          <ac:spMkLst>
            <pc:docMk/>
            <pc:sldMk cId="3196024784" sldId="292"/>
            <ac:spMk id="3" creationId="{C013F22C-D92F-BB46-9F04-72081B200D06}"/>
          </ac:spMkLst>
        </pc:spChg>
        <pc:spChg chg="mod">
          <ac:chgData name="西原 康裕" userId="79137d2e-3fa4-4b6f-adef-0113893d7643" providerId="ADAL" clId="{F9B1869F-6E45-2A49-B1F9-AA3706BB9F82}" dt="2021-01-05T05:07:41.837" v="6098" actId="20577"/>
          <ac:spMkLst>
            <pc:docMk/>
            <pc:sldMk cId="3196024784" sldId="292"/>
            <ac:spMk id="5" creationId="{F8AE2AFD-0FD5-41E0-803C-5D00983E1A6F}"/>
          </ac:spMkLst>
        </pc:spChg>
      </pc:sldChg>
      <pc:sldChg chg="modSp new mod">
        <pc:chgData name="西原 康裕" userId="79137d2e-3fa4-4b6f-adef-0113893d7643" providerId="ADAL" clId="{F9B1869F-6E45-2A49-B1F9-AA3706BB9F82}" dt="2021-01-04T05:38:16.847" v="1567" actId="20577"/>
        <pc:sldMkLst>
          <pc:docMk/>
          <pc:sldMk cId="1006378994" sldId="293"/>
        </pc:sldMkLst>
        <pc:spChg chg="mod">
          <ac:chgData name="西原 康裕" userId="79137d2e-3fa4-4b6f-adef-0113893d7643" providerId="ADAL" clId="{F9B1869F-6E45-2A49-B1F9-AA3706BB9F82}" dt="2021-01-04T05:38:16.847" v="1567" actId="20577"/>
          <ac:spMkLst>
            <pc:docMk/>
            <pc:sldMk cId="1006378994" sldId="293"/>
            <ac:spMk id="2" creationId="{E5128349-23B0-8A48-A594-FBE9C2FFFB57}"/>
          </ac:spMkLst>
        </pc:spChg>
      </pc:sldChg>
      <pc:sldChg chg="new del">
        <pc:chgData name="西原 康裕" userId="79137d2e-3fa4-4b6f-adef-0113893d7643" providerId="ADAL" clId="{F9B1869F-6E45-2A49-B1F9-AA3706BB9F82}" dt="2021-01-04T05:38:24.703" v="1570" actId="2696"/>
        <pc:sldMkLst>
          <pc:docMk/>
          <pc:sldMk cId="1112494259" sldId="294"/>
        </pc:sldMkLst>
      </pc:sldChg>
      <pc:sldChg chg="modSp new mod">
        <pc:chgData name="西原 康裕" userId="79137d2e-3fa4-4b6f-adef-0113893d7643" providerId="ADAL" clId="{F9B1869F-6E45-2A49-B1F9-AA3706BB9F82}" dt="2021-01-05T04:49:44.418" v="5240" actId="20577"/>
        <pc:sldMkLst>
          <pc:docMk/>
          <pc:sldMk cId="2304721488" sldId="294"/>
        </pc:sldMkLst>
        <pc:spChg chg="mod">
          <ac:chgData name="西原 康裕" userId="79137d2e-3fa4-4b6f-adef-0113893d7643" providerId="ADAL" clId="{F9B1869F-6E45-2A49-B1F9-AA3706BB9F82}" dt="2021-01-04T06:11:16.321" v="2196" actId="20577"/>
          <ac:spMkLst>
            <pc:docMk/>
            <pc:sldMk cId="2304721488" sldId="294"/>
            <ac:spMk id="2" creationId="{1C6EBBE0-E32D-A94B-9E47-EE54C061A1BC}"/>
          </ac:spMkLst>
        </pc:spChg>
        <pc:spChg chg="mod">
          <ac:chgData name="西原 康裕" userId="79137d2e-3fa4-4b6f-adef-0113893d7643" providerId="ADAL" clId="{F9B1869F-6E45-2A49-B1F9-AA3706BB9F82}" dt="2021-01-04T05:38:34.259" v="1574" actId="20577"/>
          <ac:spMkLst>
            <pc:docMk/>
            <pc:sldMk cId="2304721488" sldId="294"/>
            <ac:spMk id="3" creationId="{54A2EAC9-EEE2-F643-B8AD-9F14C6267759}"/>
          </ac:spMkLst>
        </pc:spChg>
        <pc:spChg chg="mod">
          <ac:chgData name="西原 康裕" userId="79137d2e-3fa4-4b6f-adef-0113893d7643" providerId="ADAL" clId="{F9B1869F-6E45-2A49-B1F9-AA3706BB9F82}" dt="2021-01-05T04:49:44.418" v="5240" actId="20577"/>
          <ac:spMkLst>
            <pc:docMk/>
            <pc:sldMk cId="2304721488" sldId="294"/>
            <ac:spMk id="5" creationId="{94FE124A-C72C-4414-A69D-E4D68E84B731}"/>
          </ac:spMkLst>
        </pc:spChg>
      </pc:sldChg>
      <pc:sldChg chg="modSp new mod">
        <pc:chgData name="西原 康裕" userId="79137d2e-3fa4-4b6f-adef-0113893d7643" providerId="ADAL" clId="{F9B1869F-6E45-2A49-B1F9-AA3706BB9F82}" dt="2021-01-05T10:37:22.920" v="6449" actId="20577"/>
        <pc:sldMkLst>
          <pc:docMk/>
          <pc:sldMk cId="2768319078" sldId="295"/>
        </pc:sldMkLst>
        <pc:spChg chg="mod">
          <ac:chgData name="西原 康裕" userId="79137d2e-3fa4-4b6f-adef-0113893d7643" providerId="ADAL" clId="{F9B1869F-6E45-2A49-B1F9-AA3706BB9F82}" dt="2021-01-05T10:37:22.920" v="6449" actId="20577"/>
          <ac:spMkLst>
            <pc:docMk/>
            <pc:sldMk cId="2768319078" sldId="295"/>
            <ac:spMk id="2" creationId="{BE525077-4497-BE41-A44C-1B16BD99E328}"/>
          </ac:spMkLst>
        </pc:spChg>
        <pc:spChg chg="mod">
          <ac:chgData name="西原 康裕" userId="79137d2e-3fa4-4b6f-adef-0113893d7643" providerId="ADAL" clId="{F9B1869F-6E45-2A49-B1F9-AA3706BB9F82}" dt="2021-01-04T06:11:25.172" v="2198" actId="6549"/>
          <ac:spMkLst>
            <pc:docMk/>
            <pc:sldMk cId="2768319078" sldId="295"/>
            <ac:spMk id="3" creationId="{DB8E7A54-96B9-104D-B932-3A4E6881F37E}"/>
          </ac:spMkLst>
        </pc:spChg>
      </pc:sldChg>
      <pc:sldChg chg="new del">
        <pc:chgData name="西原 康裕" userId="79137d2e-3fa4-4b6f-adef-0113893d7643" providerId="ADAL" clId="{F9B1869F-6E45-2A49-B1F9-AA3706BB9F82}" dt="2021-01-04T05:38:25.182" v="1571" actId="2696"/>
        <pc:sldMkLst>
          <pc:docMk/>
          <pc:sldMk cId="4053931637" sldId="295"/>
        </pc:sldMkLst>
      </pc:sldChg>
      <pc:sldChg chg="modSp new mod">
        <pc:chgData name="西原 康裕" userId="79137d2e-3fa4-4b6f-adef-0113893d7643" providerId="ADAL" clId="{F9B1869F-6E45-2A49-B1F9-AA3706BB9F82}" dt="2021-01-05T04:51:04.103" v="5288" actId="20577"/>
        <pc:sldMkLst>
          <pc:docMk/>
          <pc:sldMk cId="872013434" sldId="296"/>
        </pc:sldMkLst>
        <pc:spChg chg="mod">
          <ac:chgData name="西原 康裕" userId="79137d2e-3fa4-4b6f-adef-0113893d7643" providerId="ADAL" clId="{F9B1869F-6E45-2A49-B1F9-AA3706BB9F82}" dt="2021-01-05T04:51:04.103" v="5288" actId="20577"/>
          <ac:spMkLst>
            <pc:docMk/>
            <pc:sldMk cId="872013434" sldId="296"/>
            <ac:spMk id="2" creationId="{CC37FC7B-6B72-F741-AA84-671305E6B211}"/>
          </ac:spMkLst>
        </pc:spChg>
        <pc:spChg chg="mod">
          <ac:chgData name="西原 康裕" userId="79137d2e-3fa4-4b6f-adef-0113893d7643" providerId="ADAL" clId="{F9B1869F-6E45-2A49-B1F9-AA3706BB9F82}" dt="2021-01-04T06:12:01.894" v="2256" actId="6549"/>
          <ac:spMkLst>
            <pc:docMk/>
            <pc:sldMk cId="872013434" sldId="296"/>
            <ac:spMk id="3" creationId="{5C727390-E10F-124E-868A-833EC76C25D7}"/>
          </ac:spMkLst>
        </pc:spChg>
      </pc:sldChg>
      <pc:sldChg chg="modSp new mod">
        <pc:chgData name="西原 康裕" userId="79137d2e-3fa4-4b6f-adef-0113893d7643" providerId="ADAL" clId="{F9B1869F-6E45-2A49-B1F9-AA3706BB9F82}" dt="2021-01-05T05:08:13.371" v="6101" actId="14100"/>
        <pc:sldMkLst>
          <pc:docMk/>
          <pc:sldMk cId="1699552746" sldId="297"/>
        </pc:sldMkLst>
        <pc:spChg chg="mod">
          <ac:chgData name="西原 康裕" userId="79137d2e-3fa4-4b6f-adef-0113893d7643" providerId="ADAL" clId="{F9B1869F-6E45-2A49-B1F9-AA3706BB9F82}" dt="2021-01-04T06:12:27.174" v="2280" actId="5793"/>
          <ac:spMkLst>
            <pc:docMk/>
            <pc:sldMk cId="1699552746" sldId="297"/>
            <ac:spMk id="2" creationId="{AA47A915-A067-CB47-9FEA-3900A2686239}"/>
          </ac:spMkLst>
        </pc:spChg>
        <pc:spChg chg="mod">
          <ac:chgData name="西原 康裕" userId="79137d2e-3fa4-4b6f-adef-0113893d7643" providerId="ADAL" clId="{F9B1869F-6E45-2A49-B1F9-AA3706BB9F82}" dt="2021-01-04T05:41:24.374" v="1616" actId="20577"/>
          <ac:spMkLst>
            <pc:docMk/>
            <pc:sldMk cId="1699552746" sldId="297"/>
            <ac:spMk id="3" creationId="{3556E705-EB74-6E41-8E3D-DF19495941E3}"/>
          </ac:spMkLst>
        </pc:spChg>
        <pc:spChg chg="mod">
          <ac:chgData name="西原 康裕" userId="79137d2e-3fa4-4b6f-adef-0113893d7643" providerId="ADAL" clId="{F9B1869F-6E45-2A49-B1F9-AA3706BB9F82}" dt="2021-01-05T05:08:13.371" v="6101" actId="14100"/>
          <ac:spMkLst>
            <pc:docMk/>
            <pc:sldMk cId="1699552746" sldId="297"/>
            <ac:spMk id="5" creationId="{248CEB67-C99D-4CD2-81C9-3EB05F066305}"/>
          </ac:spMkLst>
        </pc:spChg>
      </pc:sldChg>
      <pc:sldChg chg="modSp new mod">
        <pc:chgData name="西原 康裕" userId="79137d2e-3fa4-4b6f-adef-0113893d7643" providerId="ADAL" clId="{F9B1869F-6E45-2A49-B1F9-AA3706BB9F82}" dt="2021-01-04T05:42:23.553" v="1639" actId="20577"/>
        <pc:sldMkLst>
          <pc:docMk/>
          <pc:sldMk cId="2978450953" sldId="298"/>
        </pc:sldMkLst>
        <pc:spChg chg="mod">
          <ac:chgData name="西原 康裕" userId="79137d2e-3fa4-4b6f-adef-0113893d7643" providerId="ADAL" clId="{F9B1869F-6E45-2A49-B1F9-AA3706BB9F82}" dt="2021-01-04T05:42:23.553" v="1639" actId="20577"/>
          <ac:spMkLst>
            <pc:docMk/>
            <pc:sldMk cId="2978450953" sldId="298"/>
            <ac:spMk id="2" creationId="{A3152101-4A7C-A340-A205-4060EB9691FB}"/>
          </ac:spMkLst>
        </pc:spChg>
      </pc:sldChg>
      <pc:sldChg chg="modSp new mod">
        <pc:chgData name="西原 康裕" userId="79137d2e-3fa4-4b6f-adef-0113893d7643" providerId="ADAL" clId="{F9B1869F-6E45-2A49-B1F9-AA3706BB9F82}" dt="2021-01-05T10:37:52.051" v="6514" actId="207"/>
        <pc:sldMkLst>
          <pc:docMk/>
          <pc:sldMk cId="3946676697" sldId="299"/>
        </pc:sldMkLst>
        <pc:spChg chg="mod">
          <ac:chgData name="西原 康裕" userId="79137d2e-3fa4-4b6f-adef-0113893d7643" providerId="ADAL" clId="{F9B1869F-6E45-2A49-B1F9-AA3706BB9F82}" dt="2021-01-05T04:52:01.759" v="5347" actId="20577"/>
          <ac:spMkLst>
            <pc:docMk/>
            <pc:sldMk cId="3946676697" sldId="299"/>
            <ac:spMk id="2" creationId="{32F729DA-CD17-0C41-AF2E-ECB254CD9242}"/>
          </ac:spMkLst>
        </pc:spChg>
        <pc:spChg chg="mod">
          <ac:chgData name="西原 康裕" userId="79137d2e-3fa4-4b6f-adef-0113893d7643" providerId="ADAL" clId="{F9B1869F-6E45-2A49-B1F9-AA3706BB9F82}" dt="2021-01-05T10:37:52.051" v="6514" actId="207"/>
          <ac:spMkLst>
            <pc:docMk/>
            <pc:sldMk cId="3946676697" sldId="299"/>
            <ac:spMk id="3" creationId="{FBDD0BBC-0E1F-C243-808D-75B3217A3DDD}"/>
          </ac:spMkLst>
        </pc:spChg>
        <pc:spChg chg="mod">
          <ac:chgData name="西原 康裕" userId="79137d2e-3fa4-4b6f-adef-0113893d7643" providerId="ADAL" clId="{F9B1869F-6E45-2A49-B1F9-AA3706BB9F82}" dt="2021-01-05T05:08:29.474" v="6121" actId="20577"/>
          <ac:spMkLst>
            <pc:docMk/>
            <pc:sldMk cId="3946676697" sldId="299"/>
            <ac:spMk id="5" creationId="{9F484A84-EDAC-453C-88F6-B5C237302124}"/>
          </ac:spMkLst>
        </pc:spChg>
      </pc:sldChg>
      <pc:sldChg chg="modSp new mod">
        <pc:chgData name="西原 康裕" userId="79137d2e-3fa4-4b6f-adef-0113893d7643" providerId="ADAL" clId="{F9B1869F-6E45-2A49-B1F9-AA3706BB9F82}" dt="2021-01-05T04:52:53.170" v="5387" actId="20577"/>
        <pc:sldMkLst>
          <pc:docMk/>
          <pc:sldMk cId="1454236366" sldId="300"/>
        </pc:sldMkLst>
        <pc:spChg chg="mod">
          <ac:chgData name="西原 康裕" userId="79137d2e-3fa4-4b6f-adef-0113893d7643" providerId="ADAL" clId="{F9B1869F-6E45-2A49-B1F9-AA3706BB9F82}" dt="2021-01-05T04:52:53.170" v="5387" actId="20577"/>
          <ac:spMkLst>
            <pc:docMk/>
            <pc:sldMk cId="1454236366" sldId="300"/>
            <ac:spMk id="2" creationId="{9ADCFFC4-81ED-1F47-A50E-FE07BEDDF46F}"/>
          </ac:spMkLst>
        </pc:spChg>
        <pc:spChg chg="mod">
          <ac:chgData name="西原 康裕" userId="79137d2e-3fa4-4b6f-adef-0113893d7643" providerId="ADAL" clId="{F9B1869F-6E45-2A49-B1F9-AA3706BB9F82}" dt="2021-01-04T06:12:56.722" v="2294" actId="6549"/>
          <ac:spMkLst>
            <pc:docMk/>
            <pc:sldMk cId="1454236366" sldId="300"/>
            <ac:spMk id="3" creationId="{D77B1E2A-D560-0E43-98A5-78BCE4234D73}"/>
          </ac:spMkLst>
        </pc:spChg>
      </pc:sldChg>
      <pc:sldChg chg="modSp new mod">
        <pc:chgData name="西原 康裕" userId="79137d2e-3fa4-4b6f-adef-0113893d7643" providerId="ADAL" clId="{F9B1869F-6E45-2A49-B1F9-AA3706BB9F82}" dt="2021-01-04T06:14:03.458" v="2363" actId="20577"/>
        <pc:sldMkLst>
          <pc:docMk/>
          <pc:sldMk cId="3400802779" sldId="301"/>
        </pc:sldMkLst>
        <pc:spChg chg="mod">
          <ac:chgData name="西原 康裕" userId="79137d2e-3fa4-4b6f-adef-0113893d7643" providerId="ADAL" clId="{F9B1869F-6E45-2A49-B1F9-AA3706BB9F82}" dt="2021-01-04T06:14:03.458" v="2363" actId="20577"/>
          <ac:spMkLst>
            <pc:docMk/>
            <pc:sldMk cId="3400802779" sldId="301"/>
            <ac:spMk id="2" creationId="{C7366653-016B-DF42-9372-D9CFC9823F04}"/>
          </ac:spMkLst>
        </pc:spChg>
        <pc:spChg chg="mod">
          <ac:chgData name="西原 康裕" userId="79137d2e-3fa4-4b6f-adef-0113893d7643" providerId="ADAL" clId="{F9B1869F-6E45-2A49-B1F9-AA3706BB9F82}" dt="2021-01-04T05:44:16.795" v="1742" actId="20577"/>
          <ac:spMkLst>
            <pc:docMk/>
            <pc:sldMk cId="3400802779" sldId="301"/>
            <ac:spMk id="3" creationId="{BDE8656D-48A2-8B40-BC1F-F36C9C151FAB}"/>
          </ac:spMkLst>
        </pc:spChg>
      </pc:sldChg>
      <pc:sldChg chg="addSp modSp new mod">
        <pc:chgData name="西原 康裕" userId="79137d2e-3fa4-4b6f-adef-0113893d7643" providerId="ADAL" clId="{F9B1869F-6E45-2A49-B1F9-AA3706BB9F82}" dt="2021-01-04T06:14:13.930" v="2367" actId="6549"/>
        <pc:sldMkLst>
          <pc:docMk/>
          <pc:sldMk cId="561172512" sldId="302"/>
        </pc:sldMkLst>
        <pc:spChg chg="mod">
          <ac:chgData name="西原 康裕" userId="79137d2e-3fa4-4b6f-adef-0113893d7643" providerId="ADAL" clId="{F9B1869F-6E45-2A49-B1F9-AA3706BB9F82}" dt="2021-01-04T06:14:13.930" v="2367" actId="6549"/>
          <ac:spMkLst>
            <pc:docMk/>
            <pc:sldMk cId="561172512" sldId="302"/>
            <ac:spMk id="2" creationId="{22C49D91-685F-AF42-9B75-3E086565EF9E}"/>
          </ac:spMkLst>
        </pc:spChg>
        <pc:spChg chg="mod">
          <ac:chgData name="西原 康裕" userId="79137d2e-3fa4-4b6f-adef-0113893d7643" providerId="ADAL" clId="{F9B1869F-6E45-2A49-B1F9-AA3706BB9F82}" dt="2021-01-04T05:47:56.737" v="1748" actId="20577"/>
          <ac:spMkLst>
            <pc:docMk/>
            <pc:sldMk cId="561172512" sldId="302"/>
            <ac:spMk id="3" creationId="{9D2EA1CA-A1CA-2A4E-A954-D36AF5AC6134}"/>
          </ac:spMkLst>
        </pc:spChg>
        <pc:spChg chg="add mod">
          <ac:chgData name="西原 康裕" userId="79137d2e-3fa4-4b6f-adef-0113893d7643" providerId="ADAL" clId="{F9B1869F-6E45-2A49-B1F9-AA3706BB9F82}" dt="2021-01-04T05:49:16.997" v="1827" actId="1076"/>
          <ac:spMkLst>
            <pc:docMk/>
            <pc:sldMk cId="561172512" sldId="302"/>
            <ac:spMk id="4" creationId="{3A946829-4829-9744-A790-DFAFF055E4ED}"/>
          </ac:spMkLst>
        </pc:spChg>
      </pc:sldChg>
      <pc:sldChg chg="modSp new mod">
        <pc:chgData name="西原 康裕" userId="79137d2e-3fa4-4b6f-adef-0113893d7643" providerId="ADAL" clId="{F9B1869F-6E45-2A49-B1F9-AA3706BB9F82}" dt="2021-01-04T05:52:30.877" v="1841" actId="20577"/>
        <pc:sldMkLst>
          <pc:docMk/>
          <pc:sldMk cId="782193717" sldId="303"/>
        </pc:sldMkLst>
        <pc:spChg chg="mod">
          <ac:chgData name="西原 康裕" userId="79137d2e-3fa4-4b6f-adef-0113893d7643" providerId="ADAL" clId="{F9B1869F-6E45-2A49-B1F9-AA3706BB9F82}" dt="2021-01-04T05:52:30.877" v="1841" actId="20577"/>
          <ac:spMkLst>
            <pc:docMk/>
            <pc:sldMk cId="782193717" sldId="303"/>
            <ac:spMk id="2" creationId="{A4376170-5DA0-A14A-9735-F1203519355F}"/>
          </ac:spMkLst>
        </pc:spChg>
      </pc:sldChg>
      <pc:sldChg chg="modSp new mod">
        <pc:chgData name="西原 康裕" userId="79137d2e-3fa4-4b6f-adef-0113893d7643" providerId="ADAL" clId="{F9B1869F-6E45-2A49-B1F9-AA3706BB9F82}" dt="2021-01-04T05:53:47.698" v="1865" actId="5793"/>
        <pc:sldMkLst>
          <pc:docMk/>
          <pc:sldMk cId="1621706811" sldId="304"/>
        </pc:sldMkLst>
        <pc:spChg chg="mod">
          <ac:chgData name="西原 康裕" userId="79137d2e-3fa4-4b6f-adef-0113893d7643" providerId="ADAL" clId="{F9B1869F-6E45-2A49-B1F9-AA3706BB9F82}" dt="2021-01-04T05:53:47.698" v="1865" actId="5793"/>
          <ac:spMkLst>
            <pc:docMk/>
            <pc:sldMk cId="1621706811" sldId="304"/>
            <ac:spMk id="2" creationId="{66C91C2C-1F1E-0842-BCC3-AB54B0629F68}"/>
          </ac:spMkLst>
        </pc:spChg>
        <pc:spChg chg="mod">
          <ac:chgData name="西原 康裕" userId="79137d2e-3fa4-4b6f-adef-0113893d7643" providerId="ADAL" clId="{F9B1869F-6E45-2A49-B1F9-AA3706BB9F82}" dt="2021-01-04T05:52:43.516" v="1852" actId="20577"/>
          <ac:spMkLst>
            <pc:docMk/>
            <pc:sldMk cId="1621706811" sldId="304"/>
            <ac:spMk id="3" creationId="{72D0D9F9-3F78-A84E-ACC4-8228CCC3B30E}"/>
          </ac:spMkLst>
        </pc:spChg>
      </pc:sldChg>
      <pc:sldChg chg="new del">
        <pc:chgData name="西原 康裕" userId="79137d2e-3fa4-4b6f-adef-0113893d7643" providerId="ADAL" clId="{F9B1869F-6E45-2A49-B1F9-AA3706BB9F82}" dt="2021-01-04T05:52:37.119" v="1843" actId="2696"/>
        <pc:sldMkLst>
          <pc:docMk/>
          <pc:sldMk cId="4221946708" sldId="304"/>
        </pc:sldMkLst>
      </pc:sldChg>
      <pc:sldChg chg="modSp new mod">
        <pc:chgData name="西原 康裕" userId="79137d2e-3fa4-4b6f-adef-0113893d7643" providerId="ADAL" clId="{F9B1869F-6E45-2A49-B1F9-AA3706BB9F82}" dt="2021-01-08T04:04:14.283" v="6528" actId="20577"/>
        <pc:sldMkLst>
          <pc:docMk/>
          <pc:sldMk cId="3774475954" sldId="305"/>
        </pc:sldMkLst>
        <pc:spChg chg="mod">
          <ac:chgData name="西原 康裕" userId="79137d2e-3fa4-4b6f-adef-0113893d7643" providerId="ADAL" clId="{F9B1869F-6E45-2A49-B1F9-AA3706BB9F82}" dt="2021-01-08T04:04:14.283" v="6528" actId="20577"/>
          <ac:spMkLst>
            <pc:docMk/>
            <pc:sldMk cId="3774475954" sldId="305"/>
            <ac:spMk id="2" creationId="{5E9F15F5-C23A-C545-962D-FF34A94A9325}"/>
          </ac:spMkLst>
        </pc:spChg>
        <pc:spChg chg="mod">
          <ac:chgData name="西原 康裕" userId="79137d2e-3fa4-4b6f-adef-0113893d7643" providerId="ADAL" clId="{F9B1869F-6E45-2A49-B1F9-AA3706BB9F82}" dt="2021-01-04T05:53:58.860" v="1874" actId="20577"/>
          <ac:spMkLst>
            <pc:docMk/>
            <pc:sldMk cId="3774475954" sldId="305"/>
            <ac:spMk id="3" creationId="{BA57FAC1-8EE4-8A44-A368-B747675B37AA}"/>
          </ac:spMkLst>
        </pc:spChg>
      </pc:sldChg>
      <pc:sldChg chg="addSp delSp modSp new mod">
        <pc:chgData name="西原 康裕" userId="79137d2e-3fa4-4b6f-adef-0113893d7643" providerId="ADAL" clId="{F9B1869F-6E45-2A49-B1F9-AA3706BB9F82}" dt="2021-01-05T10:40:02.452" v="6524" actId="1076"/>
        <pc:sldMkLst>
          <pc:docMk/>
          <pc:sldMk cId="4191807022" sldId="306"/>
        </pc:sldMkLst>
        <pc:spChg chg="add del mod">
          <ac:chgData name="西原 康裕" userId="79137d2e-3fa4-4b6f-adef-0113893d7643" providerId="ADAL" clId="{F9B1869F-6E45-2A49-B1F9-AA3706BB9F82}" dt="2021-01-05T04:08:30.404" v="2881" actId="20577"/>
          <ac:spMkLst>
            <pc:docMk/>
            <pc:sldMk cId="4191807022" sldId="306"/>
            <ac:spMk id="2" creationId="{C7DF40CC-4EDD-8040-AE11-79B6BD10ACC7}"/>
          </ac:spMkLst>
        </pc:spChg>
        <pc:spChg chg="mod">
          <ac:chgData name="西原 康裕" userId="79137d2e-3fa4-4b6f-adef-0113893d7643" providerId="ADAL" clId="{F9B1869F-6E45-2A49-B1F9-AA3706BB9F82}" dt="2021-01-05T04:06:52.836" v="2561" actId="20577"/>
          <ac:spMkLst>
            <pc:docMk/>
            <pc:sldMk cId="4191807022" sldId="306"/>
            <ac:spMk id="3" creationId="{B2DD9422-8FA5-8D4F-A340-E51084018180}"/>
          </ac:spMkLst>
        </pc:spChg>
        <pc:spChg chg="add del mod">
          <ac:chgData name="西原 康裕" userId="79137d2e-3fa4-4b6f-adef-0113893d7643" providerId="ADAL" clId="{F9B1869F-6E45-2A49-B1F9-AA3706BB9F82}" dt="2021-01-05T04:07:07.044" v="2563"/>
          <ac:spMkLst>
            <pc:docMk/>
            <pc:sldMk cId="4191807022" sldId="306"/>
            <ac:spMk id="4" creationId="{5B0DD804-AF6B-3A4E-A729-072C11806791}"/>
          </ac:spMkLst>
        </pc:spChg>
        <pc:spChg chg="add del mod">
          <ac:chgData name="西原 康裕" userId="79137d2e-3fa4-4b6f-adef-0113893d7643" providerId="ADAL" clId="{F9B1869F-6E45-2A49-B1F9-AA3706BB9F82}" dt="2021-01-05T10:40:00.405" v="6523" actId="478"/>
          <ac:spMkLst>
            <pc:docMk/>
            <pc:sldMk cId="4191807022" sldId="306"/>
            <ac:spMk id="5" creationId="{176AD2D9-95B0-E549-BE4D-7AC43B3733E8}"/>
          </ac:spMkLst>
        </pc:spChg>
        <pc:spChg chg="add mod">
          <ac:chgData name="西原 康裕" userId="79137d2e-3fa4-4b6f-adef-0113893d7643" providerId="ADAL" clId="{F9B1869F-6E45-2A49-B1F9-AA3706BB9F82}" dt="2021-01-05T10:40:02.452" v="6524" actId="1076"/>
          <ac:spMkLst>
            <pc:docMk/>
            <pc:sldMk cId="4191807022" sldId="306"/>
            <ac:spMk id="6" creationId="{A6D0B816-344D-044E-992F-4B0341495082}"/>
          </ac:spMkLst>
        </pc:spChg>
      </pc:sldChg>
      <pc:sldChg chg="addSp delSp modSp add mod">
        <pc:chgData name="西原 康裕" userId="79137d2e-3fa4-4b6f-adef-0113893d7643" providerId="ADAL" clId="{F9B1869F-6E45-2A49-B1F9-AA3706BB9F82}" dt="2021-01-05T10:43:07.104" v="6526" actId="478"/>
        <pc:sldMkLst>
          <pc:docMk/>
          <pc:sldMk cId="2686291032" sldId="307"/>
        </pc:sldMkLst>
        <pc:spChg chg="mod">
          <ac:chgData name="西原 康裕" userId="79137d2e-3fa4-4b6f-adef-0113893d7643" providerId="ADAL" clId="{F9B1869F-6E45-2A49-B1F9-AA3706BB9F82}" dt="2021-01-05T04:36:10.807" v="4638" actId="20577"/>
          <ac:spMkLst>
            <pc:docMk/>
            <pc:sldMk cId="2686291032" sldId="307"/>
            <ac:spMk id="2" creationId="{C7DF40CC-4EDD-8040-AE11-79B6BD10ACC7}"/>
          </ac:spMkLst>
        </pc:spChg>
        <pc:spChg chg="mod">
          <ac:chgData name="西原 康裕" userId="79137d2e-3fa4-4b6f-adef-0113893d7643" providerId="ADAL" clId="{F9B1869F-6E45-2A49-B1F9-AA3706BB9F82}" dt="2021-01-05T04:35:44.955" v="4620" actId="20577"/>
          <ac:spMkLst>
            <pc:docMk/>
            <pc:sldMk cId="2686291032" sldId="307"/>
            <ac:spMk id="3" creationId="{B2DD9422-8FA5-8D4F-A340-E51084018180}"/>
          </ac:spMkLst>
        </pc:spChg>
        <pc:spChg chg="del mod">
          <ac:chgData name="西原 康裕" userId="79137d2e-3fa4-4b6f-adef-0113893d7643" providerId="ADAL" clId="{F9B1869F-6E45-2A49-B1F9-AA3706BB9F82}" dt="2021-01-05T10:43:07.104" v="6526" actId="478"/>
          <ac:spMkLst>
            <pc:docMk/>
            <pc:sldMk cId="2686291032" sldId="307"/>
            <ac:spMk id="5" creationId="{176AD2D9-95B0-E549-BE4D-7AC43B3733E8}"/>
          </ac:spMkLst>
        </pc:spChg>
        <pc:spChg chg="add mod">
          <ac:chgData name="西原 康裕" userId="79137d2e-3fa4-4b6f-adef-0113893d7643" providerId="ADAL" clId="{F9B1869F-6E45-2A49-B1F9-AA3706BB9F82}" dt="2021-01-05T10:43:04.465" v="6525"/>
          <ac:spMkLst>
            <pc:docMk/>
            <pc:sldMk cId="2686291032" sldId="307"/>
            <ac:spMk id="6" creationId="{8134B1C9-98C7-A644-9F70-4313FDFC8B1A}"/>
          </ac:spMkLst>
        </pc:spChg>
      </pc:sldChg>
      <pc:sldChg chg="addSp modSp new mod">
        <pc:chgData name="西原 康裕" userId="79137d2e-3fa4-4b6f-adef-0113893d7643" providerId="ADAL" clId="{F9B1869F-6E45-2A49-B1F9-AA3706BB9F82}" dt="2021-01-05T05:12:42.210" v="6257" actId="20577"/>
        <pc:sldMkLst>
          <pc:docMk/>
          <pc:sldMk cId="278828678" sldId="308"/>
        </pc:sldMkLst>
        <pc:spChg chg="mod">
          <ac:chgData name="西原 康裕" userId="79137d2e-3fa4-4b6f-adef-0113893d7643" providerId="ADAL" clId="{F9B1869F-6E45-2A49-B1F9-AA3706BB9F82}" dt="2021-01-05T04:57:52.759" v="5496" actId="20577"/>
          <ac:spMkLst>
            <pc:docMk/>
            <pc:sldMk cId="278828678" sldId="308"/>
            <ac:spMk id="2" creationId="{0185D38B-D5EE-9D42-8549-67BFB9227BF1}"/>
          </ac:spMkLst>
        </pc:spChg>
        <pc:spChg chg="mod">
          <ac:chgData name="西原 康裕" userId="79137d2e-3fa4-4b6f-adef-0113893d7643" providerId="ADAL" clId="{F9B1869F-6E45-2A49-B1F9-AA3706BB9F82}" dt="2021-01-05T04:58:03.403" v="5538" actId="20577"/>
          <ac:spMkLst>
            <pc:docMk/>
            <pc:sldMk cId="278828678" sldId="308"/>
            <ac:spMk id="3" creationId="{D10E7C59-C6E3-1B4C-A1E4-8339054B30DB}"/>
          </ac:spMkLst>
        </pc:spChg>
        <pc:spChg chg="add mod">
          <ac:chgData name="西原 康裕" userId="79137d2e-3fa4-4b6f-adef-0113893d7643" providerId="ADAL" clId="{F9B1869F-6E45-2A49-B1F9-AA3706BB9F82}" dt="2021-01-05T04:58:13.633" v="5540"/>
          <ac:spMkLst>
            <pc:docMk/>
            <pc:sldMk cId="278828678" sldId="308"/>
            <ac:spMk id="4" creationId="{44C1F1B9-9758-1640-999B-B5C35AD3F359}"/>
          </ac:spMkLst>
        </pc:spChg>
        <pc:spChg chg="add mod">
          <ac:chgData name="西原 康裕" userId="79137d2e-3fa4-4b6f-adef-0113893d7643" providerId="ADAL" clId="{F9B1869F-6E45-2A49-B1F9-AA3706BB9F82}" dt="2021-01-05T05:12:42.210" v="6257" actId="20577"/>
          <ac:spMkLst>
            <pc:docMk/>
            <pc:sldMk cId="278828678" sldId="308"/>
            <ac:spMk id="5" creationId="{A854429E-B59E-8646-871C-C395064D139E}"/>
          </ac:spMkLst>
        </pc:spChg>
      </pc:sldChg>
      <pc:sldChg chg="addSp modSp new mod">
        <pc:chgData name="西原 康裕" userId="79137d2e-3fa4-4b6f-adef-0113893d7643" providerId="ADAL" clId="{F9B1869F-6E45-2A49-B1F9-AA3706BB9F82}" dt="2021-01-05T06:08:02.490" v="6343" actId="20577"/>
        <pc:sldMkLst>
          <pc:docMk/>
          <pc:sldMk cId="4020718689" sldId="309"/>
        </pc:sldMkLst>
        <pc:spChg chg="mod">
          <ac:chgData name="西原 康裕" userId="79137d2e-3fa4-4b6f-adef-0113893d7643" providerId="ADAL" clId="{F9B1869F-6E45-2A49-B1F9-AA3706BB9F82}" dt="2021-01-05T05:03:53.584" v="5809" actId="20577"/>
          <ac:spMkLst>
            <pc:docMk/>
            <pc:sldMk cId="4020718689" sldId="309"/>
            <ac:spMk id="3" creationId="{9D11E0BA-51D6-A949-ADF4-CA2BAC69BDC2}"/>
          </ac:spMkLst>
        </pc:spChg>
        <pc:spChg chg="add mod">
          <ac:chgData name="西原 康裕" userId="79137d2e-3fa4-4b6f-adef-0113893d7643" providerId="ADAL" clId="{F9B1869F-6E45-2A49-B1F9-AA3706BB9F82}" dt="2021-01-05T05:11:55.208" v="6229" actId="20577"/>
          <ac:spMkLst>
            <pc:docMk/>
            <pc:sldMk cId="4020718689" sldId="309"/>
            <ac:spMk id="4" creationId="{A812A6B3-BE83-DC48-91BB-8FC74960569D}"/>
          </ac:spMkLst>
        </pc:spChg>
        <pc:spChg chg="add mod">
          <ac:chgData name="西原 康裕" userId="79137d2e-3fa4-4b6f-adef-0113893d7643" providerId="ADAL" clId="{F9B1869F-6E45-2A49-B1F9-AA3706BB9F82}" dt="2021-01-05T06:08:02.490" v="6343" actId="20577"/>
          <ac:spMkLst>
            <pc:docMk/>
            <pc:sldMk cId="4020718689" sldId="309"/>
            <ac:spMk id="6" creationId="{02322E8A-D70B-824D-8EAE-96A3CCD65C49}"/>
          </ac:spMkLst>
        </pc:spChg>
      </pc:sldChg>
      <pc:sldChg chg="addSp delSp modSp add mod">
        <pc:chgData name="西原 康裕" userId="79137d2e-3fa4-4b6f-adef-0113893d7643" providerId="ADAL" clId="{F9B1869F-6E45-2A49-B1F9-AA3706BB9F82}" dt="2021-01-05T05:10:58.385" v="6181" actId="20577"/>
        <pc:sldMkLst>
          <pc:docMk/>
          <pc:sldMk cId="2523093898" sldId="310"/>
        </pc:sldMkLst>
        <pc:spChg chg="mod">
          <ac:chgData name="西原 康裕" userId="79137d2e-3fa4-4b6f-adef-0113893d7643" providerId="ADAL" clId="{F9B1869F-6E45-2A49-B1F9-AA3706BB9F82}" dt="2021-01-05T05:10:35.873" v="6148" actId="20577"/>
          <ac:spMkLst>
            <pc:docMk/>
            <pc:sldMk cId="2523093898" sldId="310"/>
            <ac:spMk id="3" creationId="{F0936020-2645-F64A-A1B9-496E36A4179D}"/>
          </ac:spMkLst>
        </pc:spChg>
        <pc:spChg chg="add mod">
          <ac:chgData name="西原 康裕" userId="79137d2e-3fa4-4b6f-adef-0113893d7643" providerId="ADAL" clId="{F9B1869F-6E45-2A49-B1F9-AA3706BB9F82}" dt="2021-01-05T05:10:58.385" v="6181" actId="20577"/>
          <ac:spMkLst>
            <pc:docMk/>
            <pc:sldMk cId="2523093898" sldId="310"/>
            <ac:spMk id="4" creationId="{8571A3D0-58F8-ED42-AEA6-AE5DB71A19EA}"/>
          </ac:spMkLst>
        </pc:spChg>
        <pc:spChg chg="add del">
          <ac:chgData name="西原 康裕" userId="79137d2e-3fa4-4b6f-adef-0113893d7643" providerId="ADAL" clId="{F9B1869F-6E45-2A49-B1F9-AA3706BB9F82}" dt="2021-01-05T05:10:43.622" v="6150" actId="478"/>
          <ac:spMkLst>
            <pc:docMk/>
            <pc:sldMk cId="2523093898" sldId="310"/>
            <ac:spMk id="10" creationId="{E8334325-A8D3-4C14-A3B7-A94E9EE587ED}"/>
          </ac:spMkLst>
        </pc:spChg>
      </pc:sldChg>
      <pc:sldChg chg="addSp modSp add mod">
        <pc:chgData name="西原 康裕" userId="79137d2e-3fa4-4b6f-adef-0113893d7643" providerId="ADAL" clId="{F9B1869F-6E45-2A49-B1F9-AA3706BB9F82}" dt="2021-01-05T05:11:12.834" v="6201" actId="6549"/>
        <pc:sldMkLst>
          <pc:docMk/>
          <pc:sldMk cId="3144779119" sldId="311"/>
        </pc:sldMkLst>
        <pc:spChg chg="mod">
          <ac:chgData name="西原 康裕" userId="79137d2e-3fa4-4b6f-adef-0113893d7643" providerId="ADAL" clId="{F9B1869F-6E45-2A49-B1F9-AA3706BB9F82}" dt="2021-01-05T05:11:12.834" v="6201" actId="6549"/>
          <ac:spMkLst>
            <pc:docMk/>
            <pc:sldMk cId="3144779119" sldId="311"/>
            <ac:spMk id="3" creationId="{580C42F6-4659-D34F-A111-8090F0BEB79C}"/>
          </ac:spMkLst>
        </pc:spChg>
        <pc:spChg chg="add mod">
          <ac:chgData name="西原 康裕" userId="79137d2e-3fa4-4b6f-adef-0113893d7643" providerId="ADAL" clId="{F9B1869F-6E45-2A49-B1F9-AA3706BB9F82}" dt="2021-01-05T05:11:04.341" v="6182"/>
          <ac:spMkLst>
            <pc:docMk/>
            <pc:sldMk cId="3144779119" sldId="311"/>
            <ac:spMk id="4" creationId="{3642116A-CB8C-A845-8C0B-83E07B93FF86}"/>
          </ac:spMkLst>
        </pc:spChg>
      </pc:sldChg>
    </pc:docChg>
  </pc:docChgLst>
  <pc:docChgLst>
    <pc:chgData name="横川 真美" userId="96ada2ef-5857-4dd3-85ae-6d384a6603bc" providerId="ADAL" clId="{E9EC1804-7E66-B042-BB9C-1A720B162A2C}"/>
    <pc:docChg chg="undo custSel addSld delSld modSld sldOrd">
      <pc:chgData name="横川 真美" userId="96ada2ef-5857-4dd3-85ae-6d384a6603bc" providerId="ADAL" clId="{E9EC1804-7E66-B042-BB9C-1A720B162A2C}" dt="2021-01-22T08:49:49.345" v="6971" actId="1076"/>
      <pc:docMkLst>
        <pc:docMk/>
      </pc:docMkLst>
      <pc:sldChg chg="addSp delSp modSp mod">
        <pc:chgData name="横川 真美" userId="96ada2ef-5857-4dd3-85ae-6d384a6603bc" providerId="ADAL" clId="{E9EC1804-7E66-B042-BB9C-1A720B162A2C}" dt="2021-01-19T10:01:28.695" v="5590" actId="113"/>
        <pc:sldMkLst>
          <pc:docMk/>
          <pc:sldMk cId="1676793895" sldId="258"/>
        </pc:sldMkLst>
        <pc:spChg chg="mod">
          <ac:chgData name="横川 真美" userId="96ada2ef-5857-4dd3-85ae-6d384a6603bc" providerId="ADAL" clId="{E9EC1804-7E66-B042-BB9C-1A720B162A2C}" dt="2021-01-19T09:55:52.173" v="5266"/>
          <ac:spMkLst>
            <pc:docMk/>
            <pc:sldMk cId="1676793895" sldId="258"/>
            <ac:spMk id="3" creationId="{EABA4CF0-816D-8D4E-988C-C88AAB68AFBA}"/>
          </ac:spMkLst>
        </pc:spChg>
        <pc:spChg chg="del mod">
          <ac:chgData name="横川 真美" userId="96ada2ef-5857-4dd3-85ae-6d384a6603bc" providerId="ADAL" clId="{E9EC1804-7E66-B042-BB9C-1A720B162A2C}" dt="2021-01-19T09:22:57.895" v="4398" actId="478"/>
          <ac:spMkLst>
            <pc:docMk/>
            <pc:sldMk cId="1676793895" sldId="258"/>
            <ac:spMk id="4" creationId="{C0AE7C29-42FC-9942-9540-7FFBB7E977B5}"/>
          </ac:spMkLst>
        </pc:spChg>
        <pc:spChg chg="add del mod">
          <ac:chgData name="横川 真美" userId="96ada2ef-5857-4dd3-85ae-6d384a6603bc" providerId="ADAL" clId="{E9EC1804-7E66-B042-BB9C-1A720B162A2C}" dt="2021-01-19T09:25:01.514" v="4467" actId="478"/>
          <ac:spMkLst>
            <pc:docMk/>
            <pc:sldMk cId="1676793895" sldId="258"/>
            <ac:spMk id="10" creationId="{13DA10B2-82DF-2240-9463-1FC021E734E1}"/>
          </ac:spMkLst>
        </pc:spChg>
        <pc:spChg chg="add mod">
          <ac:chgData name="横川 真美" userId="96ada2ef-5857-4dd3-85ae-6d384a6603bc" providerId="ADAL" clId="{E9EC1804-7E66-B042-BB9C-1A720B162A2C}" dt="2021-01-19T09:30:45.724" v="4712" actId="207"/>
          <ac:spMkLst>
            <pc:docMk/>
            <pc:sldMk cId="1676793895" sldId="258"/>
            <ac:spMk id="11" creationId="{3FFBCDCA-CEE4-FA42-BB94-642598C34305}"/>
          </ac:spMkLst>
        </pc:spChg>
        <pc:spChg chg="del mod">
          <ac:chgData name="横川 真美" userId="96ada2ef-5857-4dd3-85ae-6d384a6603bc" providerId="ADAL" clId="{E9EC1804-7E66-B042-BB9C-1A720B162A2C}" dt="2021-01-19T09:57:08.777" v="5387" actId="478"/>
          <ac:spMkLst>
            <pc:docMk/>
            <pc:sldMk cId="1676793895" sldId="258"/>
            <ac:spMk id="12" creationId="{C970B834-65E2-3F49-A4EF-E3A193DEF167}"/>
          </ac:spMkLst>
        </pc:spChg>
        <pc:spChg chg="mod">
          <ac:chgData name="横川 真美" userId="96ada2ef-5857-4dd3-85ae-6d384a6603bc" providerId="ADAL" clId="{E9EC1804-7E66-B042-BB9C-1A720B162A2C}" dt="2021-01-19T10:01:28.695" v="5590" actId="113"/>
          <ac:spMkLst>
            <pc:docMk/>
            <pc:sldMk cId="1676793895" sldId="258"/>
            <ac:spMk id="13" creationId="{6225DA6D-3727-384A-82D6-2C21C5702123}"/>
          </ac:spMkLst>
        </pc:spChg>
        <pc:spChg chg="add mod">
          <ac:chgData name="横川 真美" userId="96ada2ef-5857-4dd3-85ae-6d384a6603bc" providerId="ADAL" clId="{E9EC1804-7E66-B042-BB9C-1A720B162A2C}" dt="2021-01-19T09:57:20.744" v="5391" actId="14100"/>
          <ac:spMkLst>
            <pc:docMk/>
            <pc:sldMk cId="1676793895" sldId="258"/>
            <ac:spMk id="14" creationId="{BE1A0BB6-F5A4-614C-BFC4-21BE92D9985A}"/>
          </ac:spMkLst>
        </pc:spChg>
        <pc:picChg chg="del">
          <ac:chgData name="横川 真美" userId="96ada2ef-5857-4dd3-85ae-6d384a6603bc" providerId="ADAL" clId="{E9EC1804-7E66-B042-BB9C-1A720B162A2C}" dt="2021-01-19T09:22:06.592" v="4360" actId="478"/>
          <ac:picMkLst>
            <pc:docMk/>
            <pc:sldMk cId="1676793895" sldId="258"/>
            <ac:picMk id="5" creationId="{FE991DA0-5113-9E46-A91B-E39949A246C3}"/>
          </ac:picMkLst>
        </pc:picChg>
        <pc:picChg chg="del">
          <ac:chgData name="横川 真美" userId="96ada2ef-5857-4dd3-85ae-6d384a6603bc" providerId="ADAL" clId="{E9EC1804-7E66-B042-BB9C-1A720B162A2C}" dt="2021-01-19T09:22:06.592" v="4360" actId="478"/>
          <ac:picMkLst>
            <pc:docMk/>
            <pc:sldMk cId="1676793895" sldId="258"/>
            <ac:picMk id="7" creationId="{DC0DD7F6-7689-294D-A769-ADF5E6352835}"/>
          </ac:picMkLst>
        </pc:picChg>
        <pc:picChg chg="del">
          <ac:chgData name="横川 真美" userId="96ada2ef-5857-4dd3-85ae-6d384a6603bc" providerId="ADAL" clId="{E9EC1804-7E66-B042-BB9C-1A720B162A2C}" dt="2021-01-19T09:22:06.592" v="4360" actId="478"/>
          <ac:picMkLst>
            <pc:docMk/>
            <pc:sldMk cId="1676793895" sldId="258"/>
            <ac:picMk id="8" creationId="{BCE6C33B-0C98-4C4F-9275-DCCFC6DBD3C5}"/>
          </ac:picMkLst>
        </pc:picChg>
      </pc:sldChg>
      <pc:sldChg chg="modSp mod">
        <pc:chgData name="横川 真美" userId="96ada2ef-5857-4dd3-85ae-6d384a6603bc" providerId="ADAL" clId="{E9EC1804-7E66-B042-BB9C-1A720B162A2C}" dt="2021-01-19T09:06:51.188" v="4201" actId="113"/>
        <pc:sldMkLst>
          <pc:docMk/>
          <pc:sldMk cId="3558793253" sldId="260"/>
        </pc:sldMkLst>
        <pc:spChg chg="mod">
          <ac:chgData name="横川 真美" userId="96ada2ef-5857-4dd3-85ae-6d384a6603bc" providerId="ADAL" clId="{E9EC1804-7E66-B042-BB9C-1A720B162A2C}" dt="2021-01-19T09:06:51.188" v="4201" actId="113"/>
          <ac:spMkLst>
            <pc:docMk/>
            <pc:sldMk cId="3558793253" sldId="260"/>
            <ac:spMk id="9" creationId="{43F4527A-74FE-7544-9391-B439F3451923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09:58:47.973" v="5472" actId="20577"/>
        <pc:sldMkLst>
          <pc:docMk/>
          <pc:sldMk cId="2172523328" sldId="262"/>
        </pc:sldMkLst>
        <pc:spChg chg="mod">
          <ac:chgData name="横川 真美" userId="96ada2ef-5857-4dd3-85ae-6d384a6603bc" providerId="ADAL" clId="{E9EC1804-7E66-B042-BB9C-1A720B162A2C}" dt="2021-01-19T09:34:08.573" v="4806" actId="14100"/>
          <ac:spMkLst>
            <pc:docMk/>
            <pc:sldMk cId="2172523328" sldId="262"/>
            <ac:spMk id="2" creationId="{EA8DBE98-BCD0-E34B-873D-C00300914D19}"/>
          </ac:spMkLst>
        </pc:spChg>
        <pc:spChg chg="mod">
          <ac:chgData name="横川 真美" userId="96ada2ef-5857-4dd3-85ae-6d384a6603bc" providerId="ADAL" clId="{E9EC1804-7E66-B042-BB9C-1A720B162A2C}" dt="2021-01-19T09:58:47.973" v="5472" actId="20577"/>
          <ac:spMkLst>
            <pc:docMk/>
            <pc:sldMk cId="2172523328" sldId="262"/>
            <ac:spMk id="3" creationId="{570F0932-C278-684F-A966-AC89523FE308}"/>
          </ac:spMkLst>
        </pc:spChg>
        <pc:spChg chg="add del mod">
          <ac:chgData name="横川 真美" userId="96ada2ef-5857-4dd3-85ae-6d384a6603bc" providerId="ADAL" clId="{E9EC1804-7E66-B042-BB9C-1A720B162A2C}" dt="2021-01-19T09:33:49.748" v="4797" actId="478"/>
          <ac:spMkLst>
            <pc:docMk/>
            <pc:sldMk cId="2172523328" sldId="262"/>
            <ac:spMk id="6" creationId="{B6AEBBE8-6C3D-2A4F-AB81-7695A5CA6712}"/>
          </ac:spMkLst>
        </pc:spChg>
        <pc:spChg chg="add del mod">
          <ac:chgData name="横川 真美" userId="96ada2ef-5857-4dd3-85ae-6d384a6603bc" providerId="ADAL" clId="{E9EC1804-7E66-B042-BB9C-1A720B162A2C}" dt="2021-01-19T09:33:38.484" v="4791"/>
          <ac:spMkLst>
            <pc:docMk/>
            <pc:sldMk cId="2172523328" sldId="262"/>
            <ac:spMk id="7" creationId="{6A1546C1-BF70-CB4C-B622-6938F14E4419}"/>
          </ac:spMkLst>
        </pc:spChg>
        <pc:spChg chg="add mod">
          <ac:chgData name="横川 真美" userId="96ada2ef-5857-4dd3-85ae-6d384a6603bc" providerId="ADAL" clId="{E9EC1804-7E66-B042-BB9C-1A720B162A2C}" dt="2021-01-19T09:33:52.594" v="4798" actId="1076"/>
          <ac:spMkLst>
            <pc:docMk/>
            <pc:sldMk cId="2172523328" sldId="262"/>
            <ac:spMk id="8" creationId="{7C01069E-24AE-704F-9B68-496251D631B5}"/>
          </ac:spMkLst>
        </pc:spChg>
      </pc:sldChg>
      <pc:sldChg chg="del">
        <pc:chgData name="横川 真美" userId="96ada2ef-5857-4dd3-85ae-6d384a6603bc" providerId="ADAL" clId="{E9EC1804-7E66-B042-BB9C-1A720B162A2C}" dt="2021-01-19T02:23:42.264" v="985" actId="2696"/>
        <pc:sldMkLst>
          <pc:docMk/>
          <pc:sldMk cId="1841286780" sldId="263"/>
        </pc:sldMkLst>
      </pc:sldChg>
      <pc:sldChg chg="delSp modSp mod">
        <pc:chgData name="横川 真美" userId="96ada2ef-5857-4dd3-85ae-6d384a6603bc" providerId="ADAL" clId="{E9EC1804-7E66-B042-BB9C-1A720B162A2C}" dt="2021-01-19T10:02:06.225" v="5605" actId="20577"/>
        <pc:sldMkLst>
          <pc:docMk/>
          <pc:sldMk cId="373062482" sldId="264"/>
        </pc:sldMkLst>
        <pc:spChg chg="mod">
          <ac:chgData name="横川 真美" userId="96ada2ef-5857-4dd3-85ae-6d384a6603bc" providerId="ADAL" clId="{E9EC1804-7E66-B042-BB9C-1A720B162A2C}" dt="2021-01-19T10:02:06.225" v="5605" actId="20577"/>
          <ac:spMkLst>
            <pc:docMk/>
            <pc:sldMk cId="373062482" sldId="264"/>
            <ac:spMk id="3" creationId="{09B744CB-B0BC-704D-9992-BD36D4B7BA46}"/>
          </ac:spMkLst>
        </pc:spChg>
        <pc:spChg chg="mod">
          <ac:chgData name="横川 真美" userId="96ada2ef-5857-4dd3-85ae-6d384a6603bc" providerId="ADAL" clId="{E9EC1804-7E66-B042-BB9C-1A720B162A2C}" dt="2021-01-19T02:44:09.435" v="1506" actId="1076"/>
          <ac:spMkLst>
            <pc:docMk/>
            <pc:sldMk cId="373062482" sldId="264"/>
            <ac:spMk id="8" creationId="{34E111C1-042A-5143-BA5D-8AF3ABC0D88D}"/>
          </ac:spMkLst>
        </pc:spChg>
        <pc:spChg chg="del">
          <ac:chgData name="横川 真美" userId="96ada2ef-5857-4dd3-85ae-6d384a6603bc" providerId="ADAL" clId="{E9EC1804-7E66-B042-BB9C-1A720B162A2C}" dt="2021-01-19T02:42:40.519" v="1462" actId="478"/>
          <ac:spMkLst>
            <pc:docMk/>
            <pc:sldMk cId="373062482" sldId="264"/>
            <ac:spMk id="9" creationId="{4906BDB9-2D7C-6749-AE46-0F31247717C5}"/>
          </ac:spMkLst>
        </pc:spChg>
        <pc:picChg chg="mod">
          <ac:chgData name="横川 真美" userId="96ada2ef-5857-4dd3-85ae-6d384a6603bc" providerId="ADAL" clId="{E9EC1804-7E66-B042-BB9C-1A720B162A2C}" dt="2021-01-19T02:42:48.750" v="1464" actId="1076"/>
          <ac:picMkLst>
            <pc:docMk/>
            <pc:sldMk cId="373062482" sldId="264"/>
            <ac:picMk id="7" creationId="{25E19883-6261-8B40-99FC-B8B450C5CA08}"/>
          </ac:picMkLst>
        </pc:picChg>
      </pc:sldChg>
      <pc:sldChg chg="addSp delSp modSp mod">
        <pc:chgData name="横川 真美" userId="96ada2ef-5857-4dd3-85ae-6d384a6603bc" providerId="ADAL" clId="{E9EC1804-7E66-B042-BB9C-1A720B162A2C}" dt="2021-01-19T10:03:56.415" v="5663" actId="20577"/>
        <pc:sldMkLst>
          <pc:docMk/>
          <pc:sldMk cId="2171927970" sldId="265"/>
        </pc:sldMkLst>
        <pc:spChg chg="mod">
          <ac:chgData name="横川 真美" userId="96ada2ef-5857-4dd3-85ae-6d384a6603bc" providerId="ADAL" clId="{E9EC1804-7E66-B042-BB9C-1A720B162A2C}" dt="2021-01-19T10:01:20.080" v="5589" actId="113"/>
          <ac:spMkLst>
            <pc:docMk/>
            <pc:sldMk cId="2171927970" sldId="265"/>
            <ac:spMk id="2" creationId="{BB1FBDDF-25C1-5643-AEA8-81D876D75976}"/>
          </ac:spMkLst>
        </pc:spChg>
        <pc:spChg chg="mod">
          <ac:chgData name="横川 真美" userId="96ada2ef-5857-4dd3-85ae-6d384a6603bc" providerId="ADAL" clId="{E9EC1804-7E66-B042-BB9C-1A720B162A2C}" dt="2021-01-19T10:03:56.415" v="5663" actId="20577"/>
          <ac:spMkLst>
            <pc:docMk/>
            <pc:sldMk cId="2171927970" sldId="265"/>
            <ac:spMk id="3" creationId="{A784AE8C-9396-C64C-A7C9-28BAC6F32C33}"/>
          </ac:spMkLst>
        </pc:spChg>
        <pc:spChg chg="del mod">
          <ac:chgData name="横川 真美" userId="96ada2ef-5857-4dd3-85ae-6d384a6603bc" providerId="ADAL" clId="{E9EC1804-7E66-B042-BB9C-1A720B162A2C}" dt="2021-01-19T10:00:20.864" v="5524" actId="478"/>
          <ac:spMkLst>
            <pc:docMk/>
            <pc:sldMk cId="2171927970" sldId="265"/>
            <ac:spMk id="8" creationId="{8FEDD5FA-DE74-A542-BD16-0FA20EABD858}"/>
          </ac:spMkLst>
        </pc:spChg>
        <pc:spChg chg="del mod">
          <ac:chgData name="横川 真美" userId="96ada2ef-5857-4dd3-85ae-6d384a6603bc" providerId="ADAL" clId="{E9EC1804-7E66-B042-BB9C-1A720B162A2C}" dt="2021-01-19T09:42:44.689" v="5002" actId="478"/>
          <ac:spMkLst>
            <pc:docMk/>
            <pc:sldMk cId="2171927970" sldId="265"/>
            <ac:spMk id="10" creationId="{C5BD7D5D-593F-644D-AA0F-838162756266}"/>
          </ac:spMkLst>
        </pc:spChg>
        <pc:spChg chg="add mod">
          <ac:chgData name="横川 真美" userId="96ada2ef-5857-4dd3-85ae-6d384a6603bc" providerId="ADAL" clId="{E9EC1804-7E66-B042-BB9C-1A720B162A2C}" dt="2021-01-19T09:43:16.818" v="5008" actId="14100"/>
          <ac:spMkLst>
            <pc:docMk/>
            <pc:sldMk cId="2171927970" sldId="265"/>
            <ac:spMk id="11" creationId="{BCFDA766-EDCE-4B4B-B677-2A982A270925}"/>
          </ac:spMkLst>
        </pc:spChg>
        <pc:spChg chg="add mod">
          <ac:chgData name="横川 真美" userId="96ada2ef-5857-4dd3-85ae-6d384a6603bc" providerId="ADAL" clId="{E9EC1804-7E66-B042-BB9C-1A720B162A2C}" dt="2021-01-19T10:01:17.349" v="5588" actId="1076"/>
          <ac:spMkLst>
            <pc:docMk/>
            <pc:sldMk cId="2171927970" sldId="265"/>
            <ac:spMk id="12" creationId="{22972079-6795-8C44-B825-C953F78C952D}"/>
          </ac:spMkLst>
        </pc:spChg>
        <pc:picChg chg="add del">
          <ac:chgData name="横川 真美" userId="96ada2ef-5857-4dd3-85ae-6d384a6603bc" providerId="ADAL" clId="{E9EC1804-7E66-B042-BB9C-1A720B162A2C}" dt="2021-01-19T09:40:54.553" v="4978" actId="478"/>
          <ac:picMkLst>
            <pc:docMk/>
            <pc:sldMk cId="2171927970" sldId="265"/>
            <ac:picMk id="5" creationId="{F8F9B408-4697-4547-89AF-1FF66DEF1F8A}"/>
          </ac:picMkLst>
        </pc:picChg>
        <pc:picChg chg="del">
          <ac:chgData name="横川 真美" userId="96ada2ef-5857-4dd3-85ae-6d384a6603bc" providerId="ADAL" clId="{E9EC1804-7E66-B042-BB9C-1A720B162A2C}" dt="2021-01-19T09:40:50.883" v="4975" actId="478"/>
          <ac:picMkLst>
            <pc:docMk/>
            <pc:sldMk cId="2171927970" sldId="265"/>
            <ac:picMk id="17" creationId="{03580DC0-613D-4A4B-BB03-1929B65A4AF6}"/>
          </ac:picMkLst>
        </pc:picChg>
        <pc:picChg chg="del">
          <ac:chgData name="横川 真美" userId="96ada2ef-5857-4dd3-85ae-6d384a6603bc" providerId="ADAL" clId="{E9EC1804-7E66-B042-BB9C-1A720B162A2C}" dt="2021-01-19T09:40:49.785" v="4974" actId="478"/>
          <ac:picMkLst>
            <pc:docMk/>
            <pc:sldMk cId="2171927970" sldId="265"/>
            <ac:picMk id="19" creationId="{A699ED49-9038-0042-A39B-7727D3A12852}"/>
          </ac:picMkLst>
        </pc:picChg>
      </pc:sldChg>
      <pc:sldChg chg="modSp mod">
        <pc:chgData name="横川 真美" userId="96ada2ef-5857-4dd3-85ae-6d384a6603bc" providerId="ADAL" clId="{E9EC1804-7E66-B042-BB9C-1A720B162A2C}" dt="2021-01-19T10:04:02.253" v="5667" actId="20577"/>
        <pc:sldMkLst>
          <pc:docMk/>
          <pc:sldMk cId="4208926939" sldId="266"/>
        </pc:sldMkLst>
        <pc:spChg chg="mod">
          <ac:chgData name="横川 真美" userId="96ada2ef-5857-4dd3-85ae-6d384a6603bc" providerId="ADAL" clId="{E9EC1804-7E66-B042-BB9C-1A720B162A2C}" dt="2021-01-19T09:43:48.039" v="5023" actId="113"/>
          <ac:spMkLst>
            <pc:docMk/>
            <pc:sldMk cId="4208926939" sldId="266"/>
            <ac:spMk id="2" creationId="{C4D9ED57-FEC6-B942-9BF7-E9A8A83864EB}"/>
          </ac:spMkLst>
        </pc:spChg>
        <pc:spChg chg="mod">
          <ac:chgData name="横川 真美" userId="96ada2ef-5857-4dd3-85ae-6d384a6603bc" providerId="ADAL" clId="{E9EC1804-7E66-B042-BB9C-1A720B162A2C}" dt="2021-01-19T10:04:02.253" v="5667" actId="20577"/>
          <ac:spMkLst>
            <pc:docMk/>
            <pc:sldMk cId="4208926939" sldId="266"/>
            <ac:spMk id="3" creationId="{1E8BE92F-9F65-134C-98C5-62E84610CF7C}"/>
          </ac:spMkLst>
        </pc:spChg>
        <pc:spChg chg="mod">
          <ac:chgData name="横川 真美" userId="96ada2ef-5857-4dd3-85ae-6d384a6603bc" providerId="ADAL" clId="{E9EC1804-7E66-B042-BB9C-1A720B162A2C}" dt="2021-01-19T09:44:01.737" v="5027" actId="14100"/>
          <ac:spMkLst>
            <pc:docMk/>
            <pc:sldMk cId="4208926939" sldId="266"/>
            <ac:spMk id="12" creationId="{3EC476B4-E4F2-0A4B-8A94-C3AC536BC86A}"/>
          </ac:spMkLst>
        </pc:spChg>
      </pc:sldChg>
      <pc:sldChg chg="modSp mod">
        <pc:chgData name="横川 真美" userId="96ada2ef-5857-4dd3-85ae-6d384a6603bc" providerId="ADAL" clId="{E9EC1804-7E66-B042-BB9C-1A720B162A2C}" dt="2021-01-19T10:04:06.755" v="5671" actId="20577"/>
        <pc:sldMkLst>
          <pc:docMk/>
          <pc:sldMk cId="2535330368" sldId="267"/>
        </pc:sldMkLst>
        <pc:spChg chg="mod">
          <ac:chgData name="横川 真美" userId="96ada2ef-5857-4dd3-85ae-6d384a6603bc" providerId="ADAL" clId="{E9EC1804-7E66-B042-BB9C-1A720B162A2C}" dt="2021-01-19T09:44:33.829" v="5029" actId="14100"/>
          <ac:spMkLst>
            <pc:docMk/>
            <pc:sldMk cId="2535330368" sldId="267"/>
            <ac:spMk id="2" creationId="{E5470734-55FA-6348-8E13-CAB87019C77F}"/>
          </ac:spMkLst>
        </pc:spChg>
        <pc:spChg chg="mod">
          <ac:chgData name="横川 真美" userId="96ada2ef-5857-4dd3-85ae-6d384a6603bc" providerId="ADAL" clId="{E9EC1804-7E66-B042-BB9C-1A720B162A2C}" dt="2021-01-19T10:04:06.755" v="5671" actId="20577"/>
          <ac:spMkLst>
            <pc:docMk/>
            <pc:sldMk cId="2535330368" sldId="267"/>
            <ac:spMk id="3" creationId="{F1CB88D0-632B-5442-A49F-5715090AC02E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10:04:09.812" v="5675" actId="20577"/>
        <pc:sldMkLst>
          <pc:docMk/>
          <pc:sldMk cId="2098984685" sldId="268"/>
        </pc:sldMkLst>
        <pc:spChg chg="mod">
          <ac:chgData name="横川 真美" userId="96ada2ef-5857-4dd3-85ae-6d384a6603bc" providerId="ADAL" clId="{E9EC1804-7E66-B042-BB9C-1A720B162A2C}" dt="2021-01-19T10:04:09.812" v="5675" actId="20577"/>
          <ac:spMkLst>
            <pc:docMk/>
            <pc:sldMk cId="2098984685" sldId="268"/>
            <ac:spMk id="3" creationId="{7B8929AC-735E-D245-8557-179528EA19B6}"/>
          </ac:spMkLst>
        </pc:spChg>
        <pc:spChg chg="mod">
          <ac:chgData name="横川 真美" userId="96ada2ef-5857-4dd3-85ae-6d384a6603bc" providerId="ADAL" clId="{E9EC1804-7E66-B042-BB9C-1A720B162A2C}" dt="2021-01-19T09:49:15.659" v="5168" actId="20577"/>
          <ac:spMkLst>
            <pc:docMk/>
            <pc:sldMk cId="2098984685" sldId="268"/>
            <ac:spMk id="6" creationId="{3B47B27D-DF7A-1F44-B4E1-AAE0019E92F2}"/>
          </ac:spMkLst>
        </pc:spChg>
        <pc:spChg chg="del mod">
          <ac:chgData name="横川 真美" userId="96ada2ef-5857-4dd3-85ae-6d384a6603bc" providerId="ADAL" clId="{E9EC1804-7E66-B042-BB9C-1A720B162A2C}" dt="2021-01-19T07:34:57.707" v="2100" actId="478"/>
          <ac:spMkLst>
            <pc:docMk/>
            <pc:sldMk cId="2098984685" sldId="268"/>
            <ac:spMk id="7" creationId="{24DEFB9D-BCEA-3C40-9984-25FDAE3A5B88}"/>
          </ac:spMkLst>
        </pc:spChg>
        <pc:spChg chg="del mod">
          <ac:chgData name="横川 真美" userId="96ada2ef-5857-4dd3-85ae-6d384a6603bc" providerId="ADAL" clId="{E9EC1804-7E66-B042-BB9C-1A720B162A2C}" dt="2021-01-19T07:34:24.315" v="2088" actId="478"/>
          <ac:spMkLst>
            <pc:docMk/>
            <pc:sldMk cId="2098984685" sldId="268"/>
            <ac:spMk id="10" creationId="{536B46CC-97A9-CF44-AD39-11685E7CEA7B}"/>
          </ac:spMkLst>
        </pc:spChg>
        <pc:spChg chg="add mod">
          <ac:chgData name="横川 真美" userId="96ada2ef-5857-4dd3-85ae-6d384a6603bc" providerId="ADAL" clId="{E9EC1804-7E66-B042-BB9C-1A720B162A2C}" dt="2021-01-19T09:46:00.214" v="5049" actId="1076"/>
          <ac:spMkLst>
            <pc:docMk/>
            <pc:sldMk cId="2098984685" sldId="268"/>
            <ac:spMk id="11" creationId="{53CF5A47-298B-3E44-9209-D4D318FC73C1}"/>
          </ac:spMkLst>
        </pc:spChg>
        <pc:spChg chg="add mod">
          <ac:chgData name="横川 真美" userId="96ada2ef-5857-4dd3-85ae-6d384a6603bc" providerId="ADAL" clId="{E9EC1804-7E66-B042-BB9C-1A720B162A2C}" dt="2021-01-19T09:47:13.837" v="5060" actId="404"/>
          <ac:spMkLst>
            <pc:docMk/>
            <pc:sldMk cId="2098984685" sldId="268"/>
            <ac:spMk id="13" creationId="{A1B34F0D-3C79-2240-89C2-750FEADA1A83}"/>
          </ac:spMkLst>
        </pc:spChg>
        <pc:picChg chg="mod">
          <ac:chgData name="横川 真美" userId="96ada2ef-5857-4dd3-85ae-6d384a6603bc" providerId="ADAL" clId="{E9EC1804-7E66-B042-BB9C-1A720B162A2C}" dt="2021-01-19T09:46:11.580" v="5051" actId="1076"/>
          <ac:picMkLst>
            <pc:docMk/>
            <pc:sldMk cId="2098984685" sldId="268"/>
            <ac:picMk id="8" creationId="{93418267-75B6-C94B-BE6A-E5642E21420A}"/>
          </ac:picMkLst>
        </pc:picChg>
        <pc:picChg chg="del mod">
          <ac:chgData name="横川 真美" userId="96ada2ef-5857-4dd3-85ae-6d384a6603bc" providerId="ADAL" clId="{E9EC1804-7E66-B042-BB9C-1A720B162A2C}" dt="2021-01-19T07:34:19.766" v="2086" actId="478"/>
          <ac:picMkLst>
            <pc:docMk/>
            <pc:sldMk cId="2098984685" sldId="268"/>
            <ac:picMk id="9" creationId="{74CDD65B-043C-9248-930E-C18D1D83968E}"/>
          </ac:picMkLst>
        </pc:picChg>
        <pc:picChg chg="del mod">
          <ac:chgData name="横川 真美" userId="96ada2ef-5857-4dd3-85ae-6d384a6603bc" providerId="ADAL" clId="{E9EC1804-7E66-B042-BB9C-1A720B162A2C}" dt="2021-01-19T07:34:18.559" v="2085" actId="478"/>
          <ac:picMkLst>
            <pc:docMk/>
            <pc:sldMk cId="2098984685" sldId="268"/>
            <ac:picMk id="12" creationId="{9027873D-D44A-A645-ACC4-D96278BF472C}"/>
          </ac:picMkLst>
        </pc:picChg>
        <pc:picChg chg="del mod">
          <ac:chgData name="横川 真美" userId="96ada2ef-5857-4dd3-85ae-6d384a6603bc" providerId="ADAL" clId="{E9EC1804-7E66-B042-BB9C-1A720B162A2C}" dt="2021-01-19T07:34:17.552" v="2084" actId="478"/>
          <ac:picMkLst>
            <pc:docMk/>
            <pc:sldMk cId="2098984685" sldId="268"/>
            <ac:picMk id="14" creationId="{2DF4E8BD-4A41-CC4E-A981-A301D1CF50E4}"/>
          </ac:picMkLst>
        </pc:picChg>
      </pc:sldChg>
      <pc:sldChg chg="del">
        <pc:chgData name="横川 真美" userId="96ada2ef-5857-4dd3-85ae-6d384a6603bc" providerId="ADAL" clId="{E9EC1804-7E66-B042-BB9C-1A720B162A2C}" dt="2021-01-19T07:34:13.174" v="2083" actId="2696"/>
        <pc:sldMkLst>
          <pc:docMk/>
          <pc:sldMk cId="734592963" sldId="269"/>
        </pc:sldMkLst>
      </pc:sldChg>
      <pc:sldChg chg="addSp delSp modSp mod">
        <pc:chgData name="横川 真美" userId="96ada2ef-5857-4dd3-85ae-6d384a6603bc" providerId="ADAL" clId="{E9EC1804-7E66-B042-BB9C-1A720B162A2C}" dt="2021-01-19T10:40:26.351" v="6186" actId="207"/>
        <pc:sldMkLst>
          <pc:docMk/>
          <pc:sldMk cId="3543145929" sldId="271"/>
        </pc:sldMkLst>
        <pc:spChg chg="mod">
          <ac:chgData name="横川 真美" userId="96ada2ef-5857-4dd3-85ae-6d384a6603bc" providerId="ADAL" clId="{E9EC1804-7E66-B042-BB9C-1A720B162A2C}" dt="2021-01-19T09:52:06.066" v="5203" actId="403"/>
          <ac:spMkLst>
            <pc:docMk/>
            <pc:sldMk cId="3543145929" sldId="271"/>
            <ac:spMk id="2" creationId="{64BE87D7-31E6-2743-9F14-C850CFAB7B69}"/>
          </ac:spMkLst>
        </pc:spChg>
        <pc:spChg chg="mod">
          <ac:chgData name="横川 真美" userId="96ada2ef-5857-4dd3-85ae-6d384a6603bc" providerId="ADAL" clId="{E9EC1804-7E66-B042-BB9C-1A720B162A2C}" dt="2021-01-19T10:04:35.848" v="5706" actId="20577"/>
          <ac:spMkLst>
            <pc:docMk/>
            <pc:sldMk cId="3543145929" sldId="271"/>
            <ac:spMk id="3" creationId="{A910AFEB-F9FF-1649-A5A9-508565953FE3}"/>
          </ac:spMkLst>
        </pc:spChg>
        <pc:spChg chg="del mod">
          <ac:chgData name="横川 真美" userId="96ada2ef-5857-4dd3-85ae-6d384a6603bc" providerId="ADAL" clId="{E9EC1804-7E66-B042-BB9C-1A720B162A2C}" dt="2021-01-19T08:25:38.690" v="2918" actId="478"/>
          <ac:spMkLst>
            <pc:docMk/>
            <pc:sldMk cId="3543145929" sldId="271"/>
            <ac:spMk id="4" creationId="{1B3A9805-0010-814B-9320-1BF1A081F694}"/>
          </ac:spMkLst>
        </pc:spChg>
        <pc:spChg chg="mod">
          <ac:chgData name="横川 真美" userId="96ada2ef-5857-4dd3-85ae-6d384a6603bc" providerId="ADAL" clId="{E9EC1804-7E66-B042-BB9C-1A720B162A2C}" dt="2021-01-19T09:52:09.872" v="5204" actId="1076"/>
          <ac:spMkLst>
            <pc:docMk/>
            <pc:sldMk cId="3543145929" sldId="271"/>
            <ac:spMk id="5" creationId="{01ECDE68-E9F8-4E4F-B8D6-8FD4DEA23C7C}"/>
          </ac:spMkLst>
        </pc:spChg>
        <pc:spChg chg="del mod">
          <ac:chgData name="横川 真美" userId="96ada2ef-5857-4dd3-85ae-6d384a6603bc" providerId="ADAL" clId="{E9EC1804-7E66-B042-BB9C-1A720B162A2C}" dt="2021-01-19T08:38:46.538" v="3329" actId="478"/>
          <ac:spMkLst>
            <pc:docMk/>
            <pc:sldMk cId="3543145929" sldId="271"/>
            <ac:spMk id="6" creationId="{CE264DD8-3AB4-064B-8981-2E7845A38309}"/>
          </ac:spMkLst>
        </pc:spChg>
        <pc:spChg chg="add mod">
          <ac:chgData name="横川 真美" userId="96ada2ef-5857-4dd3-85ae-6d384a6603bc" providerId="ADAL" clId="{E9EC1804-7E66-B042-BB9C-1A720B162A2C}" dt="2021-01-19T10:40:26.351" v="6186" actId="207"/>
          <ac:spMkLst>
            <pc:docMk/>
            <pc:sldMk cId="3543145929" sldId="271"/>
            <ac:spMk id="7" creationId="{94029452-2A49-6744-9B4B-F1EAC513D4F8}"/>
          </ac:spMkLst>
        </pc:spChg>
        <pc:spChg chg="add mod">
          <ac:chgData name="横川 真美" userId="96ada2ef-5857-4dd3-85ae-6d384a6603bc" providerId="ADAL" clId="{E9EC1804-7E66-B042-BB9C-1A720B162A2C}" dt="2021-01-19T10:40:22.504" v="6185" actId="207"/>
          <ac:spMkLst>
            <pc:docMk/>
            <pc:sldMk cId="3543145929" sldId="271"/>
            <ac:spMk id="8" creationId="{6B24AC32-E5C1-5543-B254-ED0CE03FD9C3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09:55:31.830" v="5254" actId="20577"/>
        <pc:sldMkLst>
          <pc:docMk/>
          <pc:sldMk cId="4291880536" sldId="275"/>
        </pc:sldMkLst>
        <pc:spChg chg="mod">
          <ac:chgData name="横川 真美" userId="96ada2ef-5857-4dd3-85ae-6d384a6603bc" providerId="ADAL" clId="{E9EC1804-7E66-B042-BB9C-1A720B162A2C}" dt="2021-01-19T09:20:34.713" v="4343" actId="12"/>
          <ac:spMkLst>
            <pc:docMk/>
            <pc:sldMk cId="4291880536" sldId="275"/>
            <ac:spMk id="2" creationId="{E6EE66BC-C82F-1740-93BE-73034E275737}"/>
          </ac:spMkLst>
        </pc:spChg>
        <pc:spChg chg="mod">
          <ac:chgData name="横川 真美" userId="96ada2ef-5857-4dd3-85ae-6d384a6603bc" providerId="ADAL" clId="{E9EC1804-7E66-B042-BB9C-1A720B162A2C}" dt="2021-01-19T09:55:31.830" v="5254" actId="20577"/>
          <ac:spMkLst>
            <pc:docMk/>
            <pc:sldMk cId="4291880536" sldId="275"/>
            <ac:spMk id="3" creationId="{F0936020-2645-F64A-A1B9-496E36A4179D}"/>
          </ac:spMkLst>
        </pc:spChg>
        <pc:spChg chg="del">
          <ac:chgData name="横川 真美" userId="96ada2ef-5857-4dd3-85ae-6d384a6603bc" providerId="ADAL" clId="{E9EC1804-7E66-B042-BB9C-1A720B162A2C}" dt="2021-01-18T09:44:10.917" v="7" actId="478"/>
          <ac:spMkLst>
            <pc:docMk/>
            <pc:sldMk cId="4291880536" sldId="275"/>
            <ac:spMk id="4" creationId="{E6F0ED7D-08C3-6442-8819-F17E8DBD511D}"/>
          </ac:spMkLst>
        </pc:spChg>
        <pc:spChg chg="add mod">
          <ac:chgData name="横川 真美" userId="96ada2ef-5857-4dd3-85ae-6d384a6603bc" providerId="ADAL" clId="{E9EC1804-7E66-B042-BB9C-1A720B162A2C}" dt="2021-01-19T09:18:46.752" v="4289" actId="208"/>
          <ac:spMkLst>
            <pc:docMk/>
            <pc:sldMk cId="4291880536" sldId="275"/>
            <ac:spMk id="5" creationId="{1730A0BE-46D0-0842-A764-D4360D8F3B30}"/>
          </ac:spMkLst>
        </pc:spChg>
      </pc:sldChg>
      <pc:sldChg chg="modSp mod">
        <pc:chgData name="横川 真美" userId="96ada2ef-5857-4dd3-85ae-6d384a6603bc" providerId="ADAL" clId="{E9EC1804-7E66-B042-BB9C-1A720B162A2C}" dt="2021-01-19T09:55:36.113" v="5256"/>
        <pc:sldMkLst>
          <pc:docMk/>
          <pc:sldMk cId="3770988180" sldId="276"/>
        </pc:sldMkLst>
        <pc:spChg chg="mod">
          <ac:chgData name="横川 真美" userId="96ada2ef-5857-4dd3-85ae-6d384a6603bc" providerId="ADAL" clId="{E9EC1804-7E66-B042-BB9C-1A720B162A2C}" dt="2021-01-19T09:20:44.317" v="4344" actId="20577"/>
          <ac:spMkLst>
            <pc:docMk/>
            <pc:sldMk cId="3770988180" sldId="276"/>
            <ac:spMk id="2" creationId="{ECD7BB2B-4064-BE49-992C-731495787EB5}"/>
          </ac:spMkLst>
        </pc:spChg>
        <pc:spChg chg="mod">
          <ac:chgData name="横川 真美" userId="96ada2ef-5857-4dd3-85ae-6d384a6603bc" providerId="ADAL" clId="{E9EC1804-7E66-B042-BB9C-1A720B162A2C}" dt="2021-01-19T09:55:36.113" v="5256"/>
          <ac:spMkLst>
            <pc:docMk/>
            <pc:sldMk cId="3770988180" sldId="276"/>
            <ac:spMk id="3" creationId="{580C42F6-4659-D34F-A111-8090F0BEB79C}"/>
          </ac:spMkLst>
        </pc:spChg>
      </pc:sldChg>
      <pc:sldChg chg="addSp modSp mod">
        <pc:chgData name="横川 真美" userId="96ada2ef-5857-4dd3-85ae-6d384a6603bc" providerId="ADAL" clId="{E9EC1804-7E66-B042-BB9C-1A720B162A2C}" dt="2021-01-19T09:55:45.674" v="5262"/>
        <pc:sldMkLst>
          <pc:docMk/>
          <pc:sldMk cId="388259454" sldId="277"/>
        </pc:sldMkLst>
        <pc:spChg chg="mod">
          <ac:chgData name="横川 真美" userId="96ada2ef-5857-4dd3-85ae-6d384a6603bc" providerId="ADAL" clId="{E9EC1804-7E66-B042-BB9C-1A720B162A2C}" dt="2021-01-19T09:20:59.196" v="4352" actId="20577"/>
          <ac:spMkLst>
            <pc:docMk/>
            <pc:sldMk cId="388259454" sldId="277"/>
            <ac:spMk id="2" creationId="{A1077C21-D510-704A-BCA0-6998FE91BC6D}"/>
          </ac:spMkLst>
        </pc:spChg>
        <pc:spChg chg="mod">
          <ac:chgData name="横川 真美" userId="96ada2ef-5857-4dd3-85ae-6d384a6603bc" providerId="ADAL" clId="{E9EC1804-7E66-B042-BB9C-1A720B162A2C}" dt="2021-01-19T09:55:45.674" v="5262"/>
          <ac:spMkLst>
            <pc:docMk/>
            <pc:sldMk cId="388259454" sldId="277"/>
            <ac:spMk id="3" creationId="{1310FD27-FF76-434A-AE71-18BB20254226}"/>
          </ac:spMkLst>
        </pc:spChg>
        <pc:spChg chg="add mod">
          <ac:chgData name="横川 真美" userId="96ada2ef-5857-4dd3-85ae-6d384a6603bc" providerId="ADAL" clId="{E9EC1804-7E66-B042-BB9C-1A720B162A2C}" dt="2021-01-19T09:21:54.121" v="4359" actId="208"/>
          <ac:spMkLst>
            <pc:docMk/>
            <pc:sldMk cId="388259454" sldId="277"/>
            <ac:spMk id="4" creationId="{1E560464-1E88-F246-B7C4-B39EFCB77D43}"/>
          </ac:spMkLst>
        </pc:spChg>
      </pc:sldChg>
      <pc:sldChg chg="modSp mod">
        <pc:chgData name="横川 真美" userId="96ada2ef-5857-4dd3-85ae-6d384a6603bc" providerId="ADAL" clId="{E9EC1804-7E66-B042-BB9C-1A720B162A2C}" dt="2021-01-19T09:55:48.441" v="5264"/>
        <pc:sldMkLst>
          <pc:docMk/>
          <pc:sldMk cId="8262567" sldId="278"/>
        </pc:sldMkLst>
        <pc:spChg chg="mod">
          <ac:chgData name="横川 真美" userId="96ada2ef-5857-4dd3-85ae-6d384a6603bc" providerId="ADAL" clId="{E9EC1804-7E66-B042-BB9C-1A720B162A2C}" dt="2021-01-19T09:21:41.856" v="4357" actId="20577"/>
          <ac:spMkLst>
            <pc:docMk/>
            <pc:sldMk cId="8262567" sldId="278"/>
            <ac:spMk id="2" creationId="{4BC4C53A-98BF-514E-A11E-7EB8418EEC94}"/>
          </ac:spMkLst>
        </pc:spChg>
        <pc:spChg chg="mod">
          <ac:chgData name="横川 真美" userId="96ada2ef-5857-4dd3-85ae-6d384a6603bc" providerId="ADAL" clId="{E9EC1804-7E66-B042-BB9C-1A720B162A2C}" dt="2021-01-19T09:55:48.441" v="5264"/>
          <ac:spMkLst>
            <pc:docMk/>
            <pc:sldMk cId="8262567" sldId="278"/>
            <ac:spMk id="3" creationId="{1188A32E-7737-774C-BDFC-20EC3E6E9807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10:04:24.191" v="5693" actId="20577"/>
        <pc:sldMkLst>
          <pc:docMk/>
          <pc:sldMk cId="2299045658" sldId="280"/>
        </pc:sldMkLst>
        <pc:spChg chg="mod">
          <ac:chgData name="横川 真美" userId="96ada2ef-5857-4dd3-85ae-6d384a6603bc" providerId="ADAL" clId="{E9EC1804-7E66-B042-BB9C-1A720B162A2C}" dt="2021-01-19T10:04:24.191" v="5693" actId="20577"/>
          <ac:spMkLst>
            <pc:docMk/>
            <pc:sldMk cId="2299045658" sldId="280"/>
            <ac:spMk id="3" creationId="{6AF079FC-99FA-0E44-8D1B-CA9551798608}"/>
          </ac:spMkLst>
        </pc:spChg>
        <pc:spChg chg="mod">
          <ac:chgData name="横川 真美" userId="96ada2ef-5857-4dd3-85ae-6d384a6603bc" providerId="ADAL" clId="{E9EC1804-7E66-B042-BB9C-1A720B162A2C}" dt="2021-01-19T09:49:28.797" v="5172" actId="20577"/>
          <ac:spMkLst>
            <pc:docMk/>
            <pc:sldMk cId="2299045658" sldId="280"/>
            <ac:spMk id="4" creationId="{0C99B4C8-31A6-234F-A7A3-4A9642F4ABA3}"/>
          </ac:spMkLst>
        </pc:spChg>
        <pc:spChg chg="add del mod">
          <ac:chgData name="横川 真美" userId="96ada2ef-5857-4dd3-85ae-6d384a6603bc" providerId="ADAL" clId="{E9EC1804-7E66-B042-BB9C-1A720B162A2C}" dt="2021-01-19T09:51:00.072" v="5189" actId="478"/>
          <ac:spMkLst>
            <pc:docMk/>
            <pc:sldMk cId="2299045658" sldId="280"/>
            <ac:spMk id="6" creationId="{33DA0E05-FC71-6C47-A570-A38F1BD7371B}"/>
          </ac:spMkLst>
        </pc:spChg>
        <pc:spChg chg="del mod">
          <ac:chgData name="横川 真美" userId="96ada2ef-5857-4dd3-85ae-6d384a6603bc" providerId="ADAL" clId="{E9EC1804-7E66-B042-BB9C-1A720B162A2C}" dt="2021-01-19T07:54:52.661" v="2460" actId="478"/>
          <ac:spMkLst>
            <pc:docMk/>
            <pc:sldMk cId="2299045658" sldId="280"/>
            <ac:spMk id="7" creationId="{49D4F967-3731-5049-9DEA-3FE12E79ADF9}"/>
          </ac:spMkLst>
        </pc:spChg>
        <pc:spChg chg="add del mod">
          <ac:chgData name="横川 真美" userId="96ada2ef-5857-4dd3-85ae-6d384a6603bc" providerId="ADAL" clId="{E9EC1804-7E66-B042-BB9C-1A720B162A2C}" dt="2021-01-19T09:47:54.661" v="5071" actId="478"/>
          <ac:spMkLst>
            <pc:docMk/>
            <pc:sldMk cId="2299045658" sldId="280"/>
            <ac:spMk id="8" creationId="{8F262793-BA8B-8044-87DC-FB30B977EC7B}"/>
          </ac:spMkLst>
        </pc:spChg>
        <pc:spChg chg="add del mod">
          <ac:chgData name="横川 真美" userId="96ada2ef-5857-4dd3-85ae-6d384a6603bc" providerId="ADAL" clId="{E9EC1804-7E66-B042-BB9C-1A720B162A2C}" dt="2021-01-19T09:50:14.497" v="5176" actId="478"/>
          <ac:spMkLst>
            <pc:docMk/>
            <pc:sldMk cId="2299045658" sldId="280"/>
            <ac:spMk id="9" creationId="{3DE12C2A-0003-4444-9DA3-C48226C81DD0}"/>
          </ac:spMkLst>
        </pc:spChg>
        <pc:spChg chg="add mod">
          <ac:chgData name="横川 真美" userId="96ada2ef-5857-4dd3-85ae-6d384a6603bc" providerId="ADAL" clId="{E9EC1804-7E66-B042-BB9C-1A720B162A2C}" dt="2021-01-19T09:51:19.208" v="5193" actId="14100"/>
          <ac:spMkLst>
            <pc:docMk/>
            <pc:sldMk cId="2299045658" sldId="280"/>
            <ac:spMk id="10" creationId="{CB714D3D-A2D6-464D-A7DB-F542C006DAC9}"/>
          </ac:spMkLst>
        </pc:spChg>
      </pc:sldChg>
      <pc:sldChg chg="add del">
        <pc:chgData name="横川 真美" userId="96ada2ef-5857-4dd3-85ae-6d384a6603bc" providerId="ADAL" clId="{E9EC1804-7E66-B042-BB9C-1A720B162A2C}" dt="2021-01-18T09:52:27.673" v="199" actId="2696"/>
        <pc:sldMkLst>
          <pc:docMk/>
          <pc:sldMk cId="3766405430" sldId="281"/>
        </pc:sldMkLst>
      </pc:sldChg>
      <pc:sldChg chg="modSp mod">
        <pc:chgData name="横川 真美" userId="96ada2ef-5857-4dd3-85ae-6d384a6603bc" providerId="ADAL" clId="{E9EC1804-7E66-B042-BB9C-1A720B162A2C}" dt="2021-01-19T08:42:40.884" v="3456" actId="20577"/>
        <pc:sldMkLst>
          <pc:docMk/>
          <pc:sldMk cId="3197079675" sldId="290"/>
        </pc:sldMkLst>
        <pc:spChg chg="mod">
          <ac:chgData name="横川 真美" userId="96ada2ef-5857-4dd3-85ae-6d384a6603bc" providerId="ADAL" clId="{E9EC1804-7E66-B042-BB9C-1A720B162A2C}" dt="2021-01-19T08:42:38.661" v="3451"/>
          <ac:spMkLst>
            <pc:docMk/>
            <pc:sldMk cId="3197079675" sldId="290"/>
            <ac:spMk id="2" creationId="{129EB18F-CCFA-3542-9021-55E976EDF1BE}"/>
          </ac:spMkLst>
        </pc:spChg>
        <pc:spChg chg="mod">
          <ac:chgData name="横川 真美" userId="96ada2ef-5857-4dd3-85ae-6d384a6603bc" providerId="ADAL" clId="{E9EC1804-7E66-B042-BB9C-1A720B162A2C}" dt="2021-01-19T08:42:40.884" v="3456" actId="20577"/>
          <ac:spMkLst>
            <pc:docMk/>
            <pc:sldMk cId="3197079675" sldId="290"/>
            <ac:spMk id="3" creationId="{C7A94B25-6D96-4946-BA7F-C3A675D70635}"/>
          </ac:spMkLst>
        </pc:spChg>
      </pc:sldChg>
      <pc:sldChg chg="modSp mod">
        <pc:chgData name="横川 真美" userId="96ada2ef-5857-4dd3-85ae-6d384a6603bc" providerId="ADAL" clId="{E9EC1804-7E66-B042-BB9C-1A720B162A2C}" dt="2021-01-19T08:42:47.919" v="3462" actId="20577"/>
        <pc:sldMkLst>
          <pc:docMk/>
          <pc:sldMk cId="1920692120" sldId="291"/>
        </pc:sldMkLst>
        <pc:spChg chg="mod">
          <ac:chgData name="横川 真美" userId="96ada2ef-5857-4dd3-85ae-6d384a6603bc" providerId="ADAL" clId="{E9EC1804-7E66-B042-BB9C-1A720B162A2C}" dt="2021-01-19T08:42:45.954" v="3457"/>
          <ac:spMkLst>
            <pc:docMk/>
            <pc:sldMk cId="1920692120" sldId="291"/>
            <ac:spMk id="2" creationId="{9FF76058-A109-B24A-AB53-EEE1619BF136}"/>
          </ac:spMkLst>
        </pc:spChg>
        <pc:spChg chg="mod">
          <ac:chgData name="横川 真美" userId="96ada2ef-5857-4dd3-85ae-6d384a6603bc" providerId="ADAL" clId="{E9EC1804-7E66-B042-BB9C-1A720B162A2C}" dt="2021-01-19T08:42:47.919" v="3462" actId="20577"/>
          <ac:spMkLst>
            <pc:docMk/>
            <pc:sldMk cId="1920692120" sldId="291"/>
            <ac:spMk id="3" creationId="{000286D7-FD59-B249-95B6-4B9759260C82}"/>
          </ac:spMkLst>
        </pc:spChg>
      </pc:sldChg>
      <pc:sldChg chg="modSp mod">
        <pc:chgData name="横川 真美" userId="96ada2ef-5857-4dd3-85ae-6d384a6603bc" providerId="ADAL" clId="{E9EC1804-7E66-B042-BB9C-1A720B162A2C}" dt="2021-01-19T10:20:53.609" v="5938" actId="20577"/>
        <pc:sldMkLst>
          <pc:docMk/>
          <pc:sldMk cId="3196024784" sldId="292"/>
        </pc:sldMkLst>
        <pc:spChg chg="mod">
          <ac:chgData name="横川 真美" userId="96ada2ef-5857-4dd3-85ae-6d384a6603bc" providerId="ADAL" clId="{E9EC1804-7E66-B042-BB9C-1A720B162A2C}" dt="2021-01-19T10:20:53.609" v="5938" actId="20577"/>
          <ac:spMkLst>
            <pc:docMk/>
            <pc:sldMk cId="3196024784" sldId="292"/>
            <ac:spMk id="2" creationId="{50B8EE00-67DD-194C-9492-1489111B2BA1}"/>
          </ac:spMkLst>
        </pc:spChg>
        <pc:spChg chg="mod">
          <ac:chgData name="横川 真美" userId="96ada2ef-5857-4dd3-85ae-6d384a6603bc" providerId="ADAL" clId="{E9EC1804-7E66-B042-BB9C-1A720B162A2C}" dt="2021-01-19T08:41:05.400" v="3397" actId="20577"/>
          <ac:spMkLst>
            <pc:docMk/>
            <pc:sldMk cId="3196024784" sldId="292"/>
            <ac:spMk id="3" creationId="{C013F22C-D92F-BB46-9F04-72081B200D06}"/>
          </ac:spMkLst>
        </pc:spChg>
      </pc:sldChg>
      <pc:sldChg chg="modSp mod">
        <pc:chgData name="横川 真美" userId="96ada2ef-5857-4dd3-85ae-6d384a6603bc" providerId="ADAL" clId="{E9EC1804-7E66-B042-BB9C-1A720B162A2C}" dt="2021-01-19T10:20:46.809" v="5936" actId="20577"/>
        <pc:sldMkLst>
          <pc:docMk/>
          <pc:sldMk cId="2304721488" sldId="294"/>
        </pc:sldMkLst>
        <pc:spChg chg="mod">
          <ac:chgData name="横川 真美" userId="96ada2ef-5857-4dd3-85ae-6d384a6603bc" providerId="ADAL" clId="{E9EC1804-7E66-B042-BB9C-1A720B162A2C}" dt="2021-01-19T10:20:46.809" v="5936" actId="20577"/>
          <ac:spMkLst>
            <pc:docMk/>
            <pc:sldMk cId="2304721488" sldId="294"/>
            <ac:spMk id="2" creationId="{1C6EBBE0-E32D-A94B-9E47-EE54C061A1BC}"/>
          </ac:spMkLst>
        </pc:spChg>
      </pc:sldChg>
      <pc:sldChg chg="modSp">
        <pc:chgData name="横川 真美" userId="96ada2ef-5857-4dd3-85ae-6d384a6603bc" providerId="ADAL" clId="{E9EC1804-7E66-B042-BB9C-1A720B162A2C}" dt="2021-01-19T10:20:41.015" v="5935" actId="20577"/>
        <pc:sldMkLst>
          <pc:docMk/>
          <pc:sldMk cId="2768319078" sldId="295"/>
        </pc:sldMkLst>
        <pc:spChg chg="mod">
          <ac:chgData name="横川 真美" userId="96ada2ef-5857-4dd3-85ae-6d384a6603bc" providerId="ADAL" clId="{E9EC1804-7E66-B042-BB9C-1A720B162A2C}" dt="2021-01-19T10:20:41.015" v="5935" actId="20577"/>
          <ac:spMkLst>
            <pc:docMk/>
            <pc:sldMk cId="2768319078" sldId="295"/>
            <ac:spMk id="2" creationId="{BE525077-4497-BE41-A44C-1B16BD99E328}"/>
          </ac:spMkLst>
        </pc:spChg>
      </pc:sldChg>
      <pc:sldChg chg="modSp">
        <pc:chgData name="横川 真美" userId="96ada2ef-5857-4dd3-85ae-6d384a6603bc" providerId="ADAL" clId="{E9EC1804-7E66-B042-BB9C-1A720B162A2C}" dt="2021-01-19T10:20:34.441" v="5934" actId="27636"/>
        <pc:sldMkLst>
          <pc:docMk/>
          <pc:sldMk cId="872013434" sldId="296"/>
        </pc:sldMkLst>
        <pc:spChg chg="mod">
          <ac:chgData name="横川 真美" userId="96ada2ef-5857-4dd3-85ae-6d384a6603bc" providerId="ADAL" clId="{E9EC1804-7E66-B042-BB9C-1A720B162A2C}" dt="2021-01-19T10:20:34.441" v="5934" actId="27636"/>
          <ac:spMkLst>
            <pc:docMk/>
            <pc:sldMk cId="872013434" sldId="296"/>
            <ac:spMk id="2" creationId="{CC37FC7B-6B72-F741-AA84-671305E6B211}"/>
          </ac:spMkLst>
        </pc:spChg>
      </pc:sldChg>
      <pc:sldChg chg="modSp">
        <pc:chgData name="横川 真美" userId="96ada2ef-5857-4dd3-85ae-6d384a6603bc" providerId="ADAL" clId="{E9EC1804-7E66-B042-BB9C-1A720B162A2C}" dt="2021-01-19T10:20:17.672" v="5927" actId="20577"/>
        <pc:sldMkLst>
          <pc:docMk/>
          <pc:sldMk cId="1699552746" sldId="297"/>
        </pc:sldMkLst>
        <pc:spChg chg="mod">
          <ac:chgData name="横川 真美" userId="96ada2ef-5857-4dd3-85ae-6d384a6603bc" providerId="ADAL" clId="{E9EC1804-7E66-B042-BB9C-1A720B162A2C}" dt="2021-01-19T10:20:17.672" v="5927" actId="20577"/>
          <ac:spMkLst>
            <pc:docMk/>
            <pc:sldMk cId="1699552746" sldId="297"/>
            <ac:spMk id="2" creationId="{AA47A915-A067-CB47-9FEA-3900A2686239}"/>
          </ac:spMkLst>
        </pc:spChg>
      </pc:sldChg>
      <pc:sldChg chg="modSp">
        <pc:chgData name="横川 真美" userId="96ada2ef-5857-4dd3-85ae-6d384a6603bc" providerId="ADAL" clId="{E9EC1804-7E66-B042-BB9C-1A720B162A2C}" dt="2021-01-19T08:41:52.481" v="3412"/>
        <pc:sldMkLst>
          <pc:docMk/>
          <pc:sldMk cId="1454236366" sldId="300"/>
        </pc:sldMkLst>
        <pc:spChg chg="mod">
          <ac:chgData name="横川 真美" userId="96ada2ef-5857-4dd3-85ae-6d384a6603bc" providerId="ADAL" clId="{E9EC1804-7E66-B042-BB9C-1A720B162A2C}" dt="2021-01-19T08:41:52.481" v="3412"/>
          <ac:spMkLst>
            <pc:docMk/>
            <pc:sldMk cId="1454236366" sldId="300"/>
            <ac:spMk id="2" creationId="{9ADCFFC4-81ED-1F47-A50E-FE07BEDDF46F}"/>
          </ac:spMkLst>
        </pc:spChg>
      </pc:sldChg>
      <pc:sldChg chg="modSp mod">
        <pc:chgData name="横川 真美" userId="96ada2ef-5857-4dd3-85ae-6d384a6603bc" providerId="ADAL" clId="{E9EC1804-7E66-B042-BB9C-1A720B162A2C}" dt="2021-01-19T08:41:58.958" v="3417" actId="20577"/>
        <pc:sldMkLst>
          <pc:docMk/>
          <pc:sldMk cId="3400802779" sldId="301"/>
        </pc:sldMkLst>
        <pc:spChg chg="mod">
          <ac:chgData name="横川 真美" userId="96ada2ef-5857-4dd3-85ae-6d384a6603bc" providerId="ADAL" clId="{E9EC1804-7E66-B042-BB9C-1A720B162A2C}" dt="2021-01-19T08:41:58.958" v="3417" actId="20577"/>
          <ac:spMkLst>
            <pc:docMk/>
            <pc:sldMk cId="3400802779" sldId="301"/>
            <ac:spMk id="2" creationId="{C7366653-016B-DF42-9372-D9CFC9823F04}"/>
          </ac:spMkLst>
        </pc:spChg>
      </pc:sldChg>
      <pc:sldChg chg="modSp mod">
        <pc:chgData name="横川 真美" userId="96ada2ef-5857-4dd3-85ae-6d384a6603bc" providerId="ADAL" clId="{E9EC1804-7E66-B042-BB9C-1A720B162A2C}" dt="2021-01-19T08:42:05.841" v="3422" actId="20577"/>
        <pc:sldMkLst>
          <pc:docMk/>
          <pc:sldMk cId="561172512" sldId="302"/>
        </pc:sldMkLst>
        <pc:spChg chg="mod">
          <ac:chgData name="横川 真美" userId="96ada2ef-5857-4dd3-85ae-6d384a6603bc" providerId="ADAL" clId="{E9EC1804-7E66-B042-BB9C-1A720B162A2C}" dt="2021-01-19T08:42:05.841" v="3422" actId="20577"/>
          <ac:spMkLst>
            <pc:docMk/>
            <pc:sldMk cId="561172512" sldId="302"/>
            <ac:spMk id="2" creationId="{22C49D91-685F-AF42-9B75-3E086565EF9E}"/>
          </ac:spMkLst>
        </pc:spChg>
      </pc:sldChg>
      <pc:sldChg chg="modSp mod">
        <pc:chgData name="横川 真美" userId="96ada2ef-5857-4dd3-85ae-6d384a6603bc" providerId="ADAL" clId="{E9EC1804-7E66-B042-BB9C-1A720B162A2C}" dt="2021-01-19T08:42:16.155" v="3442" actId="20577"/>
        <pc:sldMkLst>
          <pc:docMk/>
          <pc:sldMk cId="1621706811" sldId="304"/>
        </pc:sldMkLst>
        <pc:spChg chg="mod">
          <ac:chgData name="横川 真美" userId="96ada2ef-5857-4dd3-85ae-6d384a6603bc" providerId="ADAL" clId="{E9EC1804-7E66-B042-BB9C-1A720B162A2C}" dt="2021-01-19T08:42:16.155" v="3442" actId="20577"/>
          <ac:spMkLst>
            <pc:docMk/>
            <pc:sldMk cId="1621706811" sldId="304"/>
            <ac:spMk id="2" creationId="{66C91C2C-1F1E-0842-BCC3-AB54B0629F68}"/>
          </ac:spMkLst>
        </pc:spChg>
      </pc:sldChg>
      <pc:sldChg chg="addSp delSp modSp mod">
        <pc:chgData name="横川 真美" userId="96ada2ef-5857-4dd3-85ae-6d384a6603bc" providerId="ADAL" clId="{E9EC1804-7E66-B042-BB9C-1A720B162A2C}" dt="2021-01-22T08:02:05.751" v="6385" actId="1076"/>
        <pc:sldMkLst>
          <pc:docMk/>
          <pc:sldMk cId="3774475954" sldId="305"/>
        </pc:sldMkLst>
        <pc:spChg chg="mod">
          <ac:chgData name="横川 真美" userId="96ada2ef-5857-4dd3-85ae-6d384a6603bc" providerId="ADAL" clId="{E9EC1804-7E66-B042-BB9C-1A720B162A2C}" dt="2021-01-22T07:59:45.786" v="6321" actId="20577"/>
          <ac:spMkLst>
            <pc:docMk/>
            <pc:sldMk cId="3774475954" sldId="305"/>
            <ac:spMk id="2" creationId="{5E9F15F5-C23A-C545-962D-FF34A94A9325}"/>
          </ac:spMkLst>
        </pc:spChg>
        <pc:spChg chg="del mod">
          <ac:chgData name="横川 真美" userId="96ada2ef-5857-4dd3-85ae-6d384a6603bc" providerId="ADAL" clId="{E9EC1804-7E66-B042-BB9C-1A720B162A2C}" dt="2021-01-22T08:01:53.689" v="6384" actId="478"/>
          <ac:spMkLst>
            <pc:docMk/>
            <pc:sldMk cId="3774475954" sldId="305"/>
            <ac:spMk id="4" creationId="{80EF8DFD-8182-FE4E-BDB5-F874D2243A71}"/>
          </ac:spMkLst>
        </pc:spChg>
        <pc:spChg chg="add mod">
          <ac:chgData name="横川 真美" userId="96ada2ef-5857-4dd3-85ae-6d384a6603bc" providerId="ADAL" clId="{E9EC1804-7E66-B042-BB9C-1A720B162A2C}" dt="2021-01-22T08:02:05.751" v="6385" actId="1076"/>
          <ac:spMkLst>
            <pc:docMk/>
            <pc:sldMk cId="3774475954" sldId="305"/>
            <ac:spMk id="6" creationId="{8EC84E8B-C7D1-0749-B1AB-18C8233DEE7E}"/>
          </ac:spMkLst>
        </pc:spChg>
        <pc:spChg chg="add mod">
          <ac:chgData name="横川 真美" userId="96ada2ef-5857-4dd3-85ae-6d384a6603bc" providerId="ADAL" clId="{E9EC1804-7E66-B042-BB9C-1A720B162A2C}" dt="2021-01-22T07:59:17.865" v="6312" actId="1076"/>
          <ac:spMkLst>
            <pc:docMk/>
            <pc:sldMk cId="3774475954" sldId="305"/>
            <ac:spMk id="9" creationId="{A1BC9A91-7A9A-0C43-81FC-98320AD2881D}"/>
          </ac:spMkLst>
        </pc:spChg>
        <pc:spChg chg="add mod">
          <ac:chgData name="横川 真美" userId="96ada2ef-5857-4dd3-85ae-6d384a6603bc" providerId="ADAL" clId="{E9EC1804-7E66-B042-BB9C-1A720B162A2C}" dt="2021-01-22T08:01:41.937" v="6382" actId="1076"/>
          <ac:spMkLst>
            <pc:docMk/>
            <pc:sldMk cId="3774475954" sldId="305"/>
            <ac:spMk id="12" creationId="{E120B070-E9AD-7A4D-8D89-FC1839FABB8B}"/>
          </ac:spMkLst>
        </pc:spChg>
        <pc:grpChg chg="add mod">
          <ac:chgData name="横川 真美" userId="96ada2ef-5857-4dd3-85ae-6d384a6603bc" providerId="ADAL" clId="{E9EC1804-7E66-B042-BB9C-1A720B162A2C}" dt="2021-01-22T08:02:05.751" v="6385" actId="1076"/>
          <ac:grpSpMkLst>
            <pc:docMk/>
            <pc:sldMk cId="3774475954" sldId="305"/>
            <ac:grpSpMk id="7" creationId="{52DF9FE5-B2DC-B042-90C8-832D41CE32B5}"/>
          </ac:grpSpMkLst>
        </pc:grpChg>
        <pc:grpChg chg="add mod">
          <ac:chgData name="横川 真美" userId="96ada2ef-5857-4dd3-85ae-6d384a6603bc" providerId="ADAL" clId="{E9EC1804-7E66-B042-BB9C-1A720B162A2C}" dt="2021-01-22T08:01:13.340" v="6378" actId="1076"/>
          <ac:grpSpMkLst>
            <pc:docMk/>
            <pc:sldMk cId="3774475954" sldId="305"/>
            <ac:grpSpMk id="10" creationId="{9967EB35-2C5C-AC4D-A595-BFD30D6302A1}"/>
          </ac:grpSpMkLst>
        </pc:grpChg>
        <pc:grpChg chg="add mod">
          <ac:chgData name="横川 真美" userId="96ada2ef-5857-4dd3-85ae-6d384a6603bc" providerId="ADAL" clId="{E9EC1804-7E66-B042-BB9C-1A720B162A2C}" dt="2021-01-22T08:01:21.588" v="6379" actId="1076"/>
          <ac:grpSpMkLst>
            <pc:docMk/>
            <pc:sldMk cId="3774475954" sldId="305"/>
            <ac:grpSpMk id="13" creationId="{AEA97B26-8781-DA4A-B173-135DF62529DB}"/>
          </ac:grpSpMkLst>
        </pc:grpChg>
        <pc:picChg chg="add mod">
          <ac:chgData name="横川 真美" userId="96ada2ef-5857-4dd3-85ae-6d384a6603bc" providerId="ADAL" clId="{E9EC1804-7E66-B042-BB9C-1A720B162A2C}" dt="2021-01-22T08:02:05.751" v="6385" actId="1076"/>
          <ac:picMkLst>
            <pc:docMk/>
            <pc:sldMk cId="3774475954" sldId="305"/>
            <ac:picMk id="5" creationId="{44161A5E-C5A3-A648-B056-855901F28131}"/>
          </ac:picMkLst>
        </pc:picChg>
        <pc:picChg chg="add mod">
          <ac:chgData name="横川 真美" userId="96ada2ef-5857-4dd3-85ae-6d384a6603bc" providerId="ADAL" clId="{E9EC1804-7E66-B042-BB9C-1A720B162A2C}" dt="2021-01-22T07:59:25.544" v="6314" actId="1076"/>
          <ac:picMkLst>
            <pc:docMk/>
            <pc:sldMk cId="3774475954" sldId="305"/>
            <ac:picMk id="8" creationId="{8DBD666F-B3A2-5647-B171-C81BE9F94FF2}"/>
          </ac:picMkLst>
        </pc:picChg>
        <pc:picChg chg="add mod">
          <ac:chgData name="横川 真美" userId="96ada2ef-5857-4dd3-85ae-6d384a6603bc" providerId="ADAL" clId="{E9EC1804-7E66-B042-BB9C-1A720B162A2C}" dt="2021-01-22T08:01:37.110" v="6381" actId="1076"/>
          <ac:picMkLst>
            <pc:docMk/>
            <pc:sldMk cId="3774475954" sldId="305"/>
            <ac:picMk id="11" creationId="{28D5329C-4FF5-4648-A1FC-5F8F3E168CD6}"/>
          </ac:picMkLst>
        </pc:picChg>
      </pc:sldChg>
      <pc:sldChg chg="addSp delSp modSp mod">
        <pc:chgData name="横川 真美" userId="96ada2ef-5857-4dd3-85ae-6d384a6603bc" providerId="ADAL" clId="{E9EC1804-7E66-B042-BB9C-1A720B162A2C}" dt="2021-01-22T08:39:46.459" v="6709" actId="478"/>
        <pc:sldMkLst>
          <pc:docMk/>
          <pc:sldMk cId="278828678" sldId="308"/>
        </pc:sldMkLst>
        <pc:spChg chg="mod">
          <ac:chgData name="横川 真美" userId="96ada2ef-5857-4dd3-85ae-6d384a6603bc" providerId="ADAL" clId="{E9EC1804-7E66-B042-BB9C-1A720B162A2C}" dt="2021-01-19T09:29:03.105" v="4670" actId="403"/>
          <ac:spMkLst>
            <pc:docMk/>
            <pc:sldMk cId="278828678" sldId="308"/>
            <ac:spMk id="2" creationId="{0185D38B-D5EE-9D42-8549-67BFB9227BF1}"/>
          </ac:spMkLst>
        </pc:spChg>
        <pc:spChg chg="mod">
          <ac:chgData name="横川 真美" userId="96ada2ef-5857-4dd3-85ae-6d384a6603bc" providerId="ADAL" clId="{E9EC1804-7E66-B042-BB9C-1A720B162A2C}" dt="2021-01-19T09:57:28.272" v="5395" actId="20577"/>
          <ac:spMkLst>
            <pc:docMk/>
            <pc:sldMk cId="278828678" sldId="308"/>
            <ac:spMk id="3" creationId="{D10E7C59-C6E3-1B4C-A1E4-8339054B30DB}"/>
          </ac:spMkLst>
        </pc:spChg>
        <pc:spChg chg="del mod">
          <ac:chgData name="横川 真美" userId="96ada2ef-5857-4dd3-85ae-6d384a6603bc" providerId="ADAL" clId="{E9EC1804-7E66-B042-BB9C-1A720B162A2C}" dt="2021-01-19T09:27:56.281" v="4649" actId="478"/>
          <ac:spMkLst>
            <pc:docMk/>
            <pc:sldMk cId="278828678" sldId="308"/>
            <ac:spMk id="5" creationId="{CABA3CA1-FCA7-2142-88DC-7733E493DBEC}"/>
          </ac:spMkLst>
        </pc:spChg>
        <pc:spChg chg="add mod">
          <ac:chgData name="横川 真美" userId="96ada2ef-5857-4dd3-85ae-6d384a6603bc" providerId="ADAL" clId="{E9EC1804-7E66-B042-BB9C-1A720B162A2C}" dt="2021-01-19T09:31:08.016" v="4719" actId="1076"/>
          <ac:spMkLst>
            <pc:docMk/>
            <pc:sldMk cId="278828678" sldId="308"/>
            <ac:spMk id="8" creationId="{82DBBD3C-14D5-9543-A3BB-A284D685C5EC}"/>
          </ac:spMkLst>
        </pc:spChg>
        <pc:spChg chg="add del mod">
          <ac:chgData name="横川 真美" userId="96ada2ef-5857-4dd3-85ae-6d384a6603bc" providerId="ADAL" clId="{E9EC1804-7E66-B042-BB9C-1A720B162A2C}" dt="2021-01-19T09:28:37.656" v="4662" actId="478"/>
          <ac:spMkLst>
            <pc:docMk/>
            <pc:sldMk cId="278828678" sldId="308"/>
            <ac:spMk id="10" creationId="{FD42A600-AD8E-324A-936C-F2862822A312}"/>
          </ac:spMkLst>
        </pc:spChg>
        <pc:spChg chg="add del mod">
          <ac:chgData name="横川 真美" userId="96ada2ef-5857-4dd3-85ae-6d384a6603bc" providerId="ADAL" clId="{E9EC1804-7E66-B042-BB9C-1A720B162A2C}" dt="2021-01-22T08:39:46.459" v="6709" actId="478"/>
          <ac:spMkLst>
            <pc:docMk/>
            <pc:sldMk cId="278828678" sldId="308"/>
            <ac:spMk id="11" creationId="{79D52346-0C6D-A04C-AA3A-23E1E84475D3}"/>
          </ac:spMkLst>
        </pc:spChg>
        <pc:picChg chg="del">
          <ac:chgData name="横川 真美" userId="96ada2ef-5857-4dd3-85ae-6d384a6603bc" providerId="ADAL" clId="{E9EC1804-7E66-B042-BB9C-1A720B162A2C}" dt="2021-01-19T09:26:02.167" v="4477" actId="478"/>
          <ac:picMkLst>
            <pc:docMk/>
            <pc:sldMk cId="278828678" sldId="308"/>
            <ac:picMk id="6" creationId="{FB7956AD-8C79-0D48-A09E-429B9946F8D4}"/>
          </ac:picMkLst>
        </pc:picChg>
        <pc:picChg chg="del">
          <ac:chgData name="横川 真美" userId="96ada2ef-5857-4dd3-85ae-6d384a6603bc" providerId="ADAL" clId="{E9EC1804-7E66-B042-BB9C-1A720B162A2C}" dt="2021-01-19T09:26:03.334" v="4478" actId="478"/>
          <ac:picMkLst>
            <pc:docMk/>
            <pc:sldMk cId="278828678" sldId="308"/>
            <ac:picMk id="9" creationId="{FEEA4CD4-A4D7-3D43-9256-7A2B8B327D3F}"/>
          </ac:picMkLst>
        </pc:picChg>
      </pc:sldChg>
      <pc:sldChg chg="addSp delSp modSp mod">
        <pc:chgData name="横川 真美" userId="96ada2ef-5857-4dd3-85ae-6d384a6603bc" providerId="ADAL" clId="{E9EC1804-7E66-B042-BB9C-1A720B162A2C}" dt="2021-01-19T10:03:40.935" v="5659" actId="20577"/>
        <pc:sldMkLst>
          <pc:docMk/>
          <pc:sldMk cId="4020718689" sldId="309"/>
        </pc:sldMkLst>
        <pc:spChg chg="mod">
          <ac:chgData name="横川 真美" userId="96ada2ef-5857-4dd3-85ae-6d384a6603bc" providerId="ADAL" clId="{E9EC1804-7E66-B042-BB9C-1A720B162A2C}" dt="2021-01-19T10:03:31.437" v="5657" actId="1076"/>
          <ac:spMkLst>
            <pc:docMk/>
            <pc:sldMk cId="4020718689" sldId="309"/>
            <ac:spMk id="2" creationId="{E42DE005-52B1-F740-A878-350B3EAF808A}"/>
          </ac:spMkLst>
        </pc:spChg>
        <pc:spChg chg="mod">
          <ac:chgData name="横川 真美" userId="96ada2ef-5857-4dd3-85ae-6d384a6603bc" providerId="ADAL" clId="{E9EC1804-7E66-B042-BB9C-1A720B162A2C}" dt="2021-01-19T10:03:40.935" v="5659" actId="20577"/>
          <ac:spMkLst>
            <pc:docMk/>
            <pc:sldMk cId="4020718689" sldId="309"/>
            <ac:spMk id="3" creationId="{9D11E0BA-51D6-A949-ADF4-CA2BAC69BDC2}"/>
          </ac:spMkLst>
        </pc:spChg>
        <pc:spChg chg="add del mod">
          <ac:chgData name="横川 真美" userId="96ada2ef-5857-4dd3-85ae-6d384a6603bc" providerId="ADAL" clId="{E9EC1804-7E66-B042-BB9C-1A720B162A2C}" dt="2021-01-19T02:32:15.618" v="1007" actId="478"/>
          <ac:spMkLst>
            <pc:docMk/>
            <pc:sldMk cId="4020718689" sldId="309"/>
            <ac:spMk id="4" creationId="{AAB1C678-6A99-4242-9962-198BDB7A83E7}"/>
          </ac:spMkLst>
        </pc:spChg>
        <pc:spChg chg="mod">
          <ac:chgData name="横川 真美" userId="96ada2ef-5857-4dd3-85ae-6d384a6603bc" providerId="ADAL" clId="{E9EC1804-7E66-B042-BB9C-1A720B162A2C}" dt="2021-01-19T02:44:59.645" v="1511" actId="207"/>
          <ac:spMkLst>
            <pc:docMk/>
            <pc:sldMk cId="4020718689" sldId="309"/>
            <ac:spMk id="5" creationId="{DAA8135B-8B54-AC4B-8A5F-FB9ACFCC34FF}"/>
          </ac:spMkLst>
        </pc:spChg>
        <pc:spChg chg="del mod">
          <ac:chgData name="横川 真美" userId="96ada2ef-5857-4dd3-85ae-6d384a6603bc" providerId="ADAL" clId="{E9EC1804-7E66-B042-BB9C-1A720B162A2C}" dt="2021-01-19T02:32:49.862" v="1019" actId="478"/>
          <ac:spMkLst>
            <pc:docMk/>
            <pc:sldMk cId="4020718689" sldId="309"/>
            <ac:spMk id="7" creationId="{ECF25589-38FA-084C-B556-1C2CD896BEB2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09:57:55.913" v="5434" actId="20577"/>
        <pc:sldMkLst>
          <pc:docMk/>
          <pc:sldMk cId="2702420798" sldId="312"/>
        </pc:sldMkLst>
        <pc:spChg chg="mod">
          <ac:chgData name="横川 真美" userId="96ada2ef-5857-4dd3-85ae-6d384a6603bc" providerId="ADAL" clId="{E9EC1804-7E66-B042-BB9C-1A720B162A2C}" dt="2021-01-19T09:32:21.523" v="4748" actId="404"/>
          <ac:spMkLst>
            <pc:docMk/>
            <pc:sldMk cId="2702420798" sldId="312"/>
            <ac:spMk id="2" creationId="{489FDBEC-8415-F441-9020-61C2FD0380CB}"/>
          </ac:spMkLst>
        </pc:spChg>
        <pc:spChg chg="mod">
          <ac:chgData name="横川 真美" userId="96ada2ef-5857-4dd3-85ae-6d384a6603bc" providerId="ADAL" clId="{E9EC1804-7E66-B042-BB9C-1A720B162A2C}" dt="2021-01-19T09:57:55.913" v="5434" actId="20577"/>
          <ac:spMkLst>
            <pc:docMk/>
            <pc:sldMk cId="2702420798" sldId="312"/>
            <ac:spMk id="3" creationId="{A8A703BC-A3DC-EF46-91FF-E980D92F3986}"/>
          </ac:spMkLst>
        </pc:spChg>
        <pc:spChg chg="add del mod">
          <ac:chgData name="横川 真美" userId="96ada2ef-5857-4dd3-85ae-6d384a6603bc" providerId="ADAL" clId="{E9EC1804-7E66-B042-BB9C-1A720B162A2C}" dt="2021-01-19T09:31:47.914" v="4742" actId="478"/>
          <ac:spMkLst>
            <pc:docMk/>
            <pc:sldMk cId="2702420798" sldId="312"/>
            <ac:spMk id="4" creationId="{2C667B26-D40F-0C44-9822-BF74F7DB8437}"/>
          </ac:spMkLst>
        </pc:spChg>
        <pc:spChg chg="add mod">
          <ac:chgData name="横川 真美" userId="96ada2ef-5857-4dd3-85ae-6d384a6603bc" providerId="ADAL" clId="{E9EC1804-7E66-B042-BB9C-1A720B162A2C}" dt="2021-01-19T09:33:07.343" v="4783" actId="207"/>
          <ac:spMkLst>
            <pc:docMk/>
            <pc:sldMk cId="2702420798" sldId="312"/>
            <ac:spMk id="5" creationId="{24901B1E-6CEA-F747-98E1-2F109B8FC60F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09:58:01.158" v="5438" actId="20577"/>
        <pc:sldMkLst>
          <pc:docMk/>
          <pc:sldMk cId="3909136622" sldId="314"/>
        </pc:sldMkLst>
        <pc:spChg chg="mod">
          <ac:chgData name="横川 真美" userId="96ada2ef-5857-4dd3-85ae-6d384a6603bc" providerId="ADAL" clId="{E9EC1804-7E66-B042-BB9C-1A720B162A2C}" dt="2021-01-19T09:36:05.124" v="4838" actId="113"/>
          <ac:spMkLst>
            <pc:docMk/>
            <pc:sldMk cId="3909136622" sldId="314"/>
            <ac:spMk id="2" creationId="{5CAF33BE-8EF0-7847-94CE-80A55372AA75}"/>
          </ac:spMkLst>
        </pc:spChg>
        <pc:spChg chg="mod">
          <ac:chgData name="横川 真美" userId="96ada2ef-5857-4dd3-85ae-6d384a6603bc" providerId="ADAL" clId="{E9EC1804-7E66-B042-BB9C-1A720B162A2C}" dt="2021-01-19T09:58:01.158" v="5438" actId="20577"/>
          <ac:spMkLst>
            <pc:docMk/>
            <pc:sldMk cId="3909136622" sldId="314"/>
            <ac:spMk id="3" creationId="{84146B61-474B-CA46-8435-46D64061806C}"/>
          </ac:spMkLst>
        </pc:spChg>
        <pc:spChg chg="add del mod">
          <ac:chgData name="横川 真美" userId="96ada2ef-5857-4dd3-85ae-6d384a6603bc" providerId="ADAL" clId="{E9EC1804-7E66-B042-BB9C-1A720B162A2C}" dt="2021-01-19T09:31:56.261" v="4744" actId="478"/>
          <ac:spMkLst>
            <pc:docMk/>
            <pc:sldMk cId="3909136622" sldId="314"/>
            <ac:spMk id="4" creationId="{4EF8B602-BF32-2544-B25D-764AC751DBE9}"/>
          </ac:spMkLst>
        </pc:spChg>
        <pc:spChg chg="del mod">
          <ac:chgData name="横川 真美" userId="96ada2ef-5857-4dd3-85ae-6d384a6603bc" providerId="ADAL" clId="{E9EC1804-7E66-B042-BB9C-1A720B162A2C}" dt="2021-01-19T09:32:37.411" v="4756" actId="478"/>
          <ac:spMkLst>
            <pc:docMk/>
            <pc:sldMk cId="3909136622" sldId="314"/>
            <ac:spMk id="5" creationId="{366A3B13-F357-FC4F-BD64-91728D687554}"/>
          </ac:spMkLst>
        </pc:spChg>
        <pc:spChg chg="add mod">
          <ac:chgData name="横川 真美" userId="96ada2ef-5857-4dd3-85ae-6d384a6603bc" providerId="ADAL" clId="{E9EC1804-7E66-B042-BB9C-1A720B162A2C}" dt="2021-01-19T09:32:48.709" v="4762" actId="207"/>
          <ac:spMkLst>
            <pc:docMk/>
            <pc:sldMk cId="3909136622" sldId="314"/>
            <ac:spMk id="6" creationId="{E2962397-E0C4-3D4D-AF3E-0D853DDB3F24}"/>
          </ac:spMkLst>
        </pc:spChg>
      </pc:sldChg>
      <pc:sldChg chg="modSp mod">
        <pc:chgData name="横川 真美" userId="96ada2ef-5857-4dd3-85ae-6d384a6603bc" providerId="ADAL" clId="{E9EC1804-7E66-B042-BB9C-1A720B162A2C}" dt="2021-01-19T08:42:55.136" v="3468" actId="20577"/>
        <pc:sldMkLst>
          <pc:docMk/>
          <pc:sldMk cId="3833547078" sldId="316"/>
        </pc:sldMkLst>
        <pc:spChg chg="mod">
          <ac:chgData name="横川 真美" userId="96ada2ef-5857-4dd3-85ae-6d384a6603bc" providerId="ADAL" clId="{E9EC1804-7E66-B042-BB9C-1A720B162A2C}" dt="2021-01-19T08:42:53.679" v="3463"/>
          <ac:spMkLst>
            <pc:docMk/>
            <pc:sldMk cId="3833547078" sldId="316"/>
            <ac:spMk id="2" creationId="{C0EA8435-4797-CD46-85EA-C02A639FA06A}"/>
          </ac:spMkLst>
        </pc:spChg>
        <pc:spChg chg="mod">
          <ac:chgData name="横川 真美" userId="96ada2ef-5857-4dd3-85ae-6d384a6603bc" providerId="ADAL" clId="{E9EC1804-7E66-B042-BB9C-1A720B162A2C}" dt="2021-01-19T08:42:55.136" v="3468" actId="20577"/>
          <ac:spMkLst>
            <pc:docMk/>
            <pc:sldMk cId="3833547078" sldId="316"/>
            <ac:spMk id="3" creationId="{29CE4AB5-ED66-9A46-87EC-6A644329CF3A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10:04:26.980" v="5697" actId="20577"/>
        <pc:sldMkLst>
          <pc:docMk/>
          <pc:sldMk cId="1908731638" sldId="319"/>
        </pc:sldMkLst>
        <pc:spChg chg="mod">
          <ac:chgData name="横川 真美" userId="96ada2ef-5857-4dd3-85ae-6d384a6603bc" providerId="ADAL" clId="{E9EC1804-7E66-B042-BB9C-1A720B162A2C}" dt="2021-01-19T08:07:49.169" v="2790" actId="113"/>
          <ac:spMkLst>
            <pc:docMk/>
            <pc:sldMk cId="1908731638" sldId="319"/>
            <ac:spMk id="2" creationId="{3A9B361D-FE4F-2249-B54E-9FA43689D181}"/>
          </ac:spMkLst>
        </pc:spChg>
        <pc:spChg chg="mod">
          <ac:chgData name="横川 真美" userId="96ada2ef-5857-4dd3-85ae-6d384a6603bc" providerId="ADAL" clId="{E9EC1804-7E66-B042-BB9C-1A720B162A2C}" dt="2021-01-19T10:04:26.980" v="5697" actId="20577"/>
          <ac:spMkLst>
            <pc:docMk/>
            <pc:sldMk cId="1908731638" sldId="319"/>
            <ac:spMk id="3" creationId="{BD385858-7196-0949-B5FA-7D01DEAA2DA7}"/>
          </ac:spMkLst>
        </pc:spChg>
        <pc:spChg chg="mod">
          <ac:chgData name="横川 真美" userId="96ada2ef-5857-4dd3-85ae-6d384a6603bc" providerId="ADAL" clId="{E9EC1804-7E66-B042-BB9C-1A720B162A2C}" dt="2021-01-19T09:51:59.334" v="5202" actId="20577"/>
          <ac:spMkLst>
            <pc:docMk/>
            <pc:sldMk cId="1908731638" sldId="319"/>
            <ac:spMk id="4" creationId="{DD67DCEC-8FF0-8849-8B06-658CE2A82B28}"/>
          </ac:spMkLst>
        </pc:spChg>
        <pc:spChg chg="del mod">
          <ac:chgData name="横川 真美" userId="96ada2ef-5857-4dd3-85ae-6d384a6603bc" providerId="ADAL" clId="{E9EC1804-7E66-B042-BB9C-1A720B162A2C}" dt="2021-01-19T08:03:39.539" v="2616" actId="478"/>
          <ac:spMkLst>
            <pc:docMk/>
            <pc:sldMk cId="1908731638" sldId="319"/>
            <ac:spMk id="7" creationId="{78C7FD14-4A4A-A14F-BEB2-08865C8CBB81}"/>
          </ac:spMkLst>
        </pc:spChg>
        <pc:spChg chg="del mod">
          <ac:chgData name="横川 真美" userId="96ada2ef-5857-4dd3-85ae-6d384a6603bc" providerId="ADAL" clId="{E9EC1804-7E66-B042-BB9C-1A720B162A2C}" dt="2021-01-19T08:05:10.676" v="2661" actId="478"/>
          <ac:spMkLst>
            <pc:docMk/>
            <pc:sldMk cId="1908731638" sldId="319"/>
            <ac:spMk id="8" creationId="{5E7150B1-58ED-C342-9080-EFA2A4342663}"/>
          </ac:spMkLst>
        </pc:spChg>
        <pc:spChg chg="add del mod">
          <ac:chgData name="横川 真美" userId="96ada2ef-5857-4dd3-85ae-6d384a6603bc" providerId="ADAL" clId="{E9EC1804-7E66-B042-BB9C-1A720B162A2C}" dt="2021-01-19T08:08:45.531" v="2834" actId="478"/>
          <ac:spMkLst>
            <pc:docMk/>
            <pc:sldMk cId="1908731638" sldId="319"/>
            <ac:spMk id="9" creationId="{98888FBA-A1AD-A940-88DB-C818A38FD5DB}"/>
          </ac:spMkLst>
        </pc:spChg>
        <pc:spChg chg="add mod">
          <ac:chgData name="横川 真美" userId="96ada2ef-5857-4dd3-85ae-6d384a6603bc" providerId="ADAL" clId="{E9EC1804-7E66-B042-BB9C-1A720B162A2C}" dt="2021-01-19T08:11:17.136" v="2890" actId="14100"/>
          <ac:spMkLst>
            <pc:docMk/>
            <pc:sldMk cId="1908731638" sldId="319"/>
            <ac:spMk id="10" creationId="{BCBD54E4-43B0-7B4C-9EF1-02B440A62485}"/>
          </ac:spMkLst>
        </pc:spChg>
        <pc:spChg chg="add mod">
          <ac:chgData name="横川 真美" userId="96ada2ef-5857-4dd3-85ae-6d384a6603bc" providerId="ADAL" clId="{E9EC1804-7E66-B042-BB9C-1A720B162A2C}" dt="2021-01-19T09:51:33.471" v="5195" actId="403"/>
          <ac:spMkLst>
            <pc:docMk/>
            <pc:sldMk cId="1908731638" sldId="319"/>
            <ac:spMk id="11" creationId="{A2021B17-B28E-4440-B028-E82C420BAD25}"/>
          </ac:spMkLst>
        </pc:spChg>
      </pc:sldChg>
      <pc:sldChg chg="addSp modSp mod">
        <pc:chgData name="横川 真美" userId="96ada2ef-5857-4dd3-85ae-6d384a6603bc" providerId="ADAL" clId="{E9EC1804-7E66-B042-BB9C-1A720B162A2C}" dt="2021-01-19T10:21:01.606" v="5939" actId="20577"/>
        <pc:sldMkLst>
          <pc:docMk/>
          <pc:sldMk cId="3408041699" sldId="321"/>
        </pc:sldMkLst>
        <pc:spChg chg="mod">
          <ac:chgData name="横川 真美" userId="96ada2ef-5857-4dd3-85ae-6d384a6603bc" providerId="ADAL" clId="{E9EC1804-7E66-B042-BB9C-1A720B162A2C}" dt="2021-01-19T10:21:01.606" v="5939" actId="20577"/>
          <ac:spMkLst>
            <pc:docMk/>
            <pc:sldMk cId="3408041699" sldId="321"/>
            <ac:spMk id="2" creationId="{8B85FAF6-B9C5-8547-98B1-2175080BB020}"/>
          </ac:spMkLst>
        </pc:spChg>
        <pc:spChg chg="mod">
          <ac:chgData name="横川 真美" userId="96ada2ef-5857-4dd3-85ae-6d384a6603bc" providerId="ADAL" clId="{E9EC1804-7E66-B042-BB9C-1A720B162A2C}" dt="2021-01-19T10:04:18.670" v="5689" actId="20577"/>
          <ac:spMkLst>
            <pc:docMk/>
            <pc:sldMk cId="3408041699" sldId="321"/>
            <ac:spMk id="3" creationId="{EEB639DB-2EA8-814C-B34E-1451FD8D18AE}"/>
          </ac:spMkLst>
        </pc:spChg>
        <pc:spChg chg="add mod">
          <ac:chgData name="横川 真美" userId="96ada2ef-5857-4dd3-85ae-6d384a6603bc" providerId="ADAL" clId="{E9EC1804-7E66-B042-BB9C-1A720B162A2C}" dt="2021-01-19T09:47:01.760" v="5058" actId="1076"/>
          <ac:spMkLst>
            <pc:docMk/>
            <pc:sldMk cId="3408041699" sldId="321"/>
            <ac:spMk id="4" creationId="{0EFE4FD6-8141-4442-8984-0743B2272B5B}"/>
          </ac:spMkLst>
        </pc:spChg>
        <pc:spChg chg="add mod">
          <ac:chgData name="横川 真美" userId="96ada2ef-5857-4dd3-85ae-6d384a6603bc" providerId="ADAL" clId="{E9EC1804-7E66-B042-BB9C-1A720B162A2C}" dt="2021-01-19T07:33:47.121" v="2082" actId="1076"/>
          <ac:spMkLst>
            <pc:docMk/>
            <pc:sldMk cId="3408041699" sldId="321"/>
            <ac:spMk id="5" creationId="{43DC7D23-6629-114C-A3CE-B775B1E0A3E3}"/>
          </ac:spMkLst>
        </pc:spChg>
      </pc:sldChg>
      <pc:sldChg chg="delSp modSp mod">
        <pc:chgData name="横川 真美" userId="96ada2ef-5857-4dd3-85ae-6d384a6603bc" providerId="ADAL" clId="{E9EC1804-7E66-B042-BB9C-1A720B162A2C}" dt="2021-01-19T10:40:52.668" v="6190" actId="14100"/>
        <pc:sldMkLst>
          <pc:docMk/>
          <pc:sldMk cId="284837070" sldId="322"/>
        </pc:sldMkLst>
        <pc:spChg chg="mod">
          <ac:chgData name="横川 真美" userId="96ada2ef-5857-4dd3-85ae-6d384a6603bc" providerId="ADAL" clId="{E9EC1804-7E66-B042-BB9C-1A720B162A2C}" dt="2021-01-19T09:40:31.109" v="4972" actId="404"/>
          <ac:spMkLst>
            <pc:docMk/>
            <pc:sldMk cId="284837070" sldId="322"/>
            <ac:spMk id="2" creationId="{5CAF33BE-8EF0-7847-94CE-80A55372AA75}"/>
          </ac:spMkLst>
        </pc:spChg>
        <pc:spChg chg="mod">
          <ac:chgData name="横川 真美" userId="96ada2ef-5857-4dd3-85ae-6d384a6603bc" providerId="ADAL" clId="{E9EC1804-7E66-B042-BB9C-1A720B162A2C}" dt="2021-01-19T10:40:52.668" v="6190" actId="14100"/>
          <ac:spMkLst>
            <pc:docMk/>
            <pc:sldMk cId="284837070" sldId="322"/>
            <ac:spMk id="4" creationId="{928877D5-9A71-7549-A8F8-B7C50DA840BE}"/>
          </ac:spMkLst>
        </pc:spChg>
        <pc:spChg chg="mod">
          <ac:chgData name="横川 真美" userId="96ada2ef-5857-4dd3-85ae-6d384a6603bc" providerId="ADAL" clId="{E9EC1804-7E66-B042-BB9C-1A720B162A2C}" dt="2021-01-19T02:48:51.735" v="1564" actId="1076"/>
          <ac:spMkLst>
            <pc:docMk/>
            <pc:sldMk cId="284837070" sldId="322"/>
            <ac:spMk id="5" creationId="{037ADAB6-851C-DE4D-BC5A-FAD17206A6BD}"/>
          </ac:spMkLst>
        </pc:spChg>
        <pc:spChg chg="del mod">
          <ac:chgData name="横川 真美" userId="96ada2ef-5857-4dd3-85ae-6d384a6603bc" providerId="ADAL" clId="{E9EC1804-7E66-B042-BB9C-1A720B162A2C}" dt="2021-01-19T02:45:47.824" v="1534" actId="478"/>
          <ac:spMkLst>
            <pc:docMk/>
            <pc:sldMk cId="284837070" sldId="322"/>
            <ac:spMk id="6" creationId="{3F349401-6E1D-0341-8F20-2544581F3B3E}"/>
          </ac:spMkLst>
        </pc:spChg>
      </pc:sldChg>
      <pc:sldChg chg="delSp modSp mod">
        <pc:chgData name="横川 真美" userId="96ada2ef-5857-4dd3-85ae-6d384a6603bc" providerId="ADAL" clId="{E9EC1804-7E66-B042-BB9C-1A720B162A2C}" dt="2021-01-19T10:03:36.836" v="5658" actId="20577"/>
        <pc:sldMkLst>
          <pc:docMk/>
          <pc:sldMk cId="305915235" sldId="326"/>
        </pc:sldMkLst>
        <pc:spChg chg="mod">
          <ac:chgData name="横川 真美" userId="96ada2ef-5857-4dd3-85ae-6d384a6603bc" providerId="ADAL" clId="{E9EC1804-7E66-B042-BB9C-1A720B162A2C}" dt="2021-01-19T10:02:54.575" v="5652" actId="14100"/>
          <ac:spMkLst>
            <pc:docMk/>
            <pc:sldMk cId="305915235" sldId="326"/>
            <ac:spMk id="2" creationId="{9EB331C7-583A-4046-97A2-52785898981F}"/>
          </ac:spMkLst>
        </pc:spChg>
        <pc:spChg chg="mod">
          <ac:chgData name="横川 真美" userId="96ada2ef-5857-4dd3-85ae-6d384a6603bc" providerId="ADAL" clId="{E9EC1804-7E66-B042-BB9C-1A720B162A2C}" dt="2021-01-19T10:03:36.836" v="5658" actId="20577"/>
          <ac:spMkLst>
            <pc:docMk/>
            <pc:sldMk cId="305915235" sldId="326"/>
            <ac:spMk id="3" creationId="{8B948027-F989-AC42-B4B0-039D7ED48935}"/>
          </ac:spMkLst>
        </pc:spChg>
        <pc:spChg chg="del">
          <ac:chgData name="横川 真美" userId="96ada2ef-5857-4dd3-85ae-6d384a6603bc" providerId="ADAL" clId="{E9EC1804-7E66-B042-BB9C-1A720B162A2C}" dt="2021-01-19T02:39:03.687" v="1309" actId="478"/>
          <ac:spMkLst>
            <pc:docMk/>
            <pc:sldMk cId="305915235" sldId="326"/>
            <ac:spMk id="4" creationId="{7C2EA290-E0DD-E84E-99E0-B652A493BECF}"/>
          </ac:spMkLst>
        </pc:spChg>
        <pc:spChg chg="del mod">
          <ac:chgData name="横川 真美" userId="96ada2ef-5857-4dd3-85ae-6d384a6603bc" providerId="ADAL" clId="{E9EC1804-7E66-B042-BB9C-1A720B162A2C}" dt="2021-01-19T02:38:54.214" v="1307" actId="478"/>
          <ac:spMkLst>
            <pc:docMk/>
            <pc:sldMk cId="305915235" sldId="326"/>
            <ac:spMk id="5" creationId="{264C56EB-7961-C445-BC1D-6EC2AC5CD96A}"/>
          </ac:spMkLst>
        </pc:spChg>
        <pc:spChg chg="mod">
          <ac:chgData name="横川 真美" userId="96ada2ef-5857-4dd3-85ae-6d384a6603bc" providerId="ADAL" clId="{E9EC1804-7E66-B042-BB9C-1A720B162A2C}" dt="2021-01-19T09:39:08.789" v="4944" actId="208"/>
          <ac:spMkLst>
            <pc:docMk/>
            <pc:sldMk cId="305915235" sldId="326"/>
            <ac:spMk id="6" creationId="{20E9C04C-7066-D04C-9DEA-51E412F2A80C}"/>
          </ac:spMkLst>
        </pc:spChg>
      </pc:sldChg>
      <pc:sldChg chg="modSp">
        <pc:chgData name="横川 真美" userId="96ada2ef-5857-4dd3-85ae-6d384a6603bc" providerId="ADAL" clId="{E9EC1804-7E66-B042-BB9C-1A720B162A2C}" dt="2021-01-19T10:11:59.995" v="5765" actId="20577"/>
        <pc:sldMkLst>
          <pc:docMk/>
          <pc:sldMk cId="1727184721" sldId="327"/>
        </pc:sldMkLst>
        <pc:spChg chg="mod">
          <ac:chgData name="横川 真美" userId="96ada2ef-5857-4dd3-85ae-6d384a6603bc" providerId="ADAL" clId="{E9EC1804-7E66-B042-BB9C-1A720B162A2C}" dt="2021-01-19T10:06:06.920" v="5744"/>
          <ac:spMkLst>
            <pc:docMk/>
            <pc:sldMk cId="1727184721" sldId="327"/>
            <ac:spMk id="2" creationId="{2C0C510F-561E-6F4C-82CC-09479DAE86C9}"/>
          </ac:spMkLst>
        </pc:spChg>
        <pc:spChg chg="mod">
          <ac:chgData name="横川 真美" userId="96ada2ef-5857-4dd3-85ae-6d384a6603bc" providerId="ADAL" clId="{E9EC1804-7E66-B042-BB9C-1A720B162A2C}" dt="2021-01-19T10:11:59.995" v="5765" actId="20577"/>
          <ac:spMkLst>
            <pc:docMk/>
            <pc:sldMk cId="1727184721" sldId="327"/>
            <ac:spMk id="4" creationId="{189A3754-1C37-2D4D-9CDA-190F3779EB96}"/>
          </ac:spMkLst>
        </pc:spChg>
      </pc:sldChg>
      <pc:sldChg chg="modSp mod">
        <pc:chgData name="横川 真美" userId="96ada2ef-5857-4dd3-85ae-6d384a6603bc" providerId="ADAL" clId="{E9EC1804-7E66-B042-BB9C-1A720B162A2C}" dt="2021-01-19T10:18:19.001" v="5900" actId="20577"/>
        <pc:sldMkLst>
          <pc:docMk/>
          <pc:sldMk cId="2059970323" sldId="328"/>
        </pc:sldMkLst>
        <pc:spChg chg="mod">
          <ac:chgData name="横川 真美" userId="96ada2ef-5857-4dd3-85ae-6d384a6603bc" providerId="ADAL" clId="{E9EC1804-7E66-B042-BB9C-1A720B162A2C}" dt="2021-01-19T10:17:37.358" v="5885" actId="20577"/>
          <ac:spMkLst>
            <pc:docMk/>
            <pc:sldMk cId="2059970323" sldId="328"/>
            <ac:spMk id="2" creationId="{11ABC81B-6B3C-C848-8323-4F176008AE78}"/>
          </ac:spMkLst>
        </pc:spChg>
        <pc:spChg chg="mod">
          <ac:chgData name="横川 真美" userId="96ada2ef-5857-4dd3-85ae-6d384a6603bc" providerId="ADAL" clId="{E9EC1804-7E66-B042-BB9C-1A720B162A2C}" dt="2021-01-19T10:18:19.001" v="5900" actId="20577"/>
          <ac:spMkLst>
            <pc:docMk/>
            <pc:sldMk cId="2059970323" sldId="328"/>
            <ac:spMk id="4" creationId="{C7F6E118-6DAB-9048-9F14-E442C7E6D875}"/>
          </ac:spMkLst>
        </pc:spChg>
      </pc:sldChg>
      <pc:sldChg chg="addSp modSp mod">
        <pc:chgData name="横川 真美" userId="96ada2ef-5857-4dd3-85ae-6d384a6603bc" providerId="ADAL" clId="{E9EC1804-7E66-B042-BB9C-1A720B162A2C}" dt="2021-01-19T10:44:00.987" v="6192" actId="20577"/>
        <pc:sldMkLst>
          <pc:docMk/>
          <pc:sldMk cId="348720666" sldId="329"/>
        </pc:sldMkLst>
        <pc:spChg chg="mod">
          <ac:chgData name="横川 真美" userId="96ada2ef-5857-4dd3-85ae-6d384a6603bc" providerId="ADAL" clId="{E9EC1804-7E66-B042-BB9C-1A720B162A2C}" dt="2021-01-19T10:44:00.987" v="6192" actId="20577"/>
          <ac:spMkLst>
            <pc:docMk/>
            <pc:sldMk cId="348720666" sldId="329"/>
            <ac:spMk id="2" creationId="{E6EE66BC-C82F-1740-93BE-73034E275737}"/>
          </ac:spMkLst>
        </pc:spChg>
        <pc:spChg chg="mod">
          <ac:chgData name="横川 真美" userId="96ada2ef-5857-4dd3-85ae-6d384a6603bc" providerId="ADAL" clId="{E9EC1804-7E66-B042-BB9C-1A720B162A2C}" dt="2021-01-19T09:55:38.744" v="5258"/>
          <ac:spMkLst>
            <pc:docMk/>
            <pc:sldMk cId="348720666" sldId="329"/>
            <ac:spMk id="3" creationId="{F0936020-2645-F64A-A1B9-496E36A4179D}"/>
          </ac:spMkLst>
        </pc:spChg>
        <pc:spChg chg="add mod">
          <ac:chgData name="横川 真美" userId="96ada2ef-5857-4dd3-85ae-6d384a6603bc" providerId="ADAL" clId="{E9EC1804-7E66-B042-BB9C-1A720B162A2C}" dt="2021-01-19T09:18:38.654" v="4287" actId="208"/>
          <ac:spMkLst>
            <pc:docMk/>
            <pc:sldMk cId="348720666" sldId="329"/>
            <ac:spMk id="4" creationId="{50059655-F240-6849-99F1-8C957CBD38E6}"/>
          </ac:spMkLst>
        </pc:spChg>
      </pc:sldChg>
      <pc:sldChg chg="modSp mod">
        <pc:chgData name="横川 真美" userId="96ada2ef-5857-4dd3-85ae-6d384a6603bc" providerId="ADAL" clId="{E9EC1804-7E66-B042-BB9C-1A720B162A2C}" dt="2021-01-19T10:44:08.635" v="6195" actId="20577"/>
        <pc:sldMkLst>
          <pc:docMk/>
          <pc:sldMk cId="2335415482" sldId="330"/>
        </pc:sldMkLst>
        <pc:spChg chg="mod">
          <ac:chgData name="横川 真美" userId="96ada2ef-5857-4dd3-85ae-6d384a6603bc" providerId="ADAL" clId="{E9EC1804-7E66-B042-BB9C-1A720B162A2C}" dt="2021-01-19T10:44:08.635" v="6195" actId="20577"/>
          <ac:spMkLst>
            <pc:docMk/>
            <pc:sldMk cId="2335415482" sldId="330"/>
            <ac:spMk id="2" creationId="{ECD7BB2B-4064-BE49-992C-731495787EB5}"/>
          </ac:spMkLst>
        </pc:spChg>
        <pc:spChg chg="mod">
          <ac:chgData name="横川 真美" userId="96ada2ef-5857-4dd3-85ae-6d384a6603bc" providerId="ADAL" clId="{E9EC1804-7E66-B042-BB9C-1A720B162A2C}" dt="2021-01-19T09:55:42.392" v="5260"/>
          <ac:spMkLst>
            <pc:docMk/>
            <pc:sldMk cId="2335415482" sldId="330"/>
            <ac:spMk id="3" creationId="{580C42F6-4659-D34F-A111-8090F0BEB79C}"/>
          </ac:spMkLst>
        </pc:spChg>
      </pc:sldChg>
      <pc:sldChg chg="modSp mod">
        <pc:chgData name="横川 真美" userId="96ada2ef-5857-4dd3-85ae-6d384a6603bc" providerId="ADAL" clId="{E9EC1804-7E66-B042-BB9C-1A720B162A2C}" dt="2021-01-19T09:07:05.460" v="4208" actId="20577"/>
        <pc:sldMkLst>
          <pc:docMk/>
          <pc:sldMk cId="2947892427" sldId="331"/>
        </pc:sldMkLst>
        <pc:spChg chg="mod">
          <ac:chgData name="横川 真美" userId="96ada2ef-5857-4dd3-85ae-6d384a6603bc" providerId="ADAL" clId="{E9EC1804-7E66-B042-BB9C-1A720B162A2C}" dt="2021-01-19T09:07:05.460" v="4208" actId="20577"/>
          <ac:spMkLst>
            <pc:docMk/>
            <pc:sldMk cId="2947892427" sldId="331"/>
            <ac:spMk id="9" creationId="{43F4527A-74FE-7544-9391-B439F3451923}"/>
          </ac:spMkLst>
        </pc:spChg>
        <pc:picChg chg="mod">
          <ac:chgData name="横川 真美" userId="96ada2ef-5857-4dd3-85ae-6d384a6603bc" providerId="ADAL" clId="{E9EC1804-7E66-B042-BB9C-1A720B162A2C}" dt="2021-01-19T09:07:02.166" v="4207" actId="1076"/>
          <ac:picMkLst>
            <pc:docMk/>
            <pc:sldMk cId="2947892427" sldId="331"/>
            <ac:picMk id="7" creationId="{4210A428-9D8F-E246-9DEA-5350000CF0E1}"/>
          </ac:picMkLst>
        </pc:picChg>
      </pc:sldChg>
      <pc:sldChg chg="addSp delSp modSp mod">
        <pc:chgData name="横川 真美" userId="96ada2ef-5857-4dd3-85ae-6d384a6603bc" providerId="ADAL" clId="{E9EC1804-7E66-B042-BB9C-1A720B162A2C}" dt="2021-01-19T09:55:13.634" v="5238" actId="20577"/>
        <pc:sldMkLst>
          <pc:docMk/>
          <pc:sldMk cId="3564033636" sldId="333"/>
        </pc:sldMkLst>
        <pc:spChg chg="del mod">
          <ac:chgData name="横川 真美" userId="96ada2ef-5857-4dd3-85ae-6d384a6603bc" providerId="ADAL" clId="{E9EC1804-7E66-B042-BB9C-1A720B162A2C}" dt="2021-01-19T08:45:11.802" v="3512" actId="478"/>
          <ac:spMkLst>
            <pc:docMk/>
            <pc:sldMk cId="3564033636" sldId="333"/>
            <ac:spMk id="2" creationId="{D1ED4912-FC5B-784A-A4D3-356E7D7F37CC}"/>
          </ac:spMkLst>
        </pc:spChg>
        <pc:spChg chg="mod">
          <ac:chgData name="横川 真美" userId="96ada2ef-5857-4dd3-85ae-6d384a6603bc" providerId="ADAL" clId="{E9EC1804-7E66-B042-BB9C-1A720B162A2C}" dt="2021-01-19T09:55:13.634" v="5238" actId="20577"/>
          <ac:spMkLst>
            <pc:docMk/>
            <pc:sldMk cId="3564033636" sldId="333"/>
            <ac:spMk id="3" creationId="{53315A05-E8ED-7740-BC70-7BFAC68FFD5D}"/>
          </ac:spMkLst>
        </pc:spChg>
        <pc:spChg chg="del mod">
          <ac:chgData name="横川 真美" userId="96ada2ef-5857-4dd3-85ae-6d384a6603bc" providerId="ADAL" clId="{E9EC1804-7E66-B042-BB9C-1A720B162A2C}" dt="2021-01-19T08:47:55.493" v="3648" actId="478"/>
          <ac:spMkLst>
            <pc:docMk/>
            <pc:sldMk cId="3564033636" sldId="333"/>
            <ac:spMk id="6" creationId="{D3136F68-9CBE-7E49-B5EB-FF45244325CD}"/>
          </ac:spMkLst>
        </pc:spChg>
        <pc:spChg chg="add mod">
          <ac:chgData name="横川 真美" userId="96ada2ef-5857-4dd3-85ae-6d384a6603bc" providerId="ADAL" clId="{E9EC1804-7E66-B042-BB9C-1A720B162A2C}" dt="2021-01-19T09:02:48.649" v="4113" actId="1076"/>
          <ac:spMkLst>
            <pc:docMk/>
            <pc:sldMk cId="3564033636" sldId="333"/>
            <ac:spMk id="7" creationId="{A65F36F7-0D1A-7B4E-98F0-AD0EF72E84BD}"/>
          </ac:spMkLst>
        </pc:spChg>
        <pc:spChg chg="del mod">
          <ac:chgData name="横川 真美" userId="96ada2ef-5857-4dd3-85ae-6d384a6603bc" providerId="ADAL" clId="{E9EC1804-7E66-B042-BB9C-1A720B162A2C}" dt="2021-01-19T08:49:41.421" v="3763" actId="478"/>
          <ac:spMkLst>
            <pc:docMk/>
            <pc:sldMk cId="3564033636" sldId="333"/>
            <ac:spMk id="8" creationId="{CF343BDC-91B8-0B46-98B2-68E92FABCDC4}"/>
          </ac:spMkLst>
        </pc:spChg>
        <pc:spChg chg="mod">
          <ac:chgData name="横川 真美" userId="96ada2ef-5857-4dd3-85ae-6d384a6603bc" providerId="ADAL" clId="{E9EC1804-7E66-B042-BB9C-1A720B162A2C}" dt="2021-01-19T08:53:43.071" v="3940" actId="20577"/>
          <ac:spMkLst>
            <pc:docMk/>
            <pc:sldMk cId="3564033636" sldId="333"/>
            <ac:spMk id="9" creationId="{43F4527A-74FE-7544-9391-B439F3451923}"/>
          </ac:spMkLst>
        </pc:spChg>
        <pc:spChg chg="add mod">
          <ac:chgData name="横川 真美" userId="96ada2ef-5857-4dd3-85ae-6d384a6603bc" providerId="ADAL" clId="{E9EC1804-7E66-B042-BB9C-1A720B162A2C}" dt="2021-01-19T09:02:45.773" v="4112" actId="1076"/>
          <ac:spMkLst>
            <pc:docMk/>
            <pc:sldMk cId="3564033636" sldId="333"/>
            <ac:spMk id="10" creationId="{8BCAAFAF-5A5F-3144-8F79-A3AE598C36D3}"/>
          </ac:spMkLst>
        </pc:spChg>
      </pc:sldChg>
      <pc:sldChg chg="modSp mod">
        <pc:chgData name="横川 真美" userId="96ada2ef-5857-4dd3-85ae-6d384a6603bc" providerId="ADAL" clId="{E9EC1804-7E66-B042-BB9C-1A720B162A2C}" dt="2021-01-19T09:55:19.255" v="5246" actId="20577"/>
        <pc:sldMkLst>
          <pc:docMk/>
          <pc:sldMk cId="1695917674" sldId="334"/>
        </pc:sldMkLst>
        <pc:spChg chg="mod">
          <ac:chgData name="横川 真美" userId="96ada2ef-5857-4dd3-85ae-6d384a6603bc" providerId="ADAL" clId="{E9EC1804-7E66-B042-BB9C-1A720B162A2C}" dt="2021-01-19T09:34:36.015" v="4808" actId="114"/>
          <ac:spMkLst>
            <pc:docMk/>
            <pc:sldMk cId="1695917674" sldId="334"/>
            <ac:spMk id="2" creationId="{577CCA6E-E395-134D-9D8F-7861B4E8C223}"/>
          </ac:spMkLst>
        </pc:spChg>
        <pc:spChg chg="mod">
          <ac:chgData name="横川 真美" userId="96ada2ef-5857-4dd3-85ae-6d384a6603bc" providerId="ADAL" clId="{E9EC1804-7E66-B042-BB9C-1A720B162A2C}" dt="2021-01-19T09:55:19.255" v="5246" actId="20577"/>
          <ac:spMkLst>
            <pc:docMk/>
            <pc:sldMk cId="1695917674" sldId="334"/>
            <ac:spMk id="3" creationId="{6661EABF-BA8A-B043-9F45-CC93A73AD7DF}"/>
          </ac:spMkLst>
        </pc:spChg>
        <pc:spChg chg="mod">
          <ac:chgData name="横川 真美" userId="96ada2ef-5857-4dd3-85ae-6d384a6603bc" providerId="ADAL" clId="{E9EC1804-7E66-B042-BB9C-1A720B162A2C}" dt="2021-01-19T09:02:58.221" v="4114" actId="14100"/>
          <ac:spMkLst>
            <pc:docMk/>
            <pc:sldMk cId="1695917674" sldId="334"/>
            <ac:spMk id="4" creationId="{AEEF10AB-7F42-F94F-A6BB-731C869D3CD4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09:55:16.260" v="5242" actId="20577"/>
        <pc:sldMkLst>
          <pc:docMk/>
          <pc:sldMk cId="1444027175" sldId="335"/>
        </pc:sldMkLst>
        <pc:spChg chg="mod">
          <ac:chgData name="横川 真美" userId="96ada2ef-5857-4dd3-85ae-6d384a6603bc" providerId="ADAL" clId="{E9EC1804-7E66-B042-BB9C-1A720B162A2C}" dt="2021-01-19T09:34:53.717" v="4812"/>
          <ac:spMkLst>
            <pc:docMk/>
            <pc:sldMk cId="1444027175" sldId="335"/>
            <ac:spMk id="2" creationId="{ADA39625-77F0-EC4F-B036-92CA2B75CFAC}"/>
          </ac:spMkLst>
        </pc:spChg>
        <pc:spChg chg="mod">
          <ac:chgData name="横川 真美" userId="96ada2ef-5857-4dd3-85ae-6d384a6603bc" providerId="ADAL" clId="{E9EC1804-7E66-B042-BB9C-1A720B162A2C}" dt="2021-01-19T09:55:16.260" v="5242" actId="20577"/>
          <ac:spMkLst>
            <pc:docMk/>
            <pc:sldMk cId="1444027175" sldId="335"/>
            <ac:spMk id="3" creationId="{E1EBA580-9360-824A-A49E-296E38F21829}"/>
          </ac:spMkLst>
        </pc:spChg>
        <pc:spChg chg="del mod">
          <ac:chgData name="横川 真美" userId="96ada2ef-5857-4dd3-85ae-6d384a6603bc" providerId="ADAL" clId="{E9EC1804-7E66-B042-BB9C-1A720B162A2C}" dt="2021-01-19T08:55:17.622" v="4002" actId="478"/>
          <ac:spMkLst>
            <pc:docMk/>
            <pc:sldMk cId="1444027175" sldId="335"/>
            <ac:spMk id="4" creationId="{8FE23D2E-13DC-8C4B-93C0-7C722E029ABE}"/>
          </ac:spMkLst>
        </pc:spChg>
        <pc:spChg chg="add mod">
          <ac:chgData name="横川 真美" userId="96ada2ef-5857-4dd3-85ae-6d384a6603bc" providerId="ADAL" clId="{E9EC1804-7E66-B042-BB9C-1A720B162A2C}" dt="2021-01-19T09:02:31.511" v="4111" actId="1076"/>
          <ac:spMkLst>
            <pc:docMk/>
            <pc:sldMk cId="1444027175" sldId="335"/>
            <ac:spMk id="5" creationId="{ACD358A7-82F4-2542-AFDC-CDBC68A4BD7C}"/>
          </ac:spMkLst>
        </pc:spChg>
      </pc:sldChg>
      <pc:sldChg chg="modSp mod">
        <pc:chgData name="横川 真美" userId="96ada2ef-5857-4dd3-85ae-6d384a6603bc" providerId="ADAL" clId="{E9EC1804-7E66-B042-BB9C-1A720B162A2C}" dt="2021-01-19T09:55:22.781" v="5250" actId="20577"/>
        <pc:sldMkLst>
          <pc:docMk/>
          <pc:sldMk cId="3569422605" sldId="337"/>
        </pc:sldMkLst>
        <pc:spChg chg="mod">
          <ac:chgData name="横川 真美" userId="96ada2ef-5857-4dd3-85ae-6d384a6603bc" providerId="ADAL" clId="{E9EC1804-7E66-B042-BB9C-1A720B162A2C}" dt="2021-01-19T09:03:19.370" v="4124" actId="20577"/>
          <ac:spMkLst>
            <pc:docMk/>
            <pc:sldMk cId="3569422605" sldId="337"/>
            <ac:spMk id="2" creationId="{B110CCCD-DB9D-1B44-A379-AE29469DE12C}"/>
          </ac:spMkLst>
        </pc:spChg>
        <pc:spChg chg="mod">
          <ac:chgData name="横川 真美" userId="96ada2ef-5857-4dd3-85ae-6d384a6603bc" providerId="ADAL" clId="{E9EC1804-7E66-B042-BB9C-1A720B162A2C}" dt="2021-01-19T09:55:22.781" v="5250" actId="20577"/>
          <ac:spMkLst>
            <pc:docMk/>
            <pc:sldMk cId="3569422605" sldId="337"/>
            <ac:spMk id="3" creationId="{E36CB7B5-7467-3D45-83C9-F07596553F8F}"/>
          </ac:spMkLst>
        </pc:spChg>
        <pc:spChg chg="mod">
          <ac:chgData name="横川 真美" userId="96ada2ef-5857-4dd3-85ae-6d384a6603bc" providerId="ADAL" clId="{E9EC1804-7E66-B042-BB9C-1A720B162A2C}" dt="2021-01-19T09:04:06.308" v="4126" actId="1076"/>
          <ac:spMkLst>
            <pc:docMk/>
            <pc:sldMk cId="3569422605" sldId="337"/>
            <ac:spMk id="4" creationId="{973AC36D-5628-B941-B4B0-1ABA21FEFF10}"/>
          </ac:spMkLst>
        </pc:spChg>
        <pc:spChg chg="mod">
          <ac:chgData name="横川 真美" userId="96ada2ef-5857-4dd3-85ae-6d384a6603bc" providerId="ADAL" clId="{E9EC1804-7E66-B042-BB9C-1A720B162A2C}" dt="2021-01-19T09:04:09.051" v="4127" actId="1076"/>
          <ac:spMkLst>
            <pc:docMk/>
            <pc:sldMk cId="3569422605" sldId="337"/>
            <ac:spMk id="5" creationId="{2F25F096-2A72-4F4D-ACC3-A22F2619E66F}"/>
          </ac:spMkLst>
        </pc:spChg>
      </pc:sldChg>
      <pc:sldChg chg="modSp mod">
        <pc:chgData name="横川 真美" userId="96ada2ef-5857-4dd3-85ae-6d384a6603bc" providerId="ADAL" clId="{E9EC1804-7E66-B042-BB9C-1A720B162A2C}" dt="2021-01-19T10:19:25.988" v="5925" actId="20577"/>
        <pc:sldMkLst>
          <pc:docMk/>
          <pc:sldMk cId="3704602195" sldId="338"/>
        </pc:sldMkLst>
        <pc:spChg chg="mod">
          <ac:chgData name="横川 真美" userId="96ada2ef-5857-4dd3-85ae-6d384a6603bc" providerId="ADAL" clId="{E9EC1804-7E66-B042-BB9C-1A720B162A2C}" dt="2021-01-19T10:19:25.988" v="5925" actId="20577"/>
          <ac:spMkLst>
            <pc:docMk/>
            <pc:sldMk cId="3704602195" sldId="338"/>
            <ac:spMk id="2" creationId="{090E8157-376A-9C4B-AA3D-BB57AD89DD9B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09:57:47.484" v="5415" actId="20577"/>
        <pc:sldMkLst>
          <pc:docMk/>
          <pc:sldMk cId="2771394752" sldId="339"/>
        </pc:sldMkLst>
        <pc:spChg chg="mod">
          <ac:chgData name="横川 真美" userId="96ada2ef-5857-4dd3-85ae-6d384a6603bc" providerId="ADAL" clId="{E9EC1804-7E66-B042-BB9C-1A720B162A2C}" dt="2021-01-19T09:32:14.501" v="4747" actId="404"/>
          <ac:spMkLst>
            <pc:docMk/>
            <pc:sldMk cId="2771394752" sldId="339"/>
            <ac:spMk id="2" creationId="{4D126EFA-68C5-CE44-8577-7C123EB16ACF}"/>
          </ac:spMkLst>
        </pc:spChg>
        <pc:spChg chg="mod">
          <ac:chgData name="横川 真美" userId="96ada2ef-5857-4dd3-85ae-6d384a6603bc" providerId="ADAL" clId="{E9EC1804-7E66-B042-BB9C-1A720B162A2C}" dt="2021-01-19T09:57:47.484" v="5415" actId="20577"/>
          <ac:spMkLst>
            <pc:docMk/>
            <pc:sldMk cId="2771394752" sldId="339"/>
            <ac:spMk id="3" creationId="{241A876E-2162-E94F-A5CA-7AF75180DAD0}"/>
          </ac:spMkLst>
        </pc:spChg>
        <pc:spChg chg="add del mod">
          <ac:chgData name="横川 真美" userId="96ada2ef-5857-4dd3-85ae-6d384a6603bc" providerId="ADAL" clId="{E9EC1804-7E66-B042-BB9C-1A720B162A2C}" dt="2021-01-19T09:31:21.575" v="4724" actId="478"/>
          <ac:spMkLst>
            <pc:docMk/>
            <pc:sldMk cId="2771394752" sldId="339"/>
            <ac:spMk id="4" creationId="{A45F228C-357F-CF4A-94C0-3B0AF08296D1}"/>
          </ac:spMkLst>
        </pc:spChg>
        <pc:spChg chg="add mod">
          <ac:chgData name="横川 真美" userId="96ada2ef-5857-4dd3-85ae-6d384a6603bc" providerId="ADAL" clId="{E9EC1804-7E66-B042-BB9C-1A720B162A2C}" dt="2021-01-19T09:32:05.070" v="4746" actId="403"/>
          <ac:spMkLst>
            <pc:docMk/>
            <pc:sldMk cId="2771394752" sldId="339"/>
            <ac:spMk id="5" creationId="{7C56C772-A660-C741-909C-B7B93892EFD5}"/>
          </ac:spMkLst>
        </pc:spChg>
      </pc:sldChg>
      <pc:sldChg chg="addSp delSp modSp mod">
        <pc:chgData name="横川 真美" userId="96ada2ef-5857-4dd3-85ae-6d384a6603bc" providerId="ADAL" clId="{E9EC1804-7E66-B042-BB9C-1A720B162A2C}" dt="2021-01-19T09:58:20.559" v="5470" actId="20577"/>
        <pc:sldMkLst>
          <pc:docMk/>
          <pc:sldMk cId="4213036175" sldId="340"/>
        </pc:sldMkLst>
        <pc:spChg chg="mod">
          <ac:chgData name="横川 真美" userId="96ada2ef-5857-4dd3-85ae-6d384a6603bc" providerId="ADAL" clId="{E9EC1804-7E66-B042-BB9C-1A720B162A2C}" dt="2021-01-19T09:36:36.071" v="4843" actId="20577"/>
          <ac:spMkLst>
            <pc:docMk/>
            <pc:sldMk cId="4213036175" sldId="340"/>
            <ac:spMk id="2" creationId="{EE085A95-FEE9-3E48-9400-22194D8D25DF}"/>
          </ac:spMkLst>
        </pc:spChg>
        <pc:spChg chg="mod">
          <ac:chgData name="横川 真美" userId="96ada2ef-5857-4dd3-85ae-6d384a6603bc" providerId="ADAL" clId="{E9EC1804-7E66-B042-BB9C-1A720B162A2C}" dt="2021-01-19T09:58:20.559" v="5470" actId="20577"/>
          <ac:spMkLst>
            <pc:docMk/>
            <pc:sldMk cId="4213036175" sldId="340"/>
            <ac:spMk id="3" creationId="{82817F02-4ABF-3F40-A03B-321D83162C81}"/>
          </ac:spMkLst>
        </pc:spChg>
        <pc:spChg chg="add del mod">
          <ac:chgData name="横川 真美" userId="96ada2ef-5857-4dd3-85ae-6d384a6603bc" providerId="ADAL" clId="{E9EC1804-7E66-B042-BB9C-1A720B162A2C}" dt="2021-01-19T01:29:50.488" v="568" actId="478"/>
          <ac:spMkLst>
            <pc:docMk/>
            <pc:sldMk cId="4213036175" sldId="340"/>
            <ac:spMk id="4" creationId="{F5C4D215-B71F-FF45-AB87-F063ACB428F9}"/>
          </ac:spMkLst>
        </pc:spChg>
      </pc:sldChg>
      <pc:sldChg chg="modSp mod">
        <pc:chgData name="横川 真美" userId="96ada2ef-5857-4dd3-85ae-6d384a6603bc" providerId="ADAL" clId="{E9EC1804-7E66-B042-BB9C-1A720B162A2C}" dt="2021-01-19T09:59:02.101" v="5495" actId="20577"/>
        <pc:sldMkLst>
          <pc:docMk/>
          <pc:sldMk cId="841566694" sldId="341"/>
        </pc:sldMkLst>
        <pc:spChg chg="mod">
          <ac:chgData name="横川 真美" userId="96ada2ef-5857-4dd3-85ae-6d384a6603bc" providerId="ADAL" clId="{E9EC1804-7E66-B042-BB9C-1A720B162A2C}" dt="2021-01-19T09:37:28.606" v="4866"/>
          <ac:spMkLst>
            <pc:docMk/>
            <pc:sldMk cId="841566694" sldId="341"/>
            <ac:spMk id="2" creationId="{D1F7EA1C-DF98-5949-A8BA-7260D8C06A72}"/>
          </ac:spMkLst>
        </pc:spChg>
        <pc:spChg chg="mod">
          <ac:chgData name="横川 真美" userId="96ada2ef-5857-4dd3-85ae-6d384a6603bc" providerId="ADAL" clId="{E9EC1804-7E66-B042-BB9C-1A720B162A2C}" dt="2021-01-19T09:59:02.101" v="5495" actId="20577"/>
          <ac:spMkLst>
            <pc:docMk/>
            <pc:sldMk cId="841566694" sldId="341"/>
            <ac:spMk id="3" creationId="{13D6C189-B7D4-2D45-93C0-06FB7DA1FD32}"/>
          </ac:spMkLst>
        </pc:spChg>
      </pc:sldChg>
      <pc:sldChg chg="addSp delSp modSp new mod ord">
        <pc:chgData name="横川 真美" userId="96ada2ef-5857-4dd3-85ae-6d384a6603bc" providerId="ADAL" clId="{E9EC1804-7E66-B042-BB9C-1A720B162A2C}" dt="2021-01-19T10:34:15.850" v="6124" actId="1076"/>
        <pc:sldMkLst>
          <pc:docMk/>
          <pc:sldMk cId="1532165485" sldId="342"/>
        </pc:sldMkLst>
        <pc:spChg chg="del">
          <ac:chgData name="横川 真美" userId="96ada2ef-5857-4dd3-85ae-6d384a6603bc" providerId="ADAL" clId="{E9EC1804-7E66-B042-BB9C-1A720B162A2C}" dt="2021-01-19T10:25:11.042" v="5994" actId="478"/>
          <ac:spMkLst>
            <pc:docMk/>
            <pc:sldMk cId="1532165485" sldId="342"/>
            <ac:spMk id="2" creationId="{F11CDD3A-DBFD-E04E-9FE0-5B78149E40BC}"/>
          </ac:spMkLst>
        </pc:spChg>
        <pc:spChg chg="mod">
          <ac:chgData name="横川 真美" userId="96ada2ef-5857-4dd3-85ae-6d384a6603bc" providerId="ADAL" clId="{E9EC1804-7E66-B042-BB9C-1A720B162A2C}" dt="2021-01-19T10:27:14.819" v="6037" actId="20577"/>
          <ac:spMkLst>
            <pc:docMk/>
            <pc:sldMk cId="1532165485" sldId="342"/>
            <ac:spMk id="3" creationId="{95C3C717-CA03-1B45-8F03-4B2AA425B9A4}"/>
          </ac:spMkLst>
        </pc:spChg>
        <pc:picChg chg="add del mod modCrop">
          <ac:chgData name="横川 真美" userId="96ada2ef-5857-4dd3-85ae-6d384a6603bc" providerId="ADAL" clId="{E9EC1804-7E66-B042-BB9C-1A720B162A2C}" dt="2021-01-19T10:33:40.456" v="6113" actId="478"/>
          <ac:picMkLst>
            <pc:docMk/>
            <pc:sldMk cId="1532165485" sldId="342"/>
            <ac:picMk id="4" creationId="{94C7F19A-75F7-274D-A843-21C6AB618024}"/>
          </ac:picMkLst>
        </pc:picChg>
        <pc:picChg chg="add mod">
          <ac:chgData name="横川 真美" userId="96ada2ef-5857-4dd3-85ae-6d384a6603bc" providerId="ADAL" clId="{E9EC1804-7E66-B042-BB9C-1A720B162A2C}" dt="2021-01-19T10:32:25.134" v="6111" actId="1076"/>
          <ac:picMkLst>
            <pc:docMk/>
            <pc:sldMk cId="1532165485" sldId="342"/>
            <ac:picMk id="5" creationId="{A4F9BC02-3151-3F48-B1FB-FDA4BC18292C}"/>
          </ac:picMkLst>
        </pc:picChg>
        <pc:picChg chg="add mod">
          <ac:chgData name="横川 真美" userId="96ada2ef-5857-4dd3-85ae-6d384a6603bc" providerId="ADAL" clId="{E9EC1804-7E66-B042-BB9C-1A720B162A2C}" dt="2021-01-19T10:32:23.122" v="6110" actId="1076"/>
          <ac:picMkLst>
            <pc:docMk/>
            <pc:sldMk cId="1532165485" sldId="342"/>
            <ac:picMk id="6" creationId="{C8F4A28F-C601-264F-A506-B5D68F6B3A0E}"/>
          </ac:picMkLst>
        </pc:picChg>
        <pc:picChg chg="add mod modCrop">
          <ac:chgData name="横川 真美" userId="96ada2ef-5857-4dd3-85ae-6d384a6603bc" providerId="ADAL" clId="{E9EC1804-7E66-B042-BB9C-1A720B162A2C}" dt="2021-01-19T10:34:15.850" v="6124" actId="1076"/>
          <ac:picMkLst>
            <pc:docMk/>
            <pc:sldMk cId="1532165485" sldId="342"/>
            <ac:picMk id="8" creationId="{7270E5D1-8046-7E45-ACCD-D9B1BA7E8976}"/>
          </ac:picMkLst>
        </pc:picChg>
      </pc:sldChg>
      <pc:sldChg chg="addSp delSp modSp add mod">
        <pc:chgData name="横川 真美" userId="96ada2ef-5857-4dd3-85ae-6d384a6603bc" providerId="ADAL" clId="{E9EC1804-7E66-B042-BB9C-1A720B162A2C}" dt="2021-01-19T10:34:32.072" v="6129" actId="1076"/>
        <pc:sldMkLst>
          <pc:docMk/>
          <pc:sldMk cId="2831569094" sldId="343"/>
        </pc:sldMkLst>
        <pc:spChg chg="del">
          <ac:chgData name="横川 真美" userId="96ada2ef-5857-4dd3-85ae-6d384a6603bc" providerId="ADAL" clId="{E9EC1804-7E66-B042-BB9C-1A720B162A2C}" dt="2021-01-19T10:30:44.861" v="6080"/>
          <ac:spMkLst>
            <pc:docMk/>
            <pc:sldMk cId="2831569094" sldId="343"/>
            <ac:spMk id="2" creationId="{F11CDD3A-DBFD-E04E-9FE0-5B78149E40BC}"/>
          </ac:spMkLst>
        </pc:spChg>
        <pc:spChg chg="mod">
          <ac:chgData name="横川 真美" userId="96ada2ef-5857-4dd3-85ae-6d384a6603bc" providerId="ADAL" clId="{E9EC1804-7E66-B042-BB9C-1A720B162A2C}" dt="2021-01-19T10:28:20.675" v="6079" actId="20577"/>
          <ac:spMkLst>
            <pc:docMk/>
            <pc:sldMk cId="2831569094" sldId="343"/>
            <ac:spMk id="3" creationId="{95C3C717-CA03-1B45-8F03-4B2AA425B9A4}"/>
          </ac:spMkLst>
        </pc:spChg>
        <pc:picChg chg="add mod">
          <ac:chgData name="横川 真美" userId="96ada2ef-5857-4dd3-85ae-6d384a6603bc" providerId="ADAL" clId="{E9EC1804-7E66-B042-BB9C-1A720B162A2C}" dt="2021-01-19T10:34:30.203" v="6128" actId="1076"/>
          <ac:picMkLst>
            <pc:docMk/>
            <pc:sldMk cId="2831569094" sldId="343"/>
            <ac:picMk id="5" creationId="{EC0FDE2D-E4EE-7043-92EF-A71404D1CAD8}"/>
          </ac:picMkLst>
        </pc:picChg>
        <pc:picChg chg="add mod">
          <ac:chgData name="横川 真美" userId="96ada2ef-5857-4dd3-85ae-6d384a6603bc" providerId="ADAL" clId="{E9EC1804-7E66-B042-BB9C-1A720B162A2C}" dt="2021-01-19T10:34:32.072" v="6129" actId="1076"/>
          <ac:picMkLst>
            <pc:docMk/>
            <pc:sldMk cId="2831569094" sldId="343"/>
            <ac:picMk id="7" creationId="{37AAD276-962C-C243-A706-9C4FB14CBC84}"/>
          </ac:picMkLst>
        </pc:picChg>
        <pc:picChg chg="add mod">
          <ac:chgData name="横川 真美" userId="96ada2ef-5857-4dd3-85ae-6d384a6603bc" providerId="ADAL" clId="{E9EC1804-7E66-B042-BB9C-1A720B162A2C}" dt="2021-01-19T10:31:09.038" v="6087" actId="1076"/>
          <ac:picMkLst>
            <pc:docMk/>
            <pc:sldMk cId="2831569094" sldId="343"/>
            <ac:picMk id="8" creationId="{23148E50-031A-D142-B149-9EC531CAAADA}"/>
          </ac:picMkLst>
        </pc:picChg>
      </pc:sldChg>
      <pc:sldChg chg="addSp delSp modSp new mod">
        <pc:chgData name="横川 真美" userId="96ada2ef-5857-4dd3-85ae-6d384a6603bc" providerId="ADAL" clId="{E9EC1804-7E66-B042-BB9C-1A720B162A2C}" dt="2021-01-20T01:35:12.323" v="6204" actId="14100"/>
        <pc:sldMkLst>
          <pc:docMk/>
          <pc:sldMk cId="903483718" sldId="344"/>
        </pc:sldMkLst>
        <pc:spChg chg="del">
          <ac:chgData name="横川 真美" userId="96ada2ef-5857-4dd3-85ae-6d384a6603bc" providerId="ADAL" clId="{E9EC1804-7E66-B042-BB9C-1A720B162A2C}" dt="2021-01-19T10:27:40.022" v="6051"/>
          <ac:spMkLst>
            <pc:docMk/>
            <pc:sldMk cId="903483718" sldId="344"/>
            <ac:spMk id="2" creationId="{E577D937-8BC2-E448-9021-07C93EA85424}"/>
          </ac:spMkLst>
        </pc:spChg>
        <pc:spChg chg="mod">
          <ac:chgData name="横川 真美" userId="96ada2ef-5857-4dd3-85ae-6d384a6603bc" providerId="ADAL" clId="{E9EC1804-7E66-B042-BB9C-1A720B162A2C}" dt="2021-01-19T10:27:29.129" v="6050" actId="20577"/>
          <ac:spMkLst>
            <pc:docMk/>
            <pc:sldMk cId="903483718" sldId="344"/>
            <ac:spMk id="3" creationId="{8BDD337A-7D69-0048-960C-B0A5D16B0AE3}"/>
          </ac:spMkLst>
        </pc:spChg>
        <pc:spChg chg="add del mod">
          <ac:chgData name="横川 真美" userId="96ada2ef-5857-4dd3-85ae-6d384a6603bc" providerId="ADAL" clId="{E9EC1804-7E66-B042-BB9C-1A720B162A2C}" dt="2021-01-20T01:35:06.589" v="6202" actId="478"/>
          <ac:spMkLst>
            <pc:docMk/>
            <pc:sldMk cId="903483718" sldId="344"/>
            <ac:spMk id="11" creationId="{B5D7463D-A80E-9848-892F-81E3F720C089}"/>
          </ac:spMkLst>
        </pc:spChg>
        <pc:picChg chg="add del mod">
          <ac:chgData name="横川 真美" userId="96ada2ef-5857-4dd3-85ae-6d384a6603bc" providerId="ADAL" clId="{E9EC1804-7E66-B042-BB9C-1A720B162A2C}" dt="2021-01-20T01:35:03.532" v="6201" actId="478"/>
          <ac:picMkLst>
            <pc:docMk/>
            <pc:sldMk cId="903483718" sldId="344"/>
            <ac:picMk id="5" creationId="{AB9BE3E2-44A2-0D4B-BF85-4FD245F30DB8}"/>
          </ac:picMkLst>
        </pc:picChg>
        <pc:picChg chg="add mod">
          <ac:chgData name="横川 真美" userId="96ada2ef-5857-4dd3-85ae-6d384a6603bc" providerId="ADAL" clId="{E9EC1804-7E66-B042-BB9C-1A720B162A2C}" dt="2021-01-19T10:28:07.081" v="6067" actId="1076"/>
          <ac:picMkLst>
            <pc:docMk/>
            <pc:sldMk cId="903483718" sldId="344"/>
            <ac:picMk id="7" creationId="{345E16FE-222D-9444-B66E-AA60F80A0A59}"/>
          </ac:picMkLst>
        </pc:picChg>
        <pc:picChg chg="add mod">
          <ac:chgData name="横川 真美" userId="96ada2ef-5857-4dd3-85ae-6d384a6603bc" providerId="ADAL" clId="{E9EC1804-7E66-B042-BB9C-1A720B162A2C}" dt="2021-01-20T01:35:12.323" v="6204" actId="14100"/>
          <ac:picMkLst>
            <pc:docMk/>
            <pc:sldMk cId="903483718" sldId="344"/>
            <ac:picMk id="9" creationId="{5E593309-24E6-5B49-AEED-EBDC89A6D9B2}"/>
          </ac:picMkLst>
        </pc:picChg>
      </pc:sldChg>
      <pc:sldChg chg="addSp delSp modSp new mod">
        <pc:chgData name="横川 真美" userId="96ada2ef-5857-4dd3-85ae-6d384a6603bc" providerId="ADAL" clId="{E9EC1804-7E66-B042-BB9C-1A720B162A2C}" dt="2021-01-22T08:49:49.345" v="6971" actId="1076"/>
        <pc:sldMkLst>
          <pc:docMk/>
          <pc:sldMk cId="1149718128" sldId="345"/>
        </pc:sldMkLst>
        <pc:spChg chg="del">
          <ac:chgData name="横川 真美" userId="96ada2ef-5857-4dd3-85ae-6d384a6603bc" providerId="ADAL" clId="{E9EC1804-7E66-B042-BB9C-1A720B162A2C}" dt="2021-01-19T10:35:02.957" v="6143"/>
          <ac:spMkLst>
            <pc:docMk/>
            <pc:sldMk cId="1149718128" sldId="345"/>
            <ac:spMk id="2" creationId="{F1234EE9-6DAD-DE42-B6F9-669CDC6ED8DE}"/>
          </ac:spMkLst>
        </pc:spChg>
        <pc:spChg chg="mod">
          <ac:chgData name="横川 真美" userId="96ada2ef-5857-4dd3-85ae-6d384a6603bc" providerId="ADAL" clId="{E9EC1804-7E66-B042-BB9C-1A720B162A2C}" dt="2021-01-19T10:34:55.391" v="6142" actId="20577"/>
          <ac:spMkLst>
            <pc:docMk/>
            <pc:sldMk cId="1149718128" sldId="345"/>
            <ac:spMk id="3" creationId="{5FED40A3-94CC-7840-9057-82BE6020B70F}"/>
          </ac:spMkLst>
        </pc:spChg>
        <pc:picChg chg="add del mod">
          <ac:chgData name="横川 真美" userId="96ada2ef-5857-4dd3-85ae-6d384a6603bc" providerId="ADAL" clId="{E9EC1804-7E66-B042-BB9C-1A720B162A2C}" dt="2021-01-22T08:49:33.331" v="6966" actId="478"/>
          <ac:picMkLst>
            <pc:docMk/>
            <pc:sldMk cId="1149718128" sldId="345"/>
            <ac:picMk id="4" creationId="{A5FBC8E1-EA79-794E-9186-90A48CD28591}"/>
          </ac:picMkLst>
        </pc:picChg>
        <pc:picChg chg="add mod">
          <ac:chgData name="横川 真美" userId="96ada2ef-5857-4dd3-85ae-6d384a6603bc" providerId="ADAL" clId="{E9EC1804-7E66-B042-BB9C-1A720B162A2C}" dt="2021-01-19T10:36:58.330" v="6182" actId="1076"/>
          <ac:picMkLst>
            <pc:docMk/>
            <pc:sldMk cId="1149718128" sldId="345"/>
            <ac:picMk id="5" creationId="{1313BE85-B4C2-3F40-B939-4CF4192DA858}"/>
          </ac:picMkLst>
        </pc:picChg>
        <pc:picChg chg="add mod">
          <ac:chgData name="横川 真美" userId="96ada2ef-5857-4dd3-85ae-6d384a6603bc" providerId="ADAL" clId="{E9EC1804-7E66-B042-BB9C-1A720B162A2C}" dt="2021-01-19T10:37:00.391" v="6183" actId="1076"/>
          <ac:picMkLst>
            <pc:docMk/>
            <pc:sldMk cId="1149718128" sldId="345"/>
            <ac:picMk id="7" creationId="{79911B0D-1435-304E-B408-511110609041}"/>
          </ac:picMkLst>
        </pc:picChg>
        <pc:picChg chg="add mod">
          <ac:chgData name="横川 真美" userId="96ada2ef-5857-4dd3-85ae-6d384a6603bc" providerId="ADAL" clId="{E9EC1804-7E66-B042-BB9C-1A720B162A2C}" dt="2021-01-22T08:49:49.345" v="6971" actId="1076"/>
          <ac:picMkLst>
            <pc:docMk/>
            <pc:sldMk cId="1149718128" sldId="345"/>
            <ac:picMk id="8" creationId="{C47E330A-1DC8-A94D-9EE9-5FEF8C87EB96}"/>
          </ac:picMkLst>
        </pc:picChg>
        <pc:picChg chg="add del mod">
          <ac:chgData name="横川 真美" userId="96ada2ef-5857-4dd3-85ae-6d384a6603bc" providerId="ADAL" clId="{E9EC1804-7E66-B042-BB9C-1A720B162A2C}" dt="2021-01-22T08:47:23.352" v="6961" actId="478"/>
          <ac:picMkLst>
            <pc:docMk/>
            <pc:sldMk cId="1149718128" sldId="345"/>
            <ac:picMk id="9" creationId="{42FF69DE-A659-844B-AA8A-398148D9E672}"/>
          </ac:picMkLst>
        </pc:picChg>
      </pc:sldChg>
      <pc:sldChg chg="addSp delSp modSp new mod">
        <pc:chgData name="横川 真美" userId="96ada2ef-5857-4dd3-85ae-6d384a6603bc" providerId="ADAL" clId="{E9EC1804-7E66-B042-BB9C-1A720B162A2C}" dt="2021-01-22T08:43:39.189" v="6960" actId="113"/>
        <pc:sldMkLst>
          <pc:docMk/>
          <pc:sldMk cId="705496730" sldId="349"/>
        </pc:sldMkLst>
        <pc:spChg chg="mod">
          <ac:chgData name="横川 真美" userId="96ada2ef-5857-4dd3-85ae-6d384a6603bc" providerId="ADAL" clId="{E9EC1804-7E66-B042-BB9C-1A720B162A2C}" dt="2021-01-22T08:43:39.189" v="6960" actId="113"/>
          <ac:spMkLst>
            <pc:docMk/>
            <pc:sldMk cId="705496730" sldId="349"/>
            <ac:spMk id="2" creationId="{37035078-2610-C84B-9CF8-4289E83DB259}"/>
          </ac:spMkLst>
        </pc:spChg>
        <pc:spChg chg="mod">
          <ac:chgData name="横川 真美" userId="96ada2ef-5857-4dd3-85ae-6d384a6603bc" providerId="ADAL" clId="{E9EC1804-7E66-B042-BB9C-1A720B162A2C}" dt="2021-01-22T08:06:33.046" v="6655" actId="20577"/>
          <ac:spMkLst>
            <pc:docMk/>
            <pc:sldMk cId="705496730" sldId="349"/>
            <ac:spMk id="3" creationId="{3F273B35-BBDE-9A44-BFDA-47B8CE2761A7}"/>
          </ac:spMkLst>
        </pc:spChg>
        <pc:spChg chg="add del mod">
          <ac:chgData name="横川 真美" userId="96ada2ef-5857-4dd3-85ae-6d384a6603bc" providerId="ADAL" clId="{E9EC1804-7E66-B042-BB9C-1A720B162A2C}" dt="2021-01-22T08:05:39.615" v="6577" actId="478"/>
          <ac:spMkLst>
            <pc:docMk/>
            <pc:sldMk cId="705496730" sldId="349"/>
            <ac:spMk id="4" creationId="{39345F14-C57F-0248-97BE-51B844D0AC54}"/>
          </ac:spMkLst>
        </pc:spChg>
        <pc:spChg chg="add mod">
          <ac:chgData name="横川 真美" userId="96ada2ef-5857-4dd3-85ae-6d384a6603bc" providerId="ADAL" clId="{E9EC1804-7E66-B042-BB9C-1A720B162A2C}" dt="2021-01-22T08:42:45.697" v="6955" actId="20577"/>
          <ac:spMkLst>
            <pc:docMk/>
            <pc:sldMk cId="705496730" sldId="349"/>
            <ac:spMk id="5" creationId="{A67DFC1B-1216-4D43-9A73-65737E9AFA95}"/>
          </ac:spMkLst>
        </pc:spChg>
      </pc:sldChg>
      <pc:sldChg chg="modSp add mod">
        <pc:chgData name="横川 真美" userId="96ada2ef-5857-4dd3-85ae-6d384a6603bc" providerId="ADAL" clId="{E9EC1804-7E66-B042-BB9C-1A720B162A2C}" dt="2021-01-22T08:43:30.260" v="6958" actId="114"/>
        <pc:sldMkLst>
          <pc:docMk/>
          <pc:sldMk cId="518362546" sldId="350"/>
        </pc:sldMkLst>
        <pc:spChg chg="mod">
          <ac:chgData name="横川 真美" userId="96ada2ef-5857-4dd3-85ae-6d384a6603bc" providerId="ADAL" clId="{E9EC1804-7E66-B042-BB9C-1A720B162A2C}" dt="2021-01-22T08:43:30.260" v="6958" actId="114"/>
          <ac:spMkLst>
            <pc:docMk/>
            <pc:sldMk cId="518362546" sldId="350"/>
            <ac:spMk id="2" creationId="{37035078-2610-C84B-9CF8-4289E83DB259}"/>
          </ac:spMkLst>
        </pc:spChg>
      </pc:sldChg>
    </pc:docChg>
  </pc:docChgLst>
  <pc:docChgLst>
    <pc:chgData name="横川 真美" userId="96ada2ef-5857-4dd3-85ae-6d384a6603bc" providerId="ADAL" clId="{3292B715-CF4B-2142-86DB-24B491953649}"/>
    <pc:docChg chg="undo custSel addSld delSld modSld">
      <pc:chgData name="横川 真美" userId="96ada2ef-5857-4dd3-85ae-6d384a6603bc" providerId="ADAL" clId="{3292B715-CF4B-2142-86DB-24B491953649}" dt="2021-01-05T06:15:21.439" v="2485" actId="478"/>
      <pc:docMkLst>
        <pc:docMk/>
      </pc:docMkLst>
      <pc:sldChg chg="addSp delSp modSp mod">
        <pc:chgData name="横川 真美" userId="96ada2ef-5857-4dd3-85ae-6d384a6603bc" providerId="ADAL" clId="{3292B715-CF4B-2142-86DB-24B491953649}" dt="2021-01-05T06:14:00.921" v="2473" actId="1076"/>
        <pc:sldMkLst>
          <pc:docMk/>
          <pc:sldMk cId="1676793895" sldId="258"/>
        </pc:sldMkLst>
        <pc:spChg chg="del">
          <ac:chgData name="横川 真美" userId="96ada2ef-5857-4dd3-85ae-6d384a6603bc" providerId="ADAL" clId="{3292B715-CF4B-2142-86DB-24B491953649}" dt="2021-01-04T05:36:06.658" v="0" actId="478"/>
          <ac:spMkLst>
            <pc:docMk/>
            <pc:sldMk cId="1676793895" sldId="258"/>
            <ac:spMk id="2" creationId="{C016D1FA-0E32-7341-9C3A-287BC6FFAFBE}"/>
          </ac:spMkLst>
        </pc:spChg>
        <pc:spChg chg="del">
          <ac:chgData name="横川 真美" userId="96ada2ef-5857-4dd3-85ae-6d384a6603bc" providerId="ADAL" clId="{3292B715-CF4B-2142-86DB-24B491953649}" dt="2021-01-04T05:36:06.658" v="0" actId="478"/>
          <ac:spMkLst>
            <pc:docMk/>
            <pc:sldMk cId="1676793895" sldId="258"/>
            <ac:spMk id="8" creationId="{00898515-C2BE-4F98-B63C-D71EE1B15070}"/>
          </ac:spMkLst>
        </pc:spChg>
        <pc:spChg chg="mod">
          <ac:chgData name="横川 真美" userId="96ada2ef-5857-4dd3-85ae-6d384a6603bc" providerId="ADAL" clId="{3292B715-CF4B-2142-86DB-24B491953649}" dt="2021-01-05T06:13:57.181" v="2472" actId="27636"/>
          <ac:spMkLst>
            <pc:docMk/>
            <pc:sldMk cId="1676793895" sldId="258"/>
            <ac:spMk id="13" creationId="{6225DA6D-3727-384A-82D6-2C21C5702123}"/>
          </ac:spMkLst>
        </pc:spChg>
        <pc:spChg chg="del">
          <ac:chgData name="横川 真美" userId="96ada2ef-5857-4dd3-85ae-6d384a6603bc" providerId="ADAL" clId="{3292B715-CF4B-2142-86DB-24B491953649}" dt="2021-01-04T05:36:06.658" v="0" actId="478"/>
          <ac:spMkLst>
            <pc:docMk/>
            <pc:sldMk cId="1676793895" sldId="258"/>
            <ac:spMk id="15" creationId="{94804A22-9C5F-5448-8326-0E7A0FBC642F}"/>
          </ac:spMkLst>
        </pc:spChg>
        <pc:spChg chg="del">
          <ac:chgData name="横川 真美" userId="96ada2ef-5857-4dd3-85ae-6d384a6603bc" providerId="ADAL" clId="{3292B715-CF4B-2142-86DB-24B491953649}" dt="2021-01-04T05:36:06.658" v="0" actId="478"/>
          <ac:spMkLst>
            <pc:docMk/>
            <pc:sldMk cId="1676793895" sldId="258"/>
            <ac:spMk id="16" creationId="{0860026F-D9CD-544C-AE3B-219C77A66DBB}"/>
          </ac:spMkLst>
        </pc:spChg>
        <pc:spChg chg="add del mod">
          <ac:chgData name="横川 真美" userId="96ada2ef-5857-4dd3-85ae-6d384a6603bc" providerId="ADAL" clId="{3292B715-CF4B-2142-86DB-24B491953649}" dt="2021-01-05T05:41:49.141" v="1221" actId="1076"/>
          <ac:spMkLst>
            <pc:docMk/>
            <pc:sldMk cId="1676793895" sldId="258"/>
            <ac:spMk id="18" creationId="{471BE9B8-2264-9F46-A634-605F919B8240}"/>
          </ac:spMkLst>
        </pc:spChg>
        <pc:spChg chg="del">
          <ac:chgData name="横川 真美" userId="96ada2ef-5857-4dd3-85ae-6d384a6603bc" providerId="ADAL" clId="{3292B715-CF4B-2142-86DB-24B491953649}" dt="2021-01-04T05:36:06.658" v="0" actId="478"/>
          <ac:spMkLst>
            <pc:docMk/>
            <pc:sldMk cId="1676793895" sldId="258"/>
            <ac:spMk id="25" creationId="{3F78BA5B-57D4-634E-B1DC-37E60B0B5569}"/>
          </ac:spMkLst>
        </pc:spChg>
        <pc:picChg chg="add del mod">
          <ac:chgData name="横川 真美" userId="96ada2ef-5857-4dd3-85ae-6d384a6603bc" providerId="ADAL" clId="{3292B715-CF4B-2142-86DB-24B491953649}" dt="2021-01-04T06:07:00.674" v="226" actId="478"/>
          <ac:picMkLst>
            <pc:docMk/>
            <pc:sldMk cId="1676793895" sldId="258"/>
            <ac:picMk id="5" creationId="{CED54FE3-9628-084E-8B57-3EF239ECA0F1}"/>
          </ac:picMkLst>
        </pc:picChg>
        <pc:picChg chg="del">
          <ac:chgData name="横川 真美" userId="96ada2ef-5857-4dd3-85ae-6d384a6603bc" providerId="ADAL" clId="{3292B715-CF4B-2142-86DB-24B491953649}" dt="2021-01-04T05:36:06.658" v="0" actId="478"/>
          <ac:picMkLst>
            <pc:docMk/>
            <pc:sldMk cId="1676793895" sldId="258"/>
            <ac:picMk id="6" creationId="{69E9E47C-2336-A847-BF7E-F413E3457E78}"/>
          </ac:picMkLst>
        </pc:picChg>
        <pc:picChg chg="add mod modCrop">
          <ac:chgData name="横川 真美" userId="96ada2ef-5857-4dd3-85ae-6d384a6603bc" providerId="ADAL" clId="{3292B715-CF4B-2142-86DB-24B491953649}" dt="2021-01-05T06:14:00.921" v="2473" actId="1076"/>
          <ac:picMkLst>
            <pc:docMk/>
            <pc:sldMk cId="1676793895" sldId="258"/>
            <ac:picMk id="9" creationId="{C4A602A4-D5BE-DB47-ACFF-26491D2CFB03}"/>
          </ac:picMkLst>
        </pc:picChg>
        <pc:picChg chg="add del mod">
          <ac:chgData name="横川 真美" userId="96ada2ef-5857-4dd3-85ae-6d384a6603bc" providerId="ADAL" clId="{3292B715-CF4B-2142-86DB-24B491953649}" dt="2021-01-05T05:41:18.813" v="1211" actId="478"/>
          <ac:picMkLst>
            <pc:docMk/>
            <pc:sldMk cId="1676793895" sldId="258"/>
            <ac:picMk id="17" creationId="{6556A95D-668D-E943-AAE1-083CF60A9CB9}"/>
          </ac:picMkLst>
        </pc:picChg>
        <pc:picChg chg="add mod">
          <ac:chgData name="横川 真美" userId="96ada2ef-5857-4dd3-85ae-6d384a6603bc" providerId="ADAL" clId="{3292B715-CF4B-2142-86DB-24B491953649}" dt="2021-01-05T05:41:40.195" v="1219" actId="1076"/>
          <ac:picMkLst>
            <pc:docMk/>
            <pc:sldMk cId="1676793895" sldId="258"/>
            <ac:picMk id="20" creationId="{2B546755-CDF2-A644-ADBA-51D0B418A7B7}"/>
          </ac:picMkLst>
        </pc:picChg>
      </pc:sldChg>
      <pc:sldChg chg="modSp mod">
        <pc:chgData name="横川 真美" userId="96ada2ef-5857-4dd3-85ae-6d384a6603bc" providerId="ADAL" clId="{3292B715-CF4B-2142-86DB-24B491953649}" dt="2021-01-05T06:14:20.569" v="2474" actId="14100"/>
        <pc:sldMkLst>
          <pc:docMk/>
          <pc:sldMk cId="3502675785" sldId="259"/>
        </pc:sldMkLst>
        <pc:spChg chg="mod">
          <ac:chgData name="横川 真美" userId="96ada2ef-5857-4dd3-85ae-6d384a6603bc" providerId="ADAL" clId="{3292B715-CF4B-2142-86DB-24B491953649}" dt="2021-01-04T10:15:18.775" v="1005" actId="20577"/>
          <ac:spMkLst>
            <pc:docMk/>
            <pc:sldMk cId="3502675785" sldId="259"/>
            <ac:spMk id="3" creationId="{11D37839-A62E-8640-BF29-49C46A8DEB7E}"/>
          </ac:spMkLst>
        </pc:spChg>
        <pc:spChg chg="mod">
          <ac:chgData name="横川 真美" userId="96ada2ef-5857-4dd3-85ae-6d384a6603bc" providerId="ADAL" clId="{3292B715-CF4B-2142-86DB-24B491953649}" dt="2021-01-05T06:14:20.569" v="2474" actId="14100"/>
          <ac:spMkLst>
            <pc:docMk/>
            <pc:sldMk cId="3502675785" sldId="259"/>
            <ac:spMk id="6" creationId="{F2A5F7DC-A85E-0940-A6C5-3CBC3A7518E8}"/>
          </ac:spMkLst>
        </pc:spChg>
      </pc:sldChg>
      <pc:sldChg chg="addSp delSp modSp mod">
        <pc:chgData name="横川 真美" userId="96ada2ef-5857-4dd3-85ae-6d384a6603bc" providerId="ADAL" clId="{3292B715-CF4B-2142-86DB-24B491953649}" dt="2021-01-04T09:40:32.764" v="320" actId="1076"/>
        <pc:sldMkLst>
          <pc:docMk/>
          <pc:sldMk cId="3558793253" sldId="260"/>
        </pc:sldMkLst>
        <pc:spChg chg="mod">
          <ac:chgData name="横川 真美" userId="96ada2ef-5857-4dd3-85ae-6d384a6603bc" providerId="ADAL" clId="{3292B715-CF4B-2142-86DB-24B491953649}" dt="2021-01-04T09:40:32.764" v="320" actId="1076"/>
          <ac:spMkLst>
            <pc:docMk/>
            <pc:sldMk cId="3558793253" sldId="260"/>
            <ac:spMk id="8" creationId="{6A38EF81-A7B2-3640-AA76-7091C5DFF389}"/>
          </ac:spMkLst>
        </pc:spChg>
        <pc:spChg chg="del">
          <ac:chgData name="横川 真美" userId="96ada2ef-5857-4dd3-85ae-6d384a6603bc" providerId="ADAL" clId="{3292B715-CF4B-2142-86DB-24B491953649}" dt="2021-01-04T05:45:12.972" v="116" actId="478"/>
          <ac:spMkLst>
            <pc:docMk/>
            <pc:sldMk cId="3558793253" sldId="260"/>
            <ac:spMk id="9" creationId="{764E6BC1-CBAA-0741-8CDF-A8F1D270EF95}"/>
          </ac:spMkLst>
        </pc:spChg>
        <pc:spChg chg="mod">
          <ac:chgData name="横川 真美" userId="96ada2ef-5857-4dd3-85ae-6d384a6603bc" providerId="ADAL" clId="{3292B715-CF4B-2142-86DB-24B491953649}" dt="2021-01-04T09:40:23.132" v="318" actId="1076"/>
          <ac:spMkLst>
            <pc:docMk/>
            <pc:sldMk cId="3558793253" sldId="260"/>
            <ac:spMk id="11" creationId="{ECED4C2C-6C66-A248-BA48-D01F5B5DC6A6}"/>
          </ac:spMkLst>
        </pc:spChg>
        <pc:picChg chg="add del mod">
          <ac:chgData name="横川 真美" userId="96ada2ef-5857-4dd3-85ae-6d384a6603bc" providerId="ADAL" clId="{3292B715-CF4B-2142-86DB-24B491953649}" dt="2021-01-04T09:39:35.691" v="307" actId="478"/>
          <ac:picMkLst>
            <pc:docMk/>
            <pc:sldMk cId="3558793253" sldId="260"/>
            <ac:picMk id="4" creationId="{CBBD6B27-7CCD-0649-867B-AA193B73D8C4}"/>
          </ac:picMkLst>
        </pc:picChg>
        <pc:picChg chg="mod">
          <ac:chgData name="横川 真美" userId="96ada2ef-5857-4dd3-85ae-6d384a6603bc" providerId="ADAL" clId="{3292B715-CF4B-2142-86DB-24B491953649}" dt="2021-01-04T09:39:08.506" v="304" actId="1076"/>
          <ac:picMkLst>
            <pc:docMk/>
            <pc:sldMk cId="3558793253" sldId="260"/>
            <ac:picMk id="7" creationId="{4210A428-9D8F-E246-9DEA-5350000CF0E1}"/>
          </ac:picMkLst>
        </pc:picChg>
        <pc:picChg chg="del">
          <ac:chgData name="横川 真美" userId="96ada2ef-5857-4dd3-85ae-6d384a6603bc" providerId="ADAL" clId="{3292B715-CF4B-2142-86DB-24B491953649}" dt="2021-01-04T05:45:14.124" v="117" actId="478"/>
          <ac:picMkLst>
            <pc:docMk/>
            <pc:sldMk cId="3558793253" sldId="260"/>
            <ac:picMk id="10" creationId="{61AD5F47-BBEC-0946-BFC2-BD6C368CB049}"/>
          </ac:picMkLst>
        </pc:picChg>
        <pc:picChg chg="del">
          <ac:chgData name="横川 真美" userId="96ada2ef-5857-4dd3-85ae-6d384a6603bc" providerId="ADAL" clId="{3292B715-CF4B-2142-86DB-24B491953649}" dt="2021-01-04T05:44:59.243" v="114" actId="478"/>
          <ac:picMkLst>
            <pc:docMk/>
            <pc:sldMk cId="3558793253" sldId="260"/>
            <ac:picMk id="12" creationId="{82481329-939B-5E4D-871F-E090100F6CD7}"/>
          </ac:picMkLst>
        </pc:picChg>
        <pc:picChg chg="add mod modCrop">
          <ac:chgData name="横川 真美" userId="96ada2ef-5857-4dd3-85ae-6d384a6603bc" providerId="ADAL" clId="{3292B715-CF4B-2142-86DB-24B491953649}" dt="2021-01-04T09:40:13.647" v="316" actId="1076"/>
          <ac:picMkLst>
            <pc:docMk/>
            <pc:sldMk cId="3558793253" sldId="260"/>
            <ac:picMk id="13" creationId="{64704677-6A23-3E43-8A3E-632E90C2B4C1}"/>
          </ac:picMkLst>
        </pc:picChg>
      </pc:sldChg>
      <pc:sldChg chg="addSp delSp modSp mod">
        <pc:chgData name="横川 真美" userId="96ada2ef-5857-4dd3-85ae-6d384a6603bc" providerId="ADAL" clId="{3292B715-CF4B-2142-86DB-24B491953649}" dt="2021-01-04T10:15:26.363" v="1022" actId="20577"/>
        <pc:sldMkLst>
          <pc:docMk/>
          <pc:sldMk cId="3189017730" sldId="261"/>
        </pc:sldMkLst>
        <pc:spChg chg="mod">
          <ac:chgData name="横川 真美" userId="96ada2ef-5857-4dd3-85ae-6d384a6603bc" providerId="ADAL" clId="{3292B715-CF4B-2142-86DB-24B491953649}" dt="2021-01-04T10:15:26.363" v="1022" actId="20577"/>
          <ac:spMkLst>
            <pc:docMk/>
            <pc:sldMk cId="3189017730" sldId="261"/>
            <ac:spMk id="3" creationId="{11D37839-A62E-8640-BF29-49C46A8DEB7E}"/>
          </ac:spMkLst>
        </pc:spChg>
        <pc:spChg chg="mod">
          <ac:chgData name="横川 真美" userId="96ada2ef-5857-4dd3-85ae-6d384a6603bc" providerId="ADAL" clId="{3292B715-CF4B-2142-86DB-24B491953649}" dt="2021-01-04T09:47:02.778" v="489" actId="5793"/>
          <ac:spMkLst>
            <pc:docMk/>
            <pc:sldMk cId="3189017730" sldId="261"/>
            <ac:spMk id="6" creationId="{F2A5F7DC-A85E-0940-A6C5-3CBC3A7518E8}"/>
          </ac:spMkLst>
        </pc:spChg>
        <pc:spChg chg="mod">
          <ac:chgData name="横川 真美" userId="96ada2ef-5857-4dd3-85ae-6d384a6603bc" providerId="ADAL" clId="{3292B715-CF4B-2142-86DB-24B491953649}" dt="2021-01-04T06:08:48.220" v="255" actId="166"/>
          <ac:spMkLst>
            <pc:docMk/>
            <pc:sldMk cId="3189017730" sldId="261"/>
            <ac:spMk id="13" creationId="{66225DB3-8C84-419E-883C-D95EAEFC60C6}"/>
          </ac:spMkLst>
        </pc:spChg>
        <pc:spChg chg="mod">
          <ac:chgData name="横川 真美" userId="96ada2ef-5857-4dd3-85ae-6d384a6603bc" providerId="ADAL" clId="{3292B715-CF4B-2142-86DB-24B491953649}" dt="2021-01-04T06:08:48.220" v="255" actId="166"/>
          <ac:spMkLst>
            <pc:docMk/>
            <pc:sldMk cId="3189017730" sldId="261"/>
            <ac:spMk id="14" creationId="{FD3371EB-A769-452E-A8C1-94305951E67A}"/>
          </ac:spMkLst>
        </pc:spChg>
        <pc:picChg chg="del">
          <ac:chgData name="横川 真美" userId="96ada2ef-5857-4dd3-85ae-6d384a6603bc" providerId="ADAL" clId="{3292B715-CF4B-2142-86DB-24B491953649}" dt="2021-01-04T05:52:42.219" v="193" actId="478"/>
          <ac:picMkLst>
            <pc:docMk/>
            <pc:sldMk cId="3189017730" sldId="261"/>
            <ac:picMk id="4" creationId="{88C79E36-FD2C-6C42-B799-B36017849CFD}"/>
          </ac:picMkLst>
        </pc:picChg>
        <pc:picChg chg="add del mod">
          <ac:chgData name="横川 真美" userId="96ada2ef-5857-4dd3-85ae-6d384a6603bc" providerId="ADAL" clId="{3292B715-CF4B-2142-86DB-24B491953649}" dt="2021-01-04T06:07:36.857" v="234" actId="478"/>
          <ac:picMkLst>
            <pc:docMk/>
            <pc:sldMk cId="3189017730" sldId="261"/>
            <ac:picMk id="5" creationId="{1DF5A60D-C6C1-354F-A44E-2E14EA6241B5}"/>
          </ac:picMkLst>
        </pc:picChg>
        <pc:picChg chg="del">
          <ac:chgData name="横川 真美" userId="96ada2ef-5857-4dd3-85ae-6d384a6603bc" providerId="ADAL" clId="{3292B715-CF4B-2142-86DB-24B491953649}" dt="2021-01-04T05:52:43.517" v="194" actId="478"/>
          <ac:picMkLst>
            <pc:docMk/>
            <pc:sldMk cId="3189017730" sldId="261"/>
            <ac:picMk id="7" creationId="{F5F23806-23F6-BF4D-B68F-DCB445DAA50E}"/>
          </ac:picMkLst>
        </pc:picChg>
        <pc:picChg chg="add del mod">
          <ac:chgData name="横川 真美" userId="96ada2ef-5857-4dd3-85ae-6d384a6603bc" providerId="ADAL" clId="{3292B715-CF4B-2142-86DB-24B491953649}" dt="2021-01-04T06:07:36.857" v="234" actId="478"/>
          <ac:picMkLst>
            <pc:docMk/>
            <pc:sldMk cId="3189017730" sldId="261"/>
            <ac:picMk id="9" creationId="{8CF86AF6-46B1-5149-9D47-70E9E8A68C0D}"/>
          </ac:picMkLst>
        </pc:picChg>
        <pc:picChg chg="add mod modCrop">
          <ac:chgData name="横川 真美" userId="96ada2ef-5857-4dd3-85ae-6d384a6603bc" providerId="ADAL" clId="{3292B715-CF4B-2142-86DB-24B491953649}" dt="2021-01-04T05:54:44.673" v="225" actId="1076"/>
          <ac:picMkLst>
            <pc:docMk/>
            <pc:sldMk cId="3189017730" sldId="261"/>
            <ac:picMk id="11" creationId="{4EFFBF89-4B99-AA4D-A0D6-725038F58E58}"/>
          </ac:picMkLst>
        </pc:picChg>
        <pc:picChg chg="add mod">
          <ac:chgData name="横川 真美" userId="96ada2ef-5857-4dd3-85ae-6d384a6603bc" providerId="ADAL" clId="{3292B715-CF4B-2142-86DB-24B491953649}" dt="2021-01-04T06:08:38.768" v="253" actId="1076"/>
          <ac:picMkLst>
            <pc:docMk/>
            <pc:sldMk cId="3189017730" sldId="261"/>
            <ac:picMk id="17" creationId="{18133B0C-4585-504E-8941-F1055798C877}"/>
          </ac:picMkLst>
        </pc:picChg>
        <pc:picChg chg="add mod">
          <ac:chgData name="横川 真美" userId="96ada2ef-5857-4dd3-85ae-6d384a6603bc" providerId="ADAL" clId="{3292B715-CF4B-2142-86DB-24B491953649}" dt="2021-01-04T06:08:54.232" v="256" actId="1076"/>
          <ac:picMkLst>
            <pc:docMk/>
            <pc:sldMk cId="3189017730" sldId="261"/>
            <ac:picMk id="19" creationId="{977B4BAF-5DBC-6443-98AF-1FA8353468C0}"/>
          </ac:picMkLst>
        </pc:picChg>
      </pc:sldChg>
      <pc:sldChg chg="addSp delSp modSp mod">
        <pc:chgData name="横川 真美" userId="96ada2ef-5857-4dd3-85ae-6d384a6603bc" providerId="ADAL" clId="{3292B715-CF4B-2142-86DB-24B491953649}" dt="2021-01-04T10:16:17.601" v="1053" actId="20577"/>
        <pc:sldMkLst>
          <pc:docMk/>
          <pc:sldMk cId="2172523328" sldId="262"/>
        </pc:sldMkLst>
        <pc:spChg chg="mod">
          <ac:chgData name="横川 真美" userId="96ada2ef-5857-4dd3-85ae-6d384a6603bc" providerId="ADAL" clId="{3292B715-CF4B-2142-86DB-24B491953649}" dt="2021-01-04T09:47:10.739" v="492" actId="20577"/>
          <ac:spMkLst>
            <pc:docMk/>
            <pc:sldMk cId="2172523328" sldId="262"/>
            <ac:spMk id="2" creationId="{EA8DBE98-BCD0-E34B-873D-C00300914D19}"/>
          </ac:spMkLst>
        </pc:spChg>
        <pc:spChg chg="mod">
          <ac:chgData name="横川 真美" userId="96ada2ef-5857-4dd3-85ae-6d384a6603bc" providerId="ADAL" clId="{3292B715-CF4B-2142-86DB-24B491953649}" dt="2021-01-04T10:16:17.601" v="1053" actId="20577"/>
          <ac:spMkLst>
            <pc:docMk/>
            <pc:sldMk cId="2172523328" sldId="262"/>
            <ac:spMk id="3" creationId="{570F0932-C278-684F-A966-AC89523FE308}"/>
          </ac:spMkLst>
        </pc:spChg>
        <pc:picChg chg="mod modCrop">
          <ac:chgData name="横川 真美" userId="96ada2ef-5857-4dd3-85ae-6d384a6603bc" providerId="ADAL" clId="{3292B715-CF4B-2142-86DB-24B491953649}" dt="2021-01-04T05:44:12.632" v="111" actId="1076"/>
          <ac:picMkLst>
            <pc:docMk/>
            <pc:sldMk cId="2172523328" sldId="262"/>
            <ac:picMk id="5" creationId="{C2530B3D-B80A-544C-87FD-437F1457DD3D}"/>
          </ac:picMkLst>
        </pc:picChg>
        <pc:picChg chg="add del mod">
          <ac:chgData name="横川 真美" userId="96ada2ef-5857-4dd3-85ae-6d384a6603bc" providerId="ADAL" clId="{3292B715-CF4B-2142-86DB-24B491953649}" dt="2021-01-04T05:44:44.396" v="113" actId="478"/>
          <ac:picMkLst>
            <pc:docMk/>
            <pc:sldMk cId="2172523328" sldId="262"/>
            <ac:picMk id="8" creationId="{735B4261-1095-B340-AFD9-4BBAA8B863AA}"/>
          </ac:picMkLst>
        </pc:picChg>
      </pc:sldChg>
      <pc:sldChg chg="delSp modSp mod">
        <pc:chgData name="横川 真美" userId="96ada2ef-5857-4dd3-85ae-6d384a6603bc" providerId="ADAL" clId="{3292B715-CF4B-2142-86DB-24B491953649}" dt="2021-01-05T05:55:06.072" v="1759" actId="478"/>
        <pc:sldMkLst>
          <pc:docMk/>
          <pc:sldMk cId="1841286780" sldId="263"/>
        </pc:sldMkLst>
        <pc:spChg chg="mod">
          <ac:chgData name="横川 真美" userId="96ada2ef-5857-4dd3-85ae-6d384a6603bc" providerId="ADAL" clId="{3292B715-CF4B-2142-86DB-24B491953649}" dt="2021-01-04T09:47:23.039" v="496" actId="20577"/>
          <ac:spMkLst>
            <pc:docMk/>
            <pc:sldMk cId="1841286780" sldId="263"/>
            <ac:spMk id="2" creationId="{12B566E2-8BB2-F34B-9E37-0E04314482C7}"/>
          </ac:spMkLst>
        </pc:spChg>
        <pc:spChg chg="mod">
          <ac:chgData name="横川 真美" userId="96ada2ef-5857-4dd3-85ae-6d384a6603bc" providerId="ADAL" clId="{3292B715-CF4B-2142-86DB-24B491953649}" dt="2021-01-04T10:17:19.921" v="1094" actId="20577"/>
          <ac:spMkLst>
            <pc:docMk/>
            <pc:sldMk cId="1841286780" sldId="263"/>
            <ac:spMk id="3" creationId="{19ACD00C-593C-8144-91D6-67EE9E05D887}"/>
          </ac:spMkLst>
        </pc:spChg>
        <pc:spChg chg="del">
          <ac:chgData name="横川 真美" userId="96ada2ef-5857-4dd3-85ae-6d384a6603bc" providerId="ADAL" clId="{3292B715-CF4B-2142-86DB-24B491953649}" dt="2021-01-05T05:55:06.072" v="1759" actId="478"/>
          <ac:spMkLst>
            <pc:docMk/>
            <pc:sldMk cId="1841286780" sldId="263"/>
            <ac:spMk id="8" creationId="{6522ABB8-8C44-534A-8F08-D70CC336DF7E}"/>
          </ac:spMkLst>
        </pc:spChg>
      </pc:sldChg>
      <pc:sldChg chg="modSp mod">
        <pc:chgData name="横川 真美" userId="96ada2ef-5857-4dd3-85ae-6d384a6603bc" providerId="ADAL" clId="{3292B715-CF4B-2142-86DB-24B491953649}" dt="2021-01-04T10:17:15.471" v="1087" actId="20577"/>
        <pc:sldMkLst>
          <pc:docMk/>
          <pc:sldMk cId="373062482" sldId="264"/>
        </pc:sldMkLst>
        <pc:spChg chg="mod">
          <ac:chgData name="横川 真美" userId="96ada2ef-5857-4dd3-85ae-6d384a6603bc" providerId="ADAL" clId="{3292B715-CF4B-2142-86DB-24B491953649}" dt="2021-01-04T09:47:36.051" v="498" actId="20577"/>
          <ac:spMkLst>
            <pc:docMk/>
            <pc:sldMk cId="373062482" sldId="264"/>
            <ac:spMk id="2" creationId="{A5AB268C-2057-3744-A077-ECA58621E8F8}"/>
          </ac:spMkLst>
        </pc:spChg>
        <pc:spChg chg="mod">
          <ac:chgData name="横川 真美" userId="96ada2ef-5857-4dd3-85ae-6d384a6603bc" providerId="ADAL" clId="{3292B715-CF4B-2142-86DB-24B491953649}" dt="2021-01-04T10:17:15.471" v="1087" actId="20577"/>
          <ac:spMkLst>
            <pc:docMk/>
            <pc:sldMk cId="373062482" sldId="264"/>
            <ac:spMk id="3" creationId="{09B744CB-B0BC-704D-9992-BD36D4B7BA46}"/>
          </ac:spMkLst>
        </pc:spChg>
      </pc:sldChg>
      <pc:sldChg chg="addSp delSp modSp mod">
        <pc:chgData name="横川 真美" userId="96ada2ef-5857-4dd3-85ae-6d384a6603bc" providerId="ADAL" clId="{3292B715-CF4B-2142-86DB-24B491953649}" dt="2021-01-04T10:16:52.903" v="1080" actId="20577"/>
        <pc:sldMkLst>
          <pc:docMk/>
          <pc:sldMk cId="2171927970" sldId="265"/>
        </pc:sldMkLst>
        <pc:spChg chg="mod">
          <ac:chgData name="横川 真美" userId="96ada2ef-5857-4dd3-85ae-6d384a6603bc" providerId="ADAL" clId="{3292B715-CF4B-2142-86DB-24B491953649}" dt="2021-01-04T09:47:47.399" v="500" actId="20577"/>
          <ac:spMkLst>
            <pc:docMk/>
            <pc:sldMk cId="2171927970" sldId="265"/>
            <ac:spMk id="2" creationId="{BB1FBDDF-25C1-5643-AEA8-81D876D75976}"/>
          </ac:spMkLst>
        </pc:spChg>
        <pc:spChg chg="mod">
          <ac:chgData name="横川 真美" userId="96ada2ef-5857-4dd3-85ae-6d384a6603bc" providerId="ADAL" clId="{3292B715-CF4B-2142-86DB-24B491953649}" dt="2021-01-04T10:16:52.903" v="1080" actId="20577"/>
          <ac:spMkLst>
            <pc:docMk/>
            <pc:sldMk cId="2171927970" sldId="265"/>
            <ac:spMk id="3" creationId="{A784AE8C-9396-C64C-A7C9-28BAC6F32C33}"/>
          </ac:spMkLst>
        </pc:spChg>
        <pc:spChg chg="del">
          <ac:chgData name="横川 真美" userId="96ada2ef-5857-4dd3-85ae-6d384a6603bc" providerId="ADAL" clId="{3292B715-CF4B-2142-86DB-24B491953649}" dt="2021-01-04T06:38:56.117" v="268" actId="478"/>
          <ac:spMkLst>
            <pc:docMk/>
            <pc:sldMk cId="2171927970" sldId="265"/>
            <ac:spMk id="10" creationId="{62E9B61F-B7FB-41B5-8234-592FEC6FB9D7}"/>
          </ac:spMkLst>
        </pc:spChg>
        <pc:spChg chg="add del mod">
          <ac:chgData name="横川 真美" userId="96ada2ef-5857-4dd3-85ae-6d384a6603bc" providerId="ADAL" clId="{3292B715-CF4B-2142-86DB-24B491953649}" dt="2021-01-04T06:39:24.198" v="273" actId="478"/>
          <ac:spMkLst>
            <pc:docMk/>
            <pc:sldMk cId="2171927970" sldId="265"/>
            <ac:spMk id="11" creationId="{70C632CC-6D1B-4838-B7C2-EF7424F9C0D0}"/>
          </ac:spMkLst>
        </pc:spChg>
        <pc:picChg chg="add del mod">
          <ac:chgData name="横川 真美" userId="96ada2ef-5857-4dd3-85ae-6d384a6603bc" providerId="ADAL" clId="{3292B715-CF4B-2142-86DB-24B491953649}" dt="2021-01-04T06:39:25.424" v="274" actId="478"/>
          <ac:picMkLst>
            <pc:docMk/>
            <pc:sldMk cId="2171927970" sldId="265"/>
            <ac:picMk id="5" creationId="{B97A9981-9504-9848-9324-8AF288931736}"/>
          </ac:picMkLst>
        </pc:picChg>
        <pc:picChg chg="del">
          <ac:chgData name="横川 真美" userId="96ada2ef-5857-4dd3-85ae-6d384a6603bc" providerId="ADAL" clId="{3292B715-CF4B-2142-86DB-24B491953649}" dt="2021-01-04T06:38:17.696" v="257" actId="478"/>
          <ac:picMkLst>
            <pc:docMk/>
            <pc:sldMk cId="2171927970" sldId="265"/>
            <ac:picMk id="8" creationId="{9E3EF3A8-BC76-FC44-A098-FCDDC48BF90D}"/>
          </ac:picMkLst>
        </pc:picChg>
        <pc:picChg chg="add mod">
          <ac:chgData name="横川 真美" userId="96ada2ef-5857-4dd3-85ae-6d384a6603bc" providerId="ADAL" clId="{3292B715-CF4B-2142-86DB-24B491953649}" dt="2021-01-04T06:39:53.154" v="281" actId="167"/>
          <ac:picMkLst>
            <pc:docMk/>
            <pc:sldMk cId="2171927970" sldId="265"/>
            <ac:picMk id="9" creationId="{7704CCF0-3048-7C42-88A2-18CED18236AE}"/>
          </ac:picMkLst>
        </pc:picChg>
        <pc:picChg chg="add mod modCrop">
          <ac:chgData name="横川 真美" userId="96ada2ef-5857-4dd3-85ae-6d384a6603bc" providerId="ADAL" clId="{3292B715-CF4B-2142-86DB-24B491953649}" dt="2021-01-04T06:41:13.931" v="299" actId="1076"/>
          <ac:picMkLst>
            <pc:docMk/>
            <pc:sldMk cId="2171927970" sldId="265"/>
            <ac:picMk id="15" creationId="{FDE6660B-2CA5-1E4D-B07F-EEAA2E827DD8}"/>
          </ac:picMkLst>
        </pc:picChg>
      </pc:sldChg>
      <pc:sldChg chg="modSp mod">
        <pc:chgData name="横川 真美" userId="96ada2ef-5857-4dd3-85ae-6d384a6603bc" providerId="ADAL" clId="{3292B715-CF4B-2142-86DB-24B491953649}" dt="2021-01-04T09:48:23.863" v="506" actId="27636"/>
        <pc:sldMkLst>
          <pc:docMk/>
          <pc:sldMk cId="4208926939" sldId="266"/>
        </pc:sldMkLst>
        <pc:spChg chg="mod">
          <ac:chgData name="横川 真美" userId="96ada2ef-5857-4dd3-85ae-6d384a6603bc" providerId="ADAL" clId="{3292B715-CF4B-2142-86DB-24B491953649}" dt="2021-01-04T09:48:23.863" v="506" actId="27636"/>
          <ac:spMkLst>
            <pc:docMk/>
            <pc:sldMk cId="4208926939" sldId="266"/>
            <ac:spMk id="2" creationId="{C4D9ED57-FEC6-B942-9BF7-E9A8A83864EB}"/>
          </ac:spMkLst>
        </pc:spChg>
      </pc:sldChg>
      <pc:sldChg chg="addSp delSp modSp mod">
        <pc:chgData name="横川 真美" userId="96ada2ef-5857-4dd3-85ae-6d384a6603bc" providerId="ADAL" clId="{3292B715-CF4B-2142-86DB-24B491953649}" dt="2021-01-04T09:48:38.806" v="510" actId="20577"/>
        <pc:sldMkLst>
          <pc:docMk/>
          <pc:sldMk cId="2098984685" sldId="268"/>
        </pc:sldMkLst>
        <pc:spChg chg="mod">
          <ac:chgData name="横川 真美" userId="96ada2ef-5857-4dd3-85ae-6d384a6603bc" providerId="ADAL" clId="{3292B715-CF4B-2142-86DB-24B491953649}" dt="2021-01-04T09:48:38.806" v="510" actId="20577"/>
          <ac:spMkLst>
            <pc:docMk/>
            <pc:sldMk cId="2098984685" sldId="268"/>
            <ac:spMk id="6" creationId="{3B47B27D-DF7A-1F44-B4E1-AAE0019E92F2}"/>
          </ac:spMkLst>
        </pc:spChg>
        <pc:picChg chg="add mod">
          <ac:chgData name="横川 真美" userId="96ada2ef-5857-4dd3-85ae-6d384a6603bc" providerId="ADAL" clId="{3292B715-CF4B-2142-86DB-24B491953649}" dt="2021-01-04T06:40:40.789" v="289" actId="1076"/>
          <ac:picMkLst>
            <pc:docMk/>
            <pc:sldMk cId="2098984685" sldId="268"/>
            <ac:picMk id="4" creationId="{25B175AB-F353-2641-8C22-DD2E32D5B71A}"/>
          </ac:picMkLst>
        </pc:picChg>
        <pc:picChg chg="del">
          <ac:chgData name="横川 真美" userId="96ada2ef-5857-4dd3-85ae-6d384a6603bc" providerId="ADAL" clId="{3292B715-CF4B-2142-86DB-24B491953649}" dt="2021-01-04T06:40:19.343" v="282" actId="478"/>
          <ac:picMkLst>
            <pc:docMk/>
            <pc:sldMk cId="2098984685" sldId="268"/>
            <ac:picMk id="12" creationId="{58878BD5-C3D8-1845-B0CF-5CD5D318BEE7}"/>
          </ac:picMkLst>
        </pc:picChg>
      </pc:sldChg>
      <pc:sldChg chg="modSp mod">
        <pc:chgData name="横川 真美" userId="96ada2ef-5857-4dd3-85ae-6d384a6603bc" providerId="ADAL" clId="{3292B715-CF4B-2142-86DB-24B491953649}" dt="2021-01-04T09:49:45.172" v="513" actId="5793"/>
        <pc:sldMkLst>
          <pc:docMk/>
          <pc:sldMk cId="734592963" sldId="269"/>
        </pc:sldMkLst>
        <pc:spChg chg="mod">
          <ac:chgData name="横川 真美" userId="96ada2ef-5857-4dd3-85ae-6d384a6603bc" providerId="ADAL" clId="{3292B715-CF4B-2142-86DB-24B491953649}" dt="2021-01-04T09:49:45.172" v="513" actId="5793"/>
          <ac:spMkLst>
            <pc:docMk/>
            <pc:sldMk cId="734592963" sldId="269"/>
            <ac:spMk id="2" creationId="{977028D3-E138-3147-B103-2B9C4C117944}"/>
          </ac:spMkLst>
        </pc:spChg>
      </pc:sldChg>
      <pc:sldChg chg="modSp mod">
        <pc:chgData name="横川 真美" userId="96ada2ef-5857-4dd3-85ae-6d384a6603bc" providerId="ADAL" clId="{3292B715-CF4B-2142-86DB-24B491953649}" dt="2021-01-04T09:50:00.365" v="518" actId="20577"/>
        <pc:sldMkLst>
          <pc:docMk/>
          <pc:sldMk cId="3543145929" sldId="271"/>
        </pc:sldMkLst>
        <pc:spChg chg="mod">
          <ac:chgData name="横川 真美" userId="96ada2ef-5857-4dd3-85ae-6d384a6603bc" providerId="ADAL" clId="{3292B715-CF4B-2142-86DB-24B491953649}" dt="2021-01-04T09:50:00.365" v="518" actId="20577"/>
          <ac:spMkLst>
            <pc:docMk/>
            <pc:sldMk cId="3543145929" sldId="271"/>
            <ac:spMk id="2" creationId="{64BE87D7-31E6-2743-9F14-C850CFAB7B69}"/>
          </ac:spMkLst>
        </pc:spChg>
      </pc:sldChg>
      <pc:sldChg chg="modSp mod">
        <pc:chgData name="横川 真美" userId="96ada2ef-5857-4dd3-85ae-6d384a6603bc" providerId="ADAL" clId="{3292B715-CF4B-2142-86DB-24B491953649}" dt="2021-01-04T09:45:39.788" v="460" actId="20577"/>
        <pc:sldMkLst>
          <pc:docMk/>
          <pc:sldMk cId="830870085" sldId="272"/>
        </pc:sldMkLst>
        <pc:spChg chg="mod">
          <ac:chgData name="横川 真美" userId="96ada2ef-5857-4dd3-85ae-6d384a6603bc" providerId="ADAL" clId="{3292B715-CF4B-2142-86DB-24B491953649}" dt="2021-01-04T09:45:39.788" v="460" actId="20577"/>
          <ac:spMkLst>
            <pc:docMk/>
            <pc:sldMk cId="830870085" sldId="272"/>
            <ac:spMk id="2" creationId="{E49DF768-9F95-1548-BEFF-ADB232D7B2A6}"/>
          </ac:spMkLst>
        </pc:spChg>
      </pc:sldChg>
      <pc:sldChg chg="modSp mod">
        <pc:chgData name="横川 真美" userId="96ada2ef-5857-4dd3-85ae-6d384a6603bc" providerId="ADAL" clId="{3292B715-CF4B-2142-86DB-24B491953649}" dt="2021-01-04T09:45:47.722" v="464" actId="20577"/>
        <pc:sldMkLst>
          <pc:docMk/>
          <pc:sldMk cId="3457205717" sldId="273"/>
        </pc:sldMkLst>
        <pc:spChg chg="mod">
          <ac:chgData name="横川 真美" userId="96ada2ef-5857-4dd3-85ae-6d384a6603bc" providerId="ADAL" clId="{3292B715-CF4B-2142-86DB-24B491953649}" dt="2021-01-04T09:45:47.722" v="464" actId="20577"/>
          <ac:spMkLst>
            <pc:docMk/>
            <pc:sldMk cId="3457205717" sldId="273"/>
            <ac:spMk id="2" creationId="{E49DF768-9F95-1548-BEFF-ADB232D7B2A6}"/>
          </ac:spMkLst>
        </pc:spChg>
      </pc:sldChg>
      <pc:sldChg chg="addSp modSp mod">
        <pc:chgData name="横川 真美" userId="96ada2ef-5857-4dd3-85ae-6d384a6603bc" providerId="ADAL" clId="{3292B715-CF4B-2142-86DB-24B491953649}" dt="2021-01-04T09:46:05.999" v="467" actId="1076"/>
        <pc:sldMkLst>
          <pc:docMk/>
          <pc:sldMk cId="165772591" sldId="274"/>
        </pc:sldMkLst>
        <pc:spChg chg="mod">
          <ac:chgData name="横川 真美" userId="96ada2ef-5857-4dd3-85ae-6d384a6603bc" providerId="ADAL" clId="{3292B715-CF4B-2142-86DB-24B491953649}" dt="2021-01-04T09:45:53.435" v="466" actId="5793"/>
          <ac:spMkLst>
            <pc:docMk/>
            <pc:sldMk cId="165772591" sldId="274"/>
            <ac:spMk id="4" creationId="{C52522CA-74D4-1540-8058-5F0578DC5B14}"/>
          </ac:spMkLst>
        </pc:spChg>
        <pc:picChg chg="add mod">
          <ac:chgData name="横川 真美" userId="96ada2ef-5857-4dd3-85ae-6d384a6603bc" providerId="ADAL" clId="{3292B715-CF4B-2142-86DB-24B491953649}" dt="2021-01-04T09:46:05.999" v="467" actId="1076"/>
          <ac:picMkLst>
            <pc:docMk/>
            <pc:sldMk cId="165772591" sldId="274"/>
            <ac:picMk id="5" creationId="{8C778323-77D7-ED45-B887-9AB33EE79A33}"/>
          </ac:picMkLst>
        </pc:picChg>
      </pc:sldChg>
      <pc:sldChg chg="modSp mod">
        <pc:chgData name="横川 真美" userId="96ada2ef-5857-4dd3-85ae-6d384a6603bc" providerId="ADAL" clId="{3292B715-CF4B-2142-86DB-24B491953649}" dt="2021-01-05T05:51:36.685" v="1636" actId="20577"/>
        <pc:sldMkLst>
          <pc:docMk/>
          <pc:sldMk cId="4291880536" sldId="275"/>
        </pc:sldMkLst>
        <pc:spChg chg="mod">
          <ac:chgData name="横川 真美" userId="96ada2ef-5857-4dd3-85ae-6d384a6603bc" providerId="ADAL" clId="{3292B715-CF4B-2142-86DB-24B491953649}" dt="2021-01-05T05:51:36.685" v="1636" actId="20577"/>
          <ac:spMkLst>
            <pc:docMk/>
            <pc:sldMk cId="4291880536" sldId="275"/>
            <ac:spMk id="2" creationId="{E6EE66BC-C82F-1740-93BE-73034E275737}"/>
          </ac:spMkLst>
        </pc:spChg>
        <pc:spChg chg="mod">
          <ac:chgData name="横川 真美" userId="96ada2ef-5857-4dd3-85ae-6d384a6603bc" providerId="ADAL" clId="{3292B715-CF4B-2142-86DB-24B491953649}" dt="2021-01-04T10:14:32.807" v="980" actId="20577"/>
          <ac:spMkLst>
            <pc:docMk/>
            <pc:sldMk cId="4291880536" sldId="275"/>
            <ac:spMk id="3" creationId="{F0936020-2645-F64A-A1B9-496E36A4179D}"/>
          </ac:spMkLst>
        </pc:spChg>
      </pc:sldChg>
      <pc:sldChg chg="modSp mod">
        <pc:chgData name="横川 真美" userId="96ada2ef-5857-4dd3-85ae-6d384a6603bc" providerId="ADAL" clId="{3292B715-CF4B-2142-86DB-24B491953649}" dt="2021-01-04T10:14:36.185" v="981" actId="20577"/>
        <pc:sldMkLst>
          <pc:docMk/>
          <pc:sldMk cId="3770988180" sldId="276"/>
        </pc:sldMkLst>
        <pc:spChg chg="mod">
          <ac:chgData name="横川 真美" userId="96ada2ef-5857-4dd3-85ae-6d384a6603bc" providerId="ADAL" clId="{3292B715-CF4B-2142-86DB-24B491953649}" dt="2021-01-04T09:42:50.056" v="433" actId="12"/>
          <ac:spMkLst>
            <pc:docMk/>
            <pc:sldMk cId="3770988180" sldId="276"/>
            <ac:spMk id="2" creationId="{ECD7BB2B-4064-BE49-992C-731495787EB5}"/>
          </ac:spMkLst>
        </pc:spChg>
        <pc:spChg chg="mod">
          <ac:chgData name="横川 真美" userId="96ada2ef-5857-4dd3-85ae-6d384a6603bc" providerId="ADAL" clId="{3292B715-CF4B-2142-86DB-24B491953649}" dt="2021-01-04T10:14:36.185" v="981" actId="20577"/>
          <ac:spMkLst>
            <pc:docMk/>
            <pc:sldMk cId="3770988180" sldId="276"/>
            <ac:spMk id="3" creationId="{580C42F6-4659-D34F-A111-8090F0BEB79C}"/>
          </ac:spMkLst>
        </pc:spChg>
      </pc:sldChg>
      <pc:sldChg chg="modSp mod">
        <pc:chgData name="横川 真美" userId="96ada2ef-5857-4dd3-85ae-6d384a6603bc" providerId="ADAL" clId="{3292B715-CF4B-2142-86DB-24B491953649}" dt="2021-01-04T10:14:39.012" v="982" actId="20577"/>
        <pc:sldMkLst>
          <pc:docMk/>
          <pc:sldMk cId="388259454" sldId="277"/>
        </pc:sldMkLst>
        <pc:spChg chg="mod">
          <ac:chgData name="横川 真美" userId="96ada2ef-5857-4dd3-85ae-6d384a6603bc" providerId="ADAL" clId="{3292B715-CF4B-2142-86DB-24B491953649}" dt="2021-01-04T09:44:27.676" v="449" actId="114"/>
          <ac:spMkLst>
            <pc:docMk/>
            <pc:sldMk cId="388259454" sldId="277"/>
            <ac:spMk id="2" creationId="{A1077C21-D510-704A-BCA0-6998FE91BC6D}"/>
          </ac:spMkLst>
        </pc:spChg>
        <pc:spChg chg="mod">
          <ac:chgData name="横川 真美" userId="96ada2ef-5857-4dd3-85ae-6d384a6603bc" providerId="ADAL" clId="{3292B715-CF4B-2142-86DB-24B491953649}" dt="2021-01-04T10:14:39.012" v="982" actId="20577"/>
          <ac:spMkLst>
            <pc:docMk/>
            <pc:sldMk cId="388259454" sldId="277"/>
            <ac:spMk id="3" creationId="{1310FD27-FF76-434A-AE71-18BB20254226}"/>
          </ac:spMkLst>
        </pc:spChg>
      </pc:sldChg>
      <pc:sldChg chg="modSp mod">
        <pc:chgData name="横川 真美" userId="96ada2ef-5857-4dd3-85ae-6d384a6603bc" providerId="ADAL" clId="{3292B715-CF4B-2142-86DB-24B491953649}" dt="2021-01-04T10:14:41.656" v="983" actId="20577"/>
        <pc:sldMkLst>
          <pc:docMk/>
          <pc:sldMk cId="8262567" sldId="278"/>
        </pc:sldMkLst>
        <pc:spChg chg="mod">
          <ac:chgData name="横川 真美" userId="96ada2ef-5857-4dd3-85ae-6d384a6603bc" providerId="ADAL" clId="{3292B715-CF4B-2142-86DB-24B491953649}" dt="2021-01-04T09:44:42.822" v="451" actId="114"/>
          <ac:spMkLst>
            <pc:docMk/>
            <pc:sldMk cId="8262567" sldId="278"/>
            <ac:spMk id="2" creationId="{4BC4C53A-98BF-514E-A11E-7EB8418EEC94}"/>
          </ac:spMkLst>
        </pc:spChg>
        <pc:spChg chg="mod">
          <ac:chgData name="横川 真美" userId="96ada2ef-5857-4dd3-85ae-6d384a6603bc" providerId="ADAL" clId="{3292B715-CF4B-2142-86DB-24B491953649}" dt="2021-01-04T10:14:41.656" v="983" actId="20577"/>
          <ac:spMkLst>
            <pc:docMk/>
            <pc:sldMk cId="8262567" sldId="278"/>
            <ac:spMk id="3" creationId="{1188A32E-7737-774C-BDFC-20EC3E6E9807}"/>
          </ac:spMkLst>
        </pc:spChg>
      </pc:sldChg>
      <pc:sldChg chg="modSp mod">
        <pc:chgData name="横川 真美" userId="96ada2ef-5857-4dd3-85ae-6d384a6603bc" providerId="ADAL" clId="{3292B715-CF4B-2142-86DB-24B491953649}" dt="2021-01-04T10:14:52.972" v="992" actId="20577"/>
        <pc:sldMkLst>
          <pc:docMk/>
          <pc:sldMk cId="2911780831" sldId="279"/>
        </pc:sldMkLst>
        <pc:spChg chg="mod">
          <ac:chgData name="横川 真美" userId="96ada2ef-5857-4dd3-85ae-6d384a6603bc" providerId="ADAL" clId="{3292B715-CF4B-2142-86DB-24B491953649}" dt="2021-01-04T09:45:12.473" v="456" actId="20577"/>
          <ac:spMkLst>
            <pc:docMk/>
            <pc:sldMk cId="2911780831" sldId="279"/>
            <ac:spMk id="2" creationId="{4A0844D1-7822-E44E-9347-C4463F178EF8}"/>
          </ac:spMkLst>
        </pc:spChg>
        <pc:spChg chg="mod">
          <ac:chgData name="横川 真美" userId="96ada2ef-5857-4dd3-85ae-6d384a6603bc" providerId="ADAL" clId="{3292B715-CF4B-2142-86DB-24B491953649}" dt="2021-01-04T10:14:52.972" v="992" actId="20577"/>
          <ac:spMkLst>
            <pc:docMk/>
            <pc:sldMk cId="2911780831" sldId="279"/>
            <ac:spMk id="3" creationId="{14686C6F-FB3E-C146-B089-9837B08F3C70}"/>
          </ac:spMkLst>
        </pc:spChg>
      </pc:sldChg>
      <pc:sldChg chg="modSp mod">
        <pc:chgData name="横川 真美" userId="96ada2ef-5857-4dd3-85ae-6d384a6603bc" providerId="ADAL" clId="{3292B715-CF4B-2142-86DB-24B491953649}" dt="2021-01-04T09:48:58.318" v="511" actId="20577"/>
        <pc:sldMkLst>
          <pc:docMk/>
          <pc:sldMk cId="2299045658" sldId="280"/>
        </pc:sldMkLst>
        <pc:spChg chg="mod">
          <ac:chgData name="横川 真美" userId="96ada2ef-5857-4dd3-85ae-6d384a6603bc" providerId="ADAL" clId="{3292B715-CF4B-2142-86DB-24B491953649}" dt="2021-01-04T09:48:58.318" v="511" actId="20577"/>
          <ac:spMkLst>
            <pc:docMk/>
            <pc:sldMk cId="2299045658" sldId="280"/>
            <ac:spMk id="4" creationId="{0C99B4C8-31A6-234F-A7A3-4A9642F4ABA3}"/>
          </ac:spMkLst>
        </pc:spChg>
      </pc:sldChg>
      <pc:sldChg chg="modSp mod">
        <pc:chgData name="横川 真美" userId="96ada2ef-5857-4dd3-85ae-6d384a6603bc" providerId="ADAL" clId="{3292B715-CF4B-2142-86DB-24B491953649}" dt="2021-01-04T09:46:34.756" v="483" actId="20577"/>
        <pc:sldMkLst>
          <pc:docMk/>
          <pc:sldMk cId="3766405430" sldId="281"/>
        </pc:sldMkLst>
        <pc:spChg chg="mod">
          <ac:chgData name="横川 真美" userId="96ada2ef-5857-4dd3-85ae-6d384a6603bc" providerId="ADAL" clId="{3292B715-CF4B-2142-86DB-24B491953649}" dt="2021-01-04T09:46:34.756" v="483" actId="20577"/>
          <ac:spMkLst>
            <pc:docMk/>
            <pc:sldMk cId="3766405430" sldId="281"/>
            <ac:spMk id="2" creationId="{433A1EA1-02A5-064F-BD4C-0A6A77CCD8F0}"/>
          </ac:spMkLst>
        </pc:spChg>
      </pc:sldChg>
      <pc:sldChg chg="modSp mod">
        <pc:chgData name="横川 真美" userId="96ada2ef-5857-4dd3-85ae-6d384a6603bc" providerId="ADAL" clId="{3292B715-CF4B-2142-86DB-24B491953649}" dt="2021-01-04T10:10:25.592" v="872" actId="207"/>
        <pc:sldMkLst>
          <pc:docMk/>
          <pc:sldMk cId="3197079675" sldId="290"/>
        </pc:sldMkLst>
        <pc:spChg chg="mod">
          <ac:chgData name="横川 真美" userId="96ada2ef-5857-4dd3-85ae-6d384a6603bc" providerId="ADAL" clId="{3292B715-CF4B-2142-86DB-24B491953649}" dt="2021-01-04T10:10:25.592" v="872" actId="207"/>
          <ac:spMkLst>
            <pc:docMk/>
            <pc:sldMk cId="3197079675" sldId="290"/>
            <ac:spMk id="2" creationId="{129EB18F-CCFA-3542-9021-55E976EDF1BE}"/>
          </ac:spMkLst>
        </pc:spChg>
      </pc:sldChg>
      <pc:sldChg chg="modSp mod">
        <pc:chgData name="横川 真美" userId="96ada2ef-5857-4dd3-85ae-6d384a6603bc" providerId="ADAL" clId="{3292B715-CF4B-2142-86DB-24B491953649}" dt="2021-01-04T10:10:38.835" v="874" actId="207"/>
        <pc:sldMkLst>
          <pc:docMk/>
          <pc:sldMk cId="1920692120" sldId="291"/>
        </pc:sldMkLst>
        <pc:spChg chg="mod">
          <ac:chgData name="横川 真美" userId="96ada2ef-5857-4dd3-85ae-6d384a6603bc" providerId="ADAL" clId="{3292B715-CF4B-2142-86DB-24B491953649}" dt="2021-01-04T10:10:38.835" v="874" actId="207"/>
          <ac:spMkLst>
            <pc:docMk/>
            <pc:sldMk cId="1920692120" sldId="291"/>
            <ac:spMk id="2" creationId="{9FF76058-A109-B24A-AB53-EEE1619BF136}"/>
          </ac:spMkLst>
        </pc:spChg>
      </pc:sldChg>
      <pc:sldChg chg="modSp mod">
        <pc:chgData name="横川 真美" userId="96ada2ef-5857-4dd3-85ae-6d384a6603bc" providerId="ADAL" clId="{3292B715-CF4B-2142-86DB-24B491953649}" dt="2021-01-04T09:57:08.747" v="569" actId="20577"/>
        <pc:sldMkLst>
          <pc:docMk/>
          <pc:sldMk cId="3196024784" sldId="292"/>
        </pc:sldMkLst>
        <pc:spChg chg="mod">
          <ac:chgData name="横川 真美" userId="96ada2ef-5857-4dd3-85ae-6d384a6603bc" providerId="ADAL" clId="{3292B715-CF4B-2142-86DB-24B491953649}" dt="2021-01-04T09:57:08.747" v="569" actId="20577"/>
          <ac:spMkLst>
            <pc:docMk/>
            <pc:sldMk cId="3196024784" sldId="292"/>
            <ac:spMk id="2" creationId="{50B8EE00-67DD-194C-9492-1489111B2BA1}"/>
          </ac:spMkLst>
        </pc:spChg>
      </pc:sldChg>
      <pc:sldChg chg="modSp mod">
        <pc:chgData name="横川 真美" userId="96ada2ef-5857-4dd3-85ae-6d384a6603bc" providerId="ADAL" clId="{3292B715-CF4B-2142-86DB-24B491953649}" dt="2021-01-04T10:18:06.131" v="1165" actId="20577"/>
        <pc:sldMkLst>
          <pc:docMk/>
          <pc:sldMk cId="2304721488" sldId="294"/>
        </pc:sldMkLst>
        <pc:spChg chg="mod">
          <ac:chgData name="横川 真美" userId="96ada2ef-5857-4dd3-85ae-6d384a6603bc" providerId="ADAL" clId="{3292B715-CF4B-2142-86DB-24B491953649}" dt="2021-01-04T09:58:00.291" v="576" actId="207"/>
          <ac:spMkLst>
            <pc:docMk/>
            <pc:sldMk cId="2304721488" sldId="294"/>
            <ac:spMk id="2" creationId="{1C6EBBE0-E32D-A94B-9E47-EE54C061A1BC}"/>
          </ac:spMkLst>
        </pc:spChg>
        <pc:spChg chg="mod">
          <ac:chgData name="横川 真美" userId="96ada2ef-5857-4dd3-85ae-6d384a6603bc" providerId="ADAL" clId="{3292B715-CF4B-2142-86DB-24B491953649}" dt="2021-01-04T10:18:06.131" v="1165" actId="20577"/>
          <ac:spMkLst>
            <pc:docMk/>
            <pc:sldMk cId="2304721488" sldId="294"/>
            <ac:spMk id="3" creationId="{54A2EAC9-EEE2-F643-B8AD-9F14C6267759}"/>
          </ac:spMkLst>
        </pc:spChg>
      </pc:sldChg>
      <pc:sldChg chg="modSp mod">
        <pc:chgData name="横川 真美" userId="96ada2ef-5857-4dd3-85ae-6d384a6603bc" providerId="ADAL" clId="{3292B715-CF4B-2142-86DB-24B491953649}" dt="2021-01-04T10:18:12.112" v="1176" actId="20577"/>
        <pc:sldMkLst>
          <pc:docMk/>
          <pc:sldMk cId="2768319078" sldId="295"/>
        </pc:sldMkLst>
        <pc:spChg chg="mod">
          <ac:chgData name="横川 真美" userId="96ada2ef-5857-4dd3-85ae-6d384a6603bc" providerId="ADAL" clId="{3292B715-CF4B-2142-86DB-24B491953649}" dt="2021-01-04T10:00:26.474" v="581" actId="113"/>
          <ac:spMkLst>
            <pc:docMk/>
            <pc:sldMk cId="2768319078" sldId="295"/>
            <ac:spMk id="2" creationId="{BE525077-4497-BE41-A44C-1B16BD99E328}"/>
          </ac:spMkLst>
        </pc:spChg>
        <pc:spChg chg="mod">
          <ac:chgData name="横川 真美" userId="96ada2ef-5857-4dd3-85ae-6d384a6603bc" providerId="ADAL" clId="{3292B715-CF4B-2142-86DB-24B491953649}" dt="2021-01-04T10:18:12.112" v="1176" actId="20577"/>
          <ac:spMkLst>
            <pc:docMk/>
            <pc:sldMk cId="2768319078" sldId="295"/>
            <ac:spMk id="3" creationId="{DB8E7A54-96B9-104D-B932-3A4E6881F37E}"/>
          </ac:spMkLst>
        </pc:spChg>
      </pc:sldChg>
      <pc:sldChg chg="modSp mod">
        <pc:chgData name="横川 真美" userId="96ada2ef-5857-4dd3-85ae-6d384a6603bc" providerId="ADAL" clId="{3292B715-CF4B-2142-86DB-24B491953649}" dt="2021-01-04T10:18:27.757" v="1200" actId="20577"/>
        <pc:sldMkLst>
          <pc:docMk/>
          <pc:sldMk cId="872013434" sldId="296"/>
        </pc:sldMkLst>
        <pc:spChg chg="mod">
          <ac:chgData name="横川 真美" userId="96ada2ef-5857-4dd3-85ae-6d384a6603bc" providerId="ADAL" clId="{3292B715-CF4B-2142-86DB-24B491953649}" dt="2021-01-04T10:02:14.967" v="584" actId="207"/>
          <ac:spMkLst>
            <pc:docMk/>
            <pc:sldMk cId="872013434" sldId="296"/>
            <ac:spMk id="2" creationId="{CC37FC7B-6B72-F741-AA84-671305E6B211}"/>
          </ac:spMkLst>
        </pc:spChg>
        <pc:spChg chg="mod">
          <ac:chgData name="横川 真美" userId="96ada2ef-5857-4dd3-85ae-6d384a6603bc" providerId="ADAL" clId="{3292B715-CF4B-2142-86DB-24B491953649}" dt="2021-01-04T10:18:27.757" v="1200" actId="20577"/>
          <ac:spMkLst>
            <pc:docMk/>
            <pc:sldMk cId="872013434" sldId="296"/>
            <ac:spMk id="3" creationId="{5C727390-E10F-124E-868A-833EC76C25D7}"/>
          </ac:spMkLst>
        </pc:spChg>
      </pc:sldChg>
      <pc:sldChg chg="modSp mod">
        <pc:chgData name="横川 真美" userId="96ada2ef-5857-4dd3-85ae-6d384a6603bc" providerId="ADAL" clId="{3292B715-CF4B-2142-86DB-24B491953649}" dt="2021-01-04T10:18:34.591" v="1210" actId="20577"/>
        <pc:sldMkLst>
          <pc:docMk/>
          <pc:sldMk cId="1699552746" sldId="297"/>
        </pc:sldMkLst>
        <pc:spChg chg="mod">
          <ac:chgData name="横川 真美" userId="96ada2ef-5857-4dd3-85ae-6d384a6603bc" providerId="ADAL" clId="{3292B715-CF4B-2142-86DB-24B491953649}" dt="2021-01-04T10:13:55.293" v="979" actId="20577"/>
          <ac:spMkLst>
            <pc:docMk/>
            <pc:sldMk cId="1699552746" sldId="297"/>
            <ac:spMk id="2" creationId="{AA47A915-A067-CB47-9FEA-3900A2686239}"/>
          </ac:spMkLst>
        </pc:spChg>
        <pc:spChg chg="mod">
          <ac:chgData name="横川 真美" userId="96ada2ef-5857-4dd3-85ae-6d384a6603bc" providerId="ADAL" clId="{3292B715-CF4B-2142-86DB-24B491953649}" dt="2021-01-04T10:18:34.591" v="1210" actId="20577"/>
          <ac:spMkLst>
            <pc:docMk/>
            <pc:sldMk cId="1699552746" sldId="297"/>
            <ac:spMk id="3" creationId="{3556E705-EB74-6E41-8E3D-DF19495941E3}"/>
          </ac:spMkLst>
        </pc:spChg>
      </pc:sldChg>
      <pc:sldChg chg="modSp mod">
        <pc:chgData name="横川 真美" userId="96ada2ef-5857-4dd3-85ae-6d384a6603bc" providerId="ADAL" clId="{3292B715-CF4B-2142-86DB-24B491953649}" dt="2021-01-04T10:03:23.282" v="600" actId="113"/>
        <pc:sldMkLst>
          <pc:docMk/>
          <pc:sldMk cId="3946676697" sldId="299"/>
        </pc:sldMkLst>
        <pc:spChg chg="mod">
          <ac:chgData name="横川 真美" userId="96ada2ef-5857-4dd3-85ae-6d384a6603bc" providerId="ADAL" clId="{3292B715-CF4B-2142-86DB-24B491953649}" dt="2021-01-04T10:03:23.282" v="600" actId="113"/>
          <ac:spMkLst>
            <pc:docMk/>
            <pc:sldMk cId="3946676697" sldId="299"/>
            <ac:spMk id="2" creationId="{32F729DA-CD17-0C41-AF2E-ECB254CD9242}"/>
          </ac:spMkLst>
        </pc:spChg>
      </pc:sldChg>
      <pc:sldChg chg="modSp mod">
        <pc:chgData name="横川 真美" userId="96ada2ef-5857-4dd3-85ae-6d384a6603bc" providerId="ADAL" clId="{3292B715-CF4B-2142-86DB-24B491953649}" dt="2021-01-04T10:05:55.109" v="753" actId="114"/>
        <pc:sldMkLst>
          <pc:docMk/>
          <pc:sldMk cId="1454236366" sldId="300"/>
        </pc:sldMkLst>
        <pc:spChg chg="mod">
          <ac:chgData name="横川 真美" userId="96ada2ef-5857-4dd3-85ae-6d384a6603bc" providerId="ADAL" clId="{3292B715-CF4B-2142-86DB-24B491953649}" dt="2021-01-04T10:05:55.109" v="753" actId="114"/>
          <ac:spMkLst>
            <pc:docMk/>
            <pc:sldMk cId="1454236366" sldId="300"/>
            <ac:spMk id="2" creationId="{9ADCFFC4-81ED-1F47-A50E-FE07BEDDF46F}"/>
          </ac:spMkLst>
        </pc:spChg>
      </pc:sldChg>
      <pc:sldChg chg="modSp mod">
        <pc:chgData name="横川 真美" userId="96ada2ef-5857-4dd3-85ae-6d384a6603bc" providerId="ADAL" clId="{3292B715-CF4B-2142-86DB-24B491953649}" dt="2021-01-04T10:13:26.973" v="966" actId="207"/>
        <pc:sldMkLst>
          <pc:docMk/>
          <pc:sldMk cId="3400802779" sldId="301"/>
        </pc:sldMkLst>
        <pc:spChg chg="mod">
          <ac:chgData name="横川 真美" userId="96ada2ef-5857-4dd3-85ae-6d384a6603bc" providerId="ADAL" clId="{3292B715-CF4B-2142-86DB-24B491953649}" dt="2021-01-04T10:13:26.973" v="966" actId="207"/>
          <ac:spMkLst>
            <pc:docMk/>
            <pc:sldMk cId="3400802779" sldId="301"/>
            <ac:spMk id="2" creationId="{C7366653-016B-DF42-9372-D9CFC9823F04}"/>
          </ac:spMkLst>
        </pc:spChg>
      </pc:sldChg>
      <pc:sldChg chg="modSp mod">
        <pc:chgData name="横川 真美" userId="96ada2ef-5857-4dd3-85ae-6d384a6603bc" providerId="ADAL" clId="{3292B715-CF4B-2142-86DB-24B491953649}" dt="2021-01-04T10:13:31.410" v="967" actId="207"/>
        <pc:sldMkLst>
          <pc:docMk/>
          <pc:sldMk cId="561172512" sldId="302"/>
        </pc:sldMkLst>
        <pc:spChg chg="mod">
          <ac:chgData name="横川 真美" userId="96ada2ef-5857-4dd3-85ae-6d384a6603bc" providerId="ADAL" clId="{3292B715-CF4B-2142-86DB-24B491953649}" dt="2021-01-04T10:13:31.410" v="967" actId="207"/>
          <ac:spMkLst>
            <pc:docMk/>
            <pc:sldMk cId="561172512" sldId="302"/>
            <ac:spMk id="2" creationId="{22C49D91-685F-AF42-9B75-3E086565EF9E}"/>
          </ac:spMkLst>
        </pc:spChg>
      </pc:sldChg>
      <pc:sldChg chg="addSp delSp modSp mod">
        <pc:chgData name="横川 真美" userId="96ada2ef-5857-4dd3-85ae-6d384a6603bc" providerId="ADAL" clId="{3292B715-CF4B-2142-86DB-24B491953649}" dt="2021-01-05T06:13:16.616" v="2463" actId="1076"/>
        <pc:sldMkLst>
          <pc:docMk/>
          <pc:sldMk cId="278828678" sldId="308"/>
        </pc:sldMkLst>
        <pc:spChg chg="mod">
          <ac:chgData name="横川 真美" userId="96ada2ef-5857-4dd3-85ae-6d384a6603bc" providerId="ADAL" clId="{3292B715-CF4B-2142-86DB-24B491953649}" dt="2021-01-05T05:54:45.513" v="1758" actId="20577"/>
          <ac:spMkLst>
            <pc:docMk/>
            <pc:sldMk cId="278828678" sldId="308"/>
            <ac:spMk id="2" creationId="{0185D38B-D5EE-9D42-8549-67BFB9227BF1}"/>
          </ac:spMkLst>
        </pc:spChg>
        <pc:spChg chg="mod">
          <ac:chgData name="横川 真美" userId="96ada2ef-5857-4dd3-85ae-6d384a6603bc" providerId="ADAL" clId="{3292B715-CF4B-2142-86DB-24B491953649}" dt="2021-01-05T05:42:49.652" v="1240" actId="20577"/>
          <ac:spMkLst>
            <pc:docMk/>
            <pc:sldMk cId="278828678" sldId="308"/>
            <ac:spMk id="3" creationId="{D10E7C59-C6E3-1B4C-A1E4-8339054B30DB}"/>
          </ac:spMkLst>
        </pc:spChg>
        <pc:spChg chg="del mod">
          <ac:chgData name="横川 真美" userId="96ada2ef-5857-4dd3-85ae-6d384a6603bc" providerId="ADAL" clId="{3292B715-CF4B-2142-86DB-24B491953649}" dt="2021-01-05T05:42:44.664" v="1239" actId="478"/>
          <ac:spMkLst>
            <pc:docMk/>
            <pc:sldMk cId="278828678" sldId="308"/>
            <ac:spMk id="5" creationId="{A854429E-B59E-8646-871C-C395064D139E}"/>
          </ac:spMkLst>
        </pc:spChg>
        <pc:spChg chg="add del mod">
          <ac:chgData name="横川 真美" userId="96ada2ef-5857-4dd3-85ae-6d384a6603bc" providerId="ADAL" clId="{3292B715-CF4B-2142-86DB-24B491953649}" dt="2021-01-05T05:47:50.437" v="1601" actId="478"/>
          <ac:spMkLst>
            <pc:docMk/>
            <pc:sldMk cId="278828678" sldId="308"/>
            <ac:spMk id="10" creationId="{DF528863-A193-284B-BDD1-AA8FA96BC708}"/>
          </ac:spMkLst>
        </pc:spChg>
        <pc:spChg chg="add mod">
          <ac:chgData name="横川 真美" userId="96ada2ef-5857-4dd3-85ae-6d384a6603bc" providerId="ADAL" clId="{3292B715-CF4B-2142-86DB-24B491953649}" dt="2021-01-05T06:13:16.616" v="2463" actId="1076"/>
          <ac:spMkLst>
            <pc:docMk/>
            <pc:sldMk cId="278828678" sldId="308"/>
            <ac:spMk id="11" creationId="{6C0C0A87-63C4-DD47-99F4-FE5EE7EDF45E}"/>
          </ac:spMkLst>
        </pc:spChg>
        <pc:picChg chg="add mod">
          <ac:chgData name="横川 真美" userId="96ada2ef-5857-4dd3-85ae-6d384a6603bc" providerId="ADAL" clId="{3292B715-CF4B-2142-86DB-24B491953649}" dt="2021-01-05T05:43:17.240" v="1245" actId="1076"/>
          <ac:picMkLst>
            <pc:docMk/>
            <pc:sldMk cId="278828678" sldId="308"/>
            <ac:picMk id="7" creationId="{6946B90E-1DBC-8D41-BF0D-1B28600AC2D0}"/>
          </ac:picMkLst>
        </pc:picChg>
        <pc:picChg chg="add mod">
          <ac:chgData name="横川 真美" userId="96ada2ef-5857-4dd3-85ae-6d384a6603bc" providerId="ADAL" clId="{3292B715-CF4B-2142-86DB-24B491953649}" dt="2021-01-05T05:43:09.200" v="1243" actId="1076"/>
          <ac:picMkLst>
            <pc:docMk/>
            <pc:sldMk cId="278828678" sldId="308"/>
            <ac:picMk id="9" creationId="{FEEA4CD4-A4D7-3D43-9256-7A2B8B327D3F}"/>
          </ac:picMkLst>
        </pc:picChg>
      </pc:sldChg>
      <pc:sldChg chg="addSp delSp modSp mod">
        <pc:chgData name="横川 真美" userId="96ada2ef-5857-4dd3-85ae-6d384a6603bc" providerId="ADAL" clId="{3292B715-CF4B-2142-86DB-24B491953649}" dt="2021-01-05T06:09:31.012" v="2394" actId="404"/>
        <pc:sldMkLst>
          <pc:docMk/>
          <pc:sldMk cId="4020718689" sldId="309"/>
        </pc:sldMkLst>
        <pc:spChg chg="mod">
          <ac:chgData name="横川 真美" userId="96ada2ef-5857-4dd3-85ae-6d384a6603bc" providerId="ADAL" clId="{3292B715-CF4B-2142-86DB-24B491953649}" dt="2021-01-05T06:09:31.012" v="2394" actId="404"/>
          <ac:spMkLst>
            <pc:docMk/>
            <pc:sldMk cId="4020718689" sldId="309"/>
            <ac:spMk id="2" creationId="{E42DE005-52B1-F740-A878-350B3EAF808A}"/>
          </ac:spMkLst>
        </pc:spChg>
        <pc:spChg chg="del">
          <ac:chgData name="横川 真美" userId="96ada2ef-5857-4dd3-85ae-6d384a6603bc" providerId="ADAL" clId="{3292B715-CF4B-2142-86DB-24B491953649}" dt="2021-01-05T05:55:10.137" v="1761" actId="478"/>
          <ac:spMkLst>
            <pc:docMk/>
            <pc:sldMk cId="4020718689" sldId="309"/>
            <ac:spMk id="4" creationId="{A812A6B3-BE83-DC48-91BB-8FC74960569D}"/>
          </ac:spMkLst>
        </pc:spChg>
        <pc:spChg chg="add del mod">
          <ac:chgData name="横川 真美" userId="96ada2ef-5857-4dd3-85ae-6d384a6603bc" providerId="ADAL" clId="{3292B715-CF4B-2142-86DB-24B491953649}" dt="2021-01-05T06:04:59.999" v="2350" actId="478"/>
          <ac:spMkLst>
            <pc:docMk/>
            <pc:sldMk cId="4020718689" sldId="309"/>
            <ac:spMk id="5" creationId="{D2DB8594-EF8E-4141-B5C2-0DCAFCE909A2}"/>
          </ac:spMkLst>
        </pc:spChg>
        <pc:spChg chg="mod">
          <ac:chgData name="横川 真美" userId="96ada2ef-5857-4dd3-85ae-6d384a6603bc" providerId="ADAL" clId="{3292B715-CF4B-2142-86DB-24B491953649}" dt="2021-01-05T06:09:10.652" v="2393" actId="1076"/>
          <ac:spMkLst>
            <pc:docMk/>
            <pc:sldMk cId="4020718689" sldId="309"/>
            <ac:spMk id="6" creationId="{02322E8A-D70B-824D-8EAE-96A3CCD65C49}"/>
          </ac:spMkLst>
        </pc:spChg>
      </pc:sldChg>
      <pc:sldChg chg="addSp delSp modSp mod">
        <pc:chgData name="横川 真美" userId="96ada2ef-5857-4dd3-85ae-6d384a6603bc" providerId="ADAL" clId="{3292B715-CF4B-2142-86DB-24B491953649}" dt="2021-01-05T06:15:21.439" v="2485" actId="478"/>
        <pc:sldMkLst>
          <pc:docMk/>
          <pc:sldMk cId="2523093898" sldId="310"/>
        </pc:sldMkLst>
        <pc:spChg chg="mod">
          <ac:chgData name="横川 真美" userId="96ada2ef-5857-4dd3-85ae-6d384a6603bc" providerId="ADAL" clId="{3292B715-CF4B-2142-86DB-24B491953649}" dt="2021-01-05T05:53:34.173" v="1741" actId="20577"/>
          <ac:spMkLst>
            <pc:docMk/>
            <pc:sldMk cId="2523093898" sldId="310"/>
            <ac:spMk id="2" creationId="{E6EE66BC-C82F-1740-93BE-73034E275737}"/>
          </ac:spMkLst>
        </pc:spChg>
        <pc:spChg chg="mod">
          <ac:chgData name="横川 真美" userId="96ada2ef-5857-4dd3-85ae-6d384a6603bc" providerId="ADAL" clId="{3292B715-CF4B-2142-86DB-24B491953649}" dt="2021-01-05T05:52:42.428" v="1697" actId="20577"/>
          <ac:spMkLst>
            <pc:docMk/>
            <pc:sldMk cId="2523093898" sldId="310"/>
            <ac:spMk id="3" creationId="{F0936020-2645-F64A-A1B9-496E36A4179D}"/>
          </ac:spMkLst>
        </pc:spChg>
        <pc:spChg chg="del">
          <ac:chgData name="横川 真美" userId="96ada2ef-5857-4dd3-85ae-6d384a6603bc" providerId="ADAL" clId="{3292B715-CF4B-2142-86DB-24B491953649}" dt="2021-01-05T05:52:01.418" v="1647" actId="478"/>
          <ac:spMkLst>
            <pc:docMk/>
            <pc:sldMk cId="2523093898" sldId="310"/>
            <ac:spMk id="4" creationId="{8571A3D0-58F8-ED42-AEA6-AE5DB71A19EA}"/>
          </ac:spMkLst>
        </pc:spChg>
        <pc:spChg chg="add del mod">
          <ac:chgData name="横川 真美" userId="96ada2ef-5857-4dd3-85ae-6d384a6603bc" providerId="ADAL" clId="{3292B715-CF4B-2142-86DB-24B491953649}" dt="2021-01-05T06:15:21.439" v="2485" actId="478"/>
          <ac:spMkLst>
            <pc:docMk/>
            <pc:sldMk cId="2523093898" sldId="310"/>
            <ac:spMk id="5" creationId="{6A1758EC-AB18-8642-9E9E-B81B6DAD7555}"/>
          </ac:spMkLst>
        </pc:spChg>
        <pc:spChg chg="del">
          <ac:chgData name="横川 真美" userId="96ada2ef-5857-4dd3-85ae-6d384a6603bc" providerId="ADAL" clId="{3292B715-CF4B-2142-86DB-24B491953649}" dt="2021-01-05T05:52:04.262" v="1648" actId="478"/>
          <ac:spMkLst>
            <pc:docMk/>
            <pc:sldMk cId="2523093898" sldId="310"/>
            <ac:spMk id="10" creationId="{E8334325-A8D3-4C14-A3B7-A94E9EE587ED}"/>
          </ac:spMkLst>
        </pc:spChg>
      </pc:sldChg>
      <pc:sldChg chg="delSp modSp mod">
        <pc:chgData name="横川 真美" userId="96ada2ef-5857-4dd3-85ae-6d384a6603bc" providerId="ADAL" clId="{3292B715-CF4B-2142-86DB-24B491953649}" dt="2021-01-05T05:53:02.270" v="1731" actId="478"/>
        <pc:sldMkLst>
          <pc:docMk/>
          <pc:sldMk cId="3144779119" sldId="311"/>
        </pc:sldMkLst>
        <pc:spChg chg="mod">
          <ac:chgData name="横川 真美" userId="96ada2ef-5857-4dd3-85ae-6d384a6603bc" providerId="ADAL" clId="{3292B715-CF4B-2142-86DB-24B491953649}" dt="2021-01-05T05:53:00.954" v="1730" actId="20577"/>
          <ac:spMkLst>
            <pc:docMk/>
            <pc:sldMk cId="3144779119" sldId="311"/>
            <ac:spMk id="2" creationId="{ECD7BB2B-4064-BE49-992C-731495787EB5}"/>
          </ac:spMkLst>
        </pc:spChg>
        <pc:spChg chg="mod">
          <ac:chgData name="横川 真美" userId="96ada2ef-5857-4dd3-85ae-6d384a6603bc" providerId="ADAL" clId="{3292B715-CF4B-2142-86DB-24B491953649}" dt="2021-01-05T05:52:37.169" v="1686" actId="20577"/>
          <ac:spMkLst>
            <pc:docMk/>
            <pc:sldMk cId="3144779119" sldId="311"/>
            <ac:spMk id="3" creationId="{580C42F6-4659-D34F-A111-8090F0BEB79C}"/>
          </ac:spMkLst>
        </pc:spChg>
        <pc:spChg chg="del">
          <ac:chgData name="横川 真美" userId="96ada2ef-5857-4dd3-85ae-6d384a6603bc" providerId="ADAL" clId="{3292B715-CF4B-2142-86DB-24B491953649}" dt="2021-01-05T05:53:02.270" v="1731" actId="478"/>
          <ac:spMkLst>
            <pc:docMk/>
            <pc:sldMk cId="3144779119" sldId="311"/>
            <ac:spMk id="4" creationId="{3642116A-CB8C-A845-8C0B-83E07B93FF86}"/>
          </ac:spMkLst>
        </pc:spChg>
      </pc:sldChg>
      <pc:sldChg chg="new del">
        <pc:chgData name="横川 真美" userId="96ada2ef-5857-4dd3-85ae-6d384a6603bc" providerId="ADAL" clId="{3292B715-CF4B-2142-86DB-24B491953649}" dt="2021-01-05T06:07:27.197" v="2354" actId="680"/>
        <pc:sldMkLst>
          <pc:docMk/>
          <pc:sldMk cId="667878557" sldId="312"/>
        </pc:sldMkLst>
      </pc:sldChg>
    </pc:docChg>
  </pc:docChgLst>
  <pc:docChgLst>
    <pc:chgData name="山脇 一将" userId="S::kazumasa.yamawaki@optim.co.jp::df357180-5a66-4b80-905f-defc8b56075e" providerId="AD" clId="Web-{B9994296-46FF-BDCA-4283-5D16E5F1293C}"/>
    <pc:docChg chg="modSld">
      <pc:chgData name="山脇 一将" userId="S::kazumasa.yamawaki@optim.co.jp::df357180-5a66-4b80-905f-defc8b56075e" providerId="AD" clId="Web-{B9994296-46FF-BDCA-4283-5D16E5F1293C}" dt="2021-01-14T05:37:59.522" v="1" actId="14100"/>
      <pc:docMkLst>
        <pc:docMk/>
      </pc:docMkLst>
      <pc:sldChg chg="modSp">
        <pc:chgData name="山脇 一将" userId="S::kazumasa.yamawaki@optim.co.jp::df357180-5a66-4b80-905f-defc8b56075e" providerId="AD" clId="Web-{B9994296-46FF-BDCA-4283-5D16E5F1293C}" dt="2021-01-14T05:37:59.522" v="1" actId="14100"/>
        <pc:sldMkLst>
          <pc:docMk/>
          <pc:sldMk cId="1676793895" sldId="258"/>
        </pc:sldMkLst>
        <pc:picChg chg="mod">
          <ac:chgData name="山脇 一将" userId="S::kazumasa.yamawaki@optim.co.jp::df357180-5a66-4b80-905f-defc8b56075e" providerId="AD" clId="Web-{B9994296-46FF-BDCA-4283-5D16E5F1293C}" dt="2021-01-14T05:37:59.522" v="1" actId="14100"/>
          <ac:picMkLst>
            <pc:docMk/>
            <pc:sldMk cId="1676793895" sldId="258"/>
            <ac:picMk id="19" creationId="{1B53A48D-EBEF-F142-862D-7A462B77A542}"/>
          </ac:picMkLst>
        </pc:picChg>
      </pc:sldChg>
    </pc:docChg>
  </pc:docChgLst>
  <pc:docChgLst>
    <pc:chgData name="池田 幸高" userId="S::yukitaka.ikeda@optim.co.jp::698c31e5-383b-467c-bc20-a09d8c482264" providerId="AD" clId="Web-{17D6D8BF-CEBC-5CFA-D890-20AEE46AB23E}"/>
    <pc:docChg chg="delSld modSld">
      <pc:chgData name="池田 幸高" userId="S::yukitaka.ikeda@optim.co.jp::698c31e5-383b-467c-bc20-a09d8c482264" providerId="AD" clId="Web-{17D6D8BF-CEBC-5CFA-D890-20AEE46AB23E}" dt="2021-02-12T05:34:39.604" v="29"/>
      <pc:docMkLst>
        <pc:docMk/>
      </pc:docMkLst>
      <pc:sldChg chg="del">
        <pc:chgData name="池田 幸高" userId="S::yukitaka.ikeda@optim.co.jp::698c31e5-383b-467c-bc20-a09d8c482264" providerId="AD" clId="Web-{17D6D8BF-CEBC-5CFA-D890-20AEE46AB23E}" dt="2021-02-12T05:34:39.604" v="29"/>
        <pc:sldMkLst>
          <pc:docMk/>
          <pc:sldMk cId="3742355508" sldId="306"/>
        </pc:sldMkLst>
      </pc:sldChg>
      <pc:sldChg chg="del">
        <pc:chgData name="池田 幸高" userId="S::yukitaka.ikeda@optim.co.jp::698c31e5-383b-467c-bc20-a09d8c482264" providerId="AD" clId="Web-{17D6D8BF-CEBC-5CFA-D890-20AEE46AB23E}" dt="2021-02-12T05:34:38.510" v="28"/>
        <pc:sldMkLst>
          <pc:docMk/>
          <pc:sldMk cId="2992936796" sldId="314"/>
        </pc:sldMkLst>
      </pc:sldChg>
      <pc:sldChg chg="del">
        <pc:chgData name="池田 幸高" userId="S::yukitaka.ikeda@optim.co.jp::698c31e5-383b-467c-bc20-a09d8c482264" providerId="AD" clId="Web-{17D6D8BF-CEBC-5CFA-D890-20AEE46AB23E}" dt="2021-02-12T05:34:36.697" v="26"/>
        <pc:sldMkLst>
          <pc:docMk/>
          <pc:sldMk cId="1973372939" sldId="320"/>
        </pc:sldMkLst>
      </pc:sldChg>
      <pc:sldChg chg="del">
        <pc:chgData name="池田 幸高" userId="S::yukitaka.ikeda@optim.co.jp::698c31e5-383b-467c-bc20-a09d8c482264" providerId="AD" clId="Web-{17D6D8BF-CEBC-5CFA-D890-20AEE46AB23E}" dt="2021-02-12T05:34:37.479" v="27"/>
        <pc:sldMkLst>
          <pc:docMk/>
          <pc:sldMk cId="453312973" sldId="322"/>
        </pc:sldMkLst>
      </pc:sldChg>
      <pc:sldChg chg="modSp">
        <pc:chgData name="池田 幸高" userId="S::yukitaka.ikeda@optim.co.jp::698c31e5-383b-467c-bc20-a09d8c482264" providerId="AD" clId="Web-{17D6D8BF-CEBC-5CFA-D890-20AEE46AB23E}" dt="2021-02-12T05:30:41.176" v="4" actId="20577"/>
        <pc:sldMkLst>
          <pc:docMk/>
          <pc:sldMk cId="1333521870" sldId="331"/>
        </pc:sldMkLst>
        <pc:spChg chg="mod">
          <ac:chgData name="池田 幸高" userId="S::yukitaka.ikeda@optim.co.jp::698c31e5-383b-467c-bc20-a09d8c482264" providerId="AD" clId="Web-{17D6D8BF-CEBC-5CFA-D890-20AEE46AB23E}" dt="2021-02-12T05:30:41.176" v="4" actId="20577"/>
          <ac:spMkLst>
            <pc:docMk/>
            <pc:sldMk cId="1333521870" sldId="331"/>
            <ac:spMk id="21" creationId="{F4480A6D-41AB-401B-B288-B1EE8EAB8B78}"/>
          </ac:spMkLst>
        </pc:spChg>
      </pc:sldChg>
      <pc:sldChg chg="modSp">
        <pc:chgData name="池田 幸高" userId="S::yukitaka.ikeda@optim.co.jp::698c31e5-383b-467c-bc20-a09d8c482264" providerId="AD" clId="Web-{17D6D8BF-CEBC-5CFA-D890-20AEE46AB23E}" dt="2021-02-12T05:33:58.259" v="25" actId="20577"/>
        <pc:sldMkLst>
          <pc:docMk/>
          <pc:sldMk cId="3642466287" sldId="339"/>
        </pc:sldMkLst>
        <pc:spChg chg="mod">
          <ac:chgData name="池田 幸高" userId="S::yukitaka.ikeda@optim.co.jp::698c31e5-383b-467c-bc20-a09d8c482264" providerId="AD" clId="Web-{17D6D8BF-CEBC-5CFA-D890-20AEE46AB23E}" dt="2021-02-12T05:33:58.259" v="25" actId="20577"/>
          <ac:spMkLst>
            <pc:docMk/>
            <pc:sldMk cId="3642466287" sldId="339"/>
            <ac:spMk id="21" creationId="{F4480A6D-41AB-401B-B288-B1EE8EAB8B78}"/>
          </ac:spMkLst>
        </pc:spChg>
      </pc:sldChg>
    </pc:docChg>
  </pc:docChgLst>
  <pc:docChgLst>
    <pc:chgData name="横川 真美" userId="96ada2ef-5857-4dd3-85ae-6d384a6603bc" providerId="ADAL" clId="{62A0484B-C74C-204D-B6BE-21EC3D6A5B78}"/>
    <pc:docChg chg="undo redo custSel addSld delSld modSld sldOrd">
      <pc:chgData name="横川 真美" userId="96ada2ef-5857-4dd3-85ae-6d384a6603bc" providerId="ADAL" clId="{62A0484B-C74C-204D-B6BE-21EC3D6A5B78}" dt="2021-01-15T11:12:27.260" v="9581" actId="1076"/>
      <pc:docMkLst>
        <pc:docMk/>
      </pc:docMkLst>
      <pc:sldChg chg="addSp delSp modSp mod">
        <pc:chgData name="横川 真美" userId="96ada2ef-5857-4dd3-85ae-6d384a6603bc" providerId="ADAL" clId="{62A0484B-C74C-204D-B6BE-21EC3D6A5B78}" dt="2021-01-15T10:41:52.848" v="9482" actId="1076"/>
        <pc:sldMkLst>
          <pc:docMk/>
          <pc:sldMk cId="1676793895" sldId="258"/>
        </pc:sldMkLst>
        <pc:spChg chg="del mod">
          <ac:chgData name="横川 真美" userId="96ada2ef-5857-4dd3-85ae-6d384a6603bc" providerId="ADAL" clId="{62A0484B-C74C-204D-B6BE-21EC3D6A5B78}" dt="2021-01-14T00:34:23.338" v="9346" actId="478"/>
          <ac:spMkLst>
            <pc:docMk/>
            <pc:sldMk cId="1676793895" sldId="258"/>
            <ac:spMk id="2" creationId="{39B7E51E-E39E-094A-8609-B0356E11AA1A}"/>
          </ac:spMkLst>
        </pc:spChg>
        <pc:spChg chg="add mod">
          <ac:chgData name="横川 真美" userId="96ada2ef-5857-4dd3-85ae-6d384a6603bc" providerId="ADAL" clId="{62A0484B-C74C-204D-B6BE-21EC3D6A5B78}" dt="2021-01-13T06:00:12.930" v="7914" actId="20577"/>
          <ac:spMkLst>
            <pc:docMk/>
            <pc:sldMk cId="1676793895" sldId="258"/>
            <ac:spMk id="4" creationId="{C0AE7C29-42FC-9942-9540-7FFBB7E977B5}"/>
          </ac:spMkLst>
        </pc:spChg>
        <pc:spChg chg="mod">
          <ac:chgData name="横川 真美" userId="96ada2ef-5857-4dd3-85ae-6d384a6603bc" providerId="ADAL" clId="{62A0484B-C74C-204D-B6BE-21EC3D6A5B78}" dt="2021-01-12T09:37:50.433" v="4827" actId="1076"/>
          <ac:spMkLst>
            <pc:docMk/>
            <pc:sldMk cId="1676793895" sldId="258"/>
            <ac:spMk id="10" creationId="{3C9BCC44-4D19-404A-A711-62172E8DD438}"/>
          </ac:spMkLst>
        </pc:spChg>
        <pc:spChg chg="add del mod">
          <ac:chgData name="横川 真美" userId="96ada2ef-5857-4dd3-85ae-6d384a6603bc" providerId="ADAL" clId="{62A0484B-C74C-204D-B6BE-21EC3D6A5B78}" dt="2021-01-13T03:42:36.898" v="7261" actId="478"/>
          <ac:spMkLst>
            <pc:docMk/>
            <pc:sldMk cId="1676793895" sldId="258"/>
            <ac:spMk id="11" creationId="{2462A295-577A-304F-A9F3-2636659A3605}"/>
          </ac:spMkLst>
        </pc:spChg>
        <pc:spChg chg="add mod">
          <ac:chgData name="横川 真美" userId="96ada2ef-5857-4dd3-85ae-6d384a6603bc" providerId="ADAL" clId="{62A0484B-C74C-204D-B6BE-21EC3D6A5B78}" dt="2021-01-14T01:08:06.217" v="9450" actId="1076"/>
          <ac:spMkLst>
            <pc:docMk/>
            <pc:sldMk cId="1676793895" sldId="258"/>
            <ac:spMk id="12" creationId="{C970B834-65E2-3F49-A4EF-E3A193DEF167}"/>
          </ac:spMkLst>
        </pc:spChg>
        <pc:spChg chg="mod">
          <ac:chgData name="横川 真美" userId="96ada2ef-5857-4dd3-85ae-6d384a6603bc" providerId="ADAL" clId="{62A0484B-C74C-204D-B6BE-21EC3D6A5B78}" dt="2021-01-15T10:35:06.920" v="9465" actId="6549"/>
          <ac:spMkLst>
            <pc:docMk/>
            <pc:sldMk cId="1676793895" sldId="258"/>
            <ac:spMk id="13" creationId="{6225DA6D-3727-384A-82D6-2C21C5702123}"/>
          </ac:spMkLst>
        </pc:spChg>
        <pc:spChg chg="del mod">
          <ac:chgData name="横川 真美" userId="96ada2ef-5857-4dd3-85ae-6d384a6603bc" providerId="ADAL" clId="{62A0484B-C74C-204D-B6BE-21EC3D6A5B78}" dt="2021-01-13T03:41:19.117" v="7242" actId="478"/>
          <ac:spMkLst>
            <pc:docMk/>
            <pc:sldMk cId="1676793895" sldId="258"/>
            <ac:spMk id="18" creationId="{471BE9B8-2264-9F46-A634-605F919B8240}"/>
          </ac:spMkLst>
        </pc:spChg>
        <pc:picChg chg="add mod">
          <ac:chgData name="横川 真美" userId="96ada2ef-5857-4dd3-85ae-6d384a6603bc" providerId="ADAL" clId="{62A0484B-C74C-204D-B6BE-21EC3D6A5B78}" dt="2021-01-15T10:35:42.620" v="9474" actId="1076"/>
          <ac:picMkLst>
            <pc:docMk/>
            <pc:sldMk cId="1676793895" sldId="258"/>
            <ac:picMk id="5" creationId="{FE991DA0-5113-9E46-A91B-E39949A246C3}"/>
          </ac:picMkLst>
        </pc:picChg>
        <pc:picChg chg="add del mod">
          <ac:chgData name="横川 真美" userId="96ada2ef-5857-4dd3-85ae-6d384a6603bc" providerId="ADAL" clId="{62A0484B-C74C-204D-B6BE-21EC3D6A5B78}" dt="2021-01-14T00:34:39.982" v="9351" actId="478"/>
          <ac:picMkLst>
            <pc:docMk/>
            <pc:sldMk cId="1676793895" sldId="258"/>
            <ac:picMk id="6" creationId="{023FB540-749E-FE40-A560-B08816BEFE09}"/>
          </ac:picMkLst>
        </pc:picChg>
        <pc:picChg chg="add mod">
          <ac:chgData name="横川 真美" userId="96ada2ef-5857-4dd3-85ae-6d384a6603bc" providerId="ADAL" clId="{62A0484B-C74C-204D-B6BE-21EC3D6A5B78}" dt="2021-01-15T10:41:52.848" v="9482" actId="1076"/>
          <ac:picMkLst>
            <pc:docMk/>
            <pc:sldMk cId="1676793895" sldId="258"/>
            <ac:picMk id="7" creationId="{DC0DD7F6-7689-294D-A769-ADF5E6352835}"/>
          </ac:picMkLst>
        </pc:picChg>
        <pc:picChg chg="add mod modCrop">
          <ac:chgData name="横川 真美" userId="96ada2ef-5857-4dd3-85ae-6d384a6603bc" providerId="ADAL" clId="{62A0484B-C74C-204D-B6BE-21EC3D6A5B78}" dt="2021-01-14T01:08:54.504" v="9463" actId="1076"/>
          <ac:picMkLst>
            <pc:docMk/>
            <pc:sldMk cId="1676793895" sldId="258"/>
            <ac:picMk id="8" creationId="{BCE6C33B-0C98-4C4F-9275-DCCFC6DBD3C5}"/>
          </ac:picMkLst>
        </pc:picChg>
        <pc:picChg chg="del mod">
          <ac:chgData name="横川 真美" userId="96ada2ef-5857-4dd3-85ae-6d384a6603bc" providerId="ADAL" clId="{62A0484B-C74C-204D-B6BE-21EC3D6A5B78}" dt="2021-01-14T00:34:23.338" v="9346" actId="478"/>
          <ac:picMkLst>
            <pc:docMk/>
            <pc:sldMk cId="1676793895" sldId="258"/>
            <ac:picMk id="9" creationId="{C4A602A4-D5BE-DB47-ACFF-26491D2CFB03}"/>
          </ac:picMkLst>
        </pc:picChg>
        <pc:picChg chg="add del mod">
          <ac:chgData name="横川 真美" userId="96ada2ef-5857-4dd3-85ae-6d384a6603bc" providerId="ADAL" clId="{62A0484B-C74C-204D-B6BE-21EC3D6A5B78}" dt="2021-01-14T00:40:46.164" v="9419" actId="478"/>
          <ac:picMkLst>
            <pc:docMk/>
            <pc:sldMk cId="1676793895" sldId="258"/>
            <ac:picMk id="11" creationId="{C4081208-FEE8-3649-8619-567BF4367FDE}"/>
          </ac:picMkLst>
        </pc:picChg>
        <pc:picChg chg="add del mod">
          <ac:chgData name="横川 真美" userId="96ada2ef-5857-4dd3-85ae-6d384a6603bc" providerId="ADAL" clId="{62A0484B-C74C-204D-B6BE-21EC3D6A5B78}" dt="2021-01-14T01:07:24.926" v="9435" actId="478"/>
          <ac:picMkLst>
            <pc:docMk/>
            <pc:sldMk cId="1676793895" sldId="258"/>
            <ac:picMk id="15" creationId="{EC8B76C5-E0D9-FB47-9EBA-A72C5F2D5FEE}"/>
          </ac:picMkLst>
        </pc:picChg>
        <pc:picChg chg="add del mod">
          <ac:chgData name="横川 真美" userId="96ada2ef-5857-4dd3-85ae-6d384a6603bc" providerId="ADAL" clId="{62A0484B-C74C-204D-B6BE-21EC3D6A5B78}" dt="2021-01-14T01:07:23.677" v="9434" actId="478"/>
          <ac:picMkLst>
            <pc:docMk/>
            <pc:sldMk cId="1676793895" sldId="258"/>
            <ac:picMk id="17" creationId="{1E02BC16-3CD2-A24A-9AAC-B6F0D4E94C47}"/>
          </ac:picMkLst>
        </pc:picChg>
        <pc:picChg chg="add del mod">
          <ac:chgData name="横川 真美" userId="96ada2ef-5857-4dd3-85ae-6d384a6603bc" providerId="ADAL" clId="{62A0484B-C74C-204D-B6BE-21EC3D6A5B78}" dt="2021-01-15T10:41:35.328" v="9475" actId="478"/>
          <ac:picMkLst>
            <pc:docMk/>
            <pc:sldMk cId="1676793895" sldId="258"/>
            <ac:picMk id="19" creationId="{1B53A48D-EBEF-F142-862D-7A462B77A542}"/>
          </ac:picMkLst>
        </pc:picChg>
        <pc:picChg chg="del mod">
          <ac:chgData name="横川 真美" userId="96ada2ef-5857-4dd3-85ae-6d384a6603bc" providerId="ADAL" clId="{62A0484B-C74C-204D-B6BE-21EC3D6A5B78}" dt="2021-01-14T00:34:28.487" v="9347" actId="478"/>
          <ac:picMkLst>
            <pc:docMk/>
            <pc:sldMk cId="1676793895" sldId="258"/>
            <ac:picMk id="20" creationId="{2B546755-CDF2-A644-ADBA-51D0B418A7B7}"/>
          </ac:picMkLst>
        </pc:picChg>
        <pc:picChg chg="add del mod">
          <ac:chgData name="横川 真美" userId="96ada2ef-5857-4dd3-85ae-6d384a6603bc" providerId="ADAL" clId="{62A0484B-C74C-204D-B6BE-21EC3D6A5B78}" dt="2021-01-15T10:34:48.134" v="9464" actId="478"/>
          <ac:picMkLst>
            <pc:docMk/>
            <pc:sldMk cId="1676793895" sldId="258"/>
            <ac:picMk id="22" creationId="{C93DF3F1-2582-F040-87C6-5AAA8A67E12D}"/>
          </ac:picMkLst>
        </pc:picChg>
      </pc:sldChg>
      <pc:sldChg chg="delSp modSp mod">
        <pc:chgData name="横川 真美" userId="96ada2ef-5857-4dd3-85ae-6d384a6603bc" providerId="ADAL" clId="{62A0484B-C74C-204D-B6BE-21EC3D6A5B78}" dt="2021-01-13T04:21:56.697" v="7595" actId="478"/>
        <pc:sldMkLst>
          <pc:docMk/>
          <pc:sldMk cId="3502675785" sldId="259"/>
        </pc:sldMkLst>
        <pc:spChg chg="mod">
          <ac:chgData name="横川 真美" userId="96ada2ef-5857-4dd3-85ae-6d384a6603bc" providerId="ADAL" clId="{62A0484B-C74C-204D-B6BE-21EC3D6A5B78}" dt="2021-01-13T02:11:49.479" v="5994"/>
          <ac:spMkLst>
            <pc:docMk/>
            <pc:sldMk cId="3502675785" sldId="259"/>
            <ac:spMk id="2" creationId="{A06822F4-6A49-5648-BB45-96E32CC3F6D8}"/>
          </ac:spMkLst>
        </pc:spChg>
        <pc:spChg chg="del">
          <ac:chgData name="横川 真美" userId="96ada2ef-5857-4dd3-85ae-6d384a6603bc" providerId="ADAL" clId="{62A0484B-C74C-204D-B6BE-21EC3D6A5B78}" dt="2021-01-13T04:21:56.697" v="7595" actId="478"/>
          <ac:spMkLst>
            <pc:docMk/>
            <pc:sldMk cId="3502675785" sldId="259"/>
            <ac:spMk id="7" creationId="{253AB374-1DE5-48E3-9420-43BB22F3BF53}"/>
          </ac:spMkLst>
        </pc:spChg>
      </pc:sldChg>
      <pc:sldChg chg="addSp delSp modSp mod ord">
        <pc:chgData name="横川 真美" userId="96ada2ef-5857-4dd3-85ae-6d384a6603bc" providerId="ADAL" clId="{62A0484B-C74C-204D-B6BE-21EC3D6A5B78}" dt="2021-01-13T05:44:32.165" v="7616" actId="14100"/>
        <pc:sldMkLst>
          <pc:docMk/>
          <pc:sldMk cId="3558793253" sldId="260"/>
        </pc:sldMkLst>
        <pc:spChg chg="add del mod">
          <ac:chgData name="横川 真美" userId="96ada2ef-5857-4dd3-85ae-6d384a6603bc" providerId="ADAL" clId="{62A0484B-C74C-204D-B6BE-21EC3D6A5B78}" dt="2021-01-13T02:16:27.346" v="6124"/>
          <ac:spMkLst>
            <pc:docMk/>
            <pc:sldMk cId="3558793253" sldId="260"/>
            <ac:spMk id="2" creationId="{9D2A481F-8763-EE4E-AE59-A36F1BDB00BE}"/>
          </ac:spMkLst>
        </pc:spChg>
        <pc:spChg chg="mod">
          <ac:chgData name="横川 真美" userId="96ada2ef-5857-4dd3-85ae-6d384a6603bc" providerId="ADAL" clId="{62A0484B-C74C-204D-B6BE-21EC3D6A5B78}" dt="2021-01-13T04:10:39.861" v="7403" actId="20577"/>
          <ac:spMkLst>
            <pc:docMk/>
            <pc:sldMk cId="3558793253" sldId="260"/>
            <ac:spMk id="3" creationId="{53315A05-E8ED-7740-BC70-7BFAC68FFD5D}"/>
          </ac:spMkLst>
        </pc:spChg>
        <pc:spChg chg="mod">
          <ac:chgData name="横川 真美" userId="96ada2ef-5857-4dd3-85ae-6d384a6603bc" providerId="ADAL" clId="{62A0484B-C74C-204D-B6BE-21EC3D6A5B78}" dt="2021-01-13T05:44:32.165" v="7616" actId="14100"/>
          <ac:spMkLst>
            <pc:docMk/>
            <pc:sldMk cId="3558793253" sldId="260"/>
            <ac:spMk id="8" creationId="{6A38EF81-A7B2-3640-AA76-7091C5DFF389}"/>
          </ac:spMkLst>
        </pc:spChg>
        <pc:spChg chg="add mod">
          <ac:chgData name="横川 真美" userId="96ada2ef-5857-4dd3-85ae-6d384a6603bc" providerId="ADAL" clId="{62A0484B-C74C-204D-B6BE-21EC3D6A5B78}" dt="2021-01-13T04:19:37.215" v="7576" actId="20577"/>
          <ac:spMkLst>
            <pc:docMk/>
            <pc:sldMk cId="3558793253" sldId="260"/>
            <ac:spMk id="9" creationId="{43F4527A-74FE-7544-9391-B439F3451923}"/>
          </ac:spMkLst>
        </pc:spChg>
        <pc:spChg chg="mod">
          <ac:chgData name="横川 真美" userId="96ada2ef-5857-4dd3-85ae-6d384a6603bc" providerId="ADAL" clId="{62A0484B-C74C-204D-B6BE-21EC3D6A5B78}" dt="2021-01-13T02:18:13.473" v="6257" actId="1076"/>
          <ac:spMkLst>
            <pc:docMk/>
            <pc:sldMk cId="3558793253" sldId="260"/>
            <ac:spMk id="11" creationId="{ECED4C2C-6C66-A248-BA48-D01F5B5DC6A6}"/>
          </ac:spMkLst>
        </pc:spChg>
        <pc:picChg chg="del mod">
          <ac:chgData name="横川 真美" userId="96ada2ef-5857-4dd3-85ae-6d384a6603bc" providerId="ADAL" clId="{62A0484B-C74C-204D-B6BE-21EC3D6A5B78}" dt="2021-01-13T02:16:31.767" v="6125" actId="478"/>
          <ac:picMkLst>
            <pc:docMk/>
            <pc:sldMk cId="3558793253" sldId="260"/>
            <ac:picMk id="7" creationId="{4210A428-9D8F-E246-9DEA-5350000CF0E1}"/>
          </ac:picMkLst>
        </pc:picChg>
        <pc:picChg chg="mod">
          <ac:chgData name="横川 真美" userId="96ada2ef-5857-4dd3-85ae-6d384a6603bc" providerId="ADAL" clId="{62A0484B-C74C-204D-B6BE-21EC3D6A5B78}" dt="2021-01-13T02:18:13.473" v="6257" actId="1076"/>
          <ac:picMkLst>
            <pc:docMk/>
            <pc:sldMk cId="3558793253" sldId="260"/>
            <ac:picMk id="13" creationId="{64704677-6A23-3E43-8A3E-632E90C2B4C1}"/>
          </ac:picMkLst>
        </pc:picChg>
      </pc:sldChg>
      <pc:sldChg chg="modSp mod">
        <pc:chgData name="横川 真美" userId="96ada2ef-5857-4dd3-85ae-6d384a6603bc" providerId="ADAL" clId="{62A0484B-C74C-204D-B6BE-21EC3D6A5B78}" dt="2021-01-12T09:15:11.264" v="3716" actId="1076"/>
        <pc:sldMkLst>
          <pc:docMk/>
          <pc:sldMk cId="3189017730" sldId="261"/>
        </pc:sldMkLst>
        <pc:spChg chg="mod">
          <ac:chgData name="横川 真美" userId="96ada2ef-5857-4dd3-85ae-6d384a6603bc" providerId="ADAL" clId="{62A0484B-C74C-204D-B6BE-21EC3D6A5B78}" dt="2021-01-12T09:15:11.264" v="3716" actId="1076"/>
          <ac:spMkLst>
            <pc:docMk/>
            <pc:sldMk cId="3189017730" sldId="261"/>
            <ac:spMk id="2" creationId="{F2C826DF-6713-5B42-BCE8-DD193E4C4FB5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6:02:57.217" v="7958" actId="1076"/>
        <pc:sldMkLst>
          <pc:docMk/>
          <pc:sldMk cId="2172523328" sldId="262"/>
        </pc:sldMkLst>
        <pc:spChg chg="mod">
          <ac:chgData name="横川 真美" userId="96ada2ef-5857-4dd3-85ae-6d384a6603bc" providerId="ADAL" clId="{62A0484B-C74C-204D-B6BE-21EC3D6A5B78}" dt="2021-01-13T06:02:47.210" v="7956" actId="20577"/>
          <ac:spMkLst>
            <pc:docMk/>
            <pc:sldMk cId="2172523328" sldId="262"/>
            <ac:spMk id="2" creationId="{EA8DBE98-BCD0-E34B-873D-C00300914D19}"/>
          </ac:spMkLst>
        </pc:spChg>
        <pc:spChg chg="add mod">
          <ac:chgData name="横川 真美" userId="96ada2ef-5857-4dd3-85ae-6d384a6603bc" providerId="ADAL" clId="{62A0484B-C74C-204D-B6BE-21EC3D6A5B78}" dt="2021-01-13T06:02:57.217" v="7958" actId="1076"/>
          <ac:spMkLst>
            <pc:docMk/>
            <pc:sldMk cId="2172523328" sldId="262"/>
            <ac:spMk id="6" creationId="{B6AEBBE8-6C3D-2A4F-AB81-7695A5CA6712}"/>
          </ac:spMkLst>
        </pc:spChg>
        <pc:spChg chg="del">
          <ac:chgData name="横川 真美" userId="96ada2ef-5857-4dd3-85ae-6d384a6603bc" providerId="ADAL" clId="{62A0484B-C74C-204D-B6BE-21EC3D6A5B78}" dt="2021-01-13T04:20:22.938" v="7579" actId="478"/>
          <ac:spMkLst>
            <pc:docMk/>
            <pc:sldMk cId="2172523328" sldId="262"/>
            <ac:spMk id="7" creationId="{98529754-FEA2-4DDD-B4C5-B8A2F9974DA3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6:39:00.774" v="8286" actId="1076"/>
        <pc:sldMkLst>
          <pc:docMk/>
          <pc:sldMk cId="1841286780" sldId="263"/>
        </pc:sldMkLst>
        <pc:spChg chg="mod">
          <ac:chgData name="横川 真美" userId="96ada2ef-5857-4dd3-85ae-6d384a6603bc" providerId="ADAL" clId="{62A0484B-C74C-204D-B6BE-21EC3D6A5B78}" dt="2021-01-13T06:38:20.463" v="8274" actId="403"/>
          <ac:spMkLst>
            <pc:docMk/>
            <pc:sldMk cId="1841286780" sldId="263"/>
            <ac:spMk id="2" creationId="{12B566E2-8BB2-F34B-9E37-0E04314482C7}"/>
          </ac:spMkLst>
        </pc:spChg>
        <pc:spChg chg="mod">
          <ac:chgData name="横川 真美" userId="96ada2ef-5857-4dd3-85ae-6d384a6603bc" providerId="ADAL" clId="{62A0484B-C74C-204D-B6BE-21EC3D6A5B78}" dt="2021-01-13T06:09:33.508" v="8042" actId="208"/>
          <ac:spMkLst>
            <pc:docMk/>
            <pc:sldMk cId="1841286780" sldId="263"/>
            <ac:spMk id="6" creationId="{2F56B0C1-9A3C-9243-BC05-F08629001BE8}"/>
          </ac:spMkLst>
        </pc:spChg>
        <pc:spChg chg="add mod">
          <ac:chgData name="横川 真美" userId="96ada2ef-5857-4dd3-85ae-6d384a6603bc" providerId="ADAL" clId="{62A0484B-C74C-204D-B6BE-21EC3D6A5B78}" dt="2021-01-13T06:38:48.136" v="8283" actId="1076"/>
          <ac:spMkLst>
            <pc:docMk/>
            <pc:sldMk cId="1841286780" sldId="263"/>
            <ac:spMk id="7" creationId="{020381C2-DB49-6E49-A81C-5BF10CE98943}"/>
          </ac:spMkLst>
        </pc:spChg>
        <pc:spChg chg="add mod">
          <ac:chgData name="横川 真美" userId="96ada2ef-5857-4dd3-85ae-6d384a6603bc" providerId="ADAL" clId="{62A0484B-C74C-204D-B6BE-21EC3D6A5B78}" dt="2021-01-13T06:39:00.774" v="8286" actId="1076"/>
          <ac:spMkLst>
            <pc:docMk/>
            <pc:sldMk cId="1841286780" sldId="263"/>
            <ac:spMk id="8" creationId="{7FB59973-912E-4844-8806-6E33FE7690D5}"/>
          </ac:spMkLst>
        </pc:spChg>
        <pc:spChg chg="del">
          <ac:chgData name="横川 真美" userId="96ada2ef-5857-4dd3-85ae-6d384a6603bc" providerId="ADAL" clId="{62A0484B-C74C-204D-B6BE-21EC3D6A5B78}" dt="2021-01-13T04:20:25.869" v="7580" actId="478"/>
          <ac:spMkLst>
            <pc:docMk/>
            <pc:sldMk cId="1841286780" sldId="263"/>
            <ac:spMk id="11" creationId="{98F785C1-AB68-4DC1-BE50-DBF910630CCF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6:15:12.968" v="8113" actId="14100"/>
        <pc:sldMkLst>
          <pc:docMk/>
          <pc:sldMk cId="373062482" sldId="264"/>
        </pc:sldMkLst>
        <pc:spChg chg="mod">
          <ac:chgData name="横川 真美" userId="96ada2ef-5857-4dd3-85ae-6d384a6603bc" providerId="ADAL" clId="{62A0484B-C74C-204D-B6BE-21EC3D6A5B78}" dt="2021-01-13T06:14:45.676" v="8108" actId="403"/>
          <ac:spMkLst>
            <pc:docMk/>
            <pc:sldMk cId="373062482" sldId="264"/>
            <ac:spMk id="2" creationId="{A5AB268C-2057-3744-A077-ECA58621E8F8}"/>
          </ac:spMkLst>
        </pc:spChg>
        <pc:spChg chg="add mod">
          <ac:chgData name="横川 真美" userId="96ada2ef-5857-4dd3-85ae-6d384a6603bc" providerId="ADAL" clId="{62A0484B-C74C-204D-B6BE-21EC3D6A5B78}" dt="2021-01-13T06:15:12.968" v="8113" actId="14100"/>
          <ac:spMkLst>
            <pc:docMk/>
            <pc:sldMk cId="373062482" sldId="264"/>
            <ac:spMk id="8" creationId="{34E111C1-042A-5143-BA5D-8AF3ABC0D88D}"/>
          </ac:spMkLst>
        </pc:spChg>
        <pc:spChg chg="del">
          <ac:chgData name="横川 真美" userId="96ada2ef-5857-4dd3-85ae-6d384a6603bc" providerId="ADAL" clId="{62A0484B-C74C-204D-B6BE-21EC3D6A5B78}" dt="2021-01-13T04:20:33.322" v="7582" actId="478"/>
          <ac:spMkLst>
            <pc:docMk/>
            <pc:sldMk cId="373062482" sldId="264"/>
            <ac:spMk id="10" creationId="{94A1702F-790D-4611-B69F-6E05112B65C3}"/>
          </ac:spMkLst>
        </pc:spChg>
        <pc:spChg chg="del">
          <ac:chgData name="横川 真美" userId="96ada2ef-5857-4dd3-85ae-6d384a6603bc" providerId="ADAL" clId="{62A0484B-C74C-204D-B6BE-21EC3D6A5B78}" dt="2021-01-13T04:20:33.322" v="7582" actId="478"/>
          <ac:spMkLst>
            <pc:docMk/>
            <pc:sldMk cId="373062482" sldId="264"/>
            <ac:spMk id="11" creationId="{277E676A-BAD6-499C-AA44-793F0D0EA2B1}"/>
          </ac:spMkLst>
        </pc:spChg>
      </pc:sldChg>
      <pc:sldChg chg="addSp delSp modSp mod">
        <pc:chgData name="横川 真美" userId="96ada2ef-5857-4dd3-85ae-6d384a6603bc" providerId="ADAL" clId="{62A0484B-C74C-204D-B6BE-21EC3D6A5B78}" dt="2021-01-15T10:56:13.931" v="9533" actId="14100"/>
        <pc:sldMkLst>
          <pc:docMk/>
          <pc:sldMk cId="2171927970" sldId="265"/>
        </pc:sldMkLst>
        <pc:spChg chg="mod">
          <ac:chgData name="横川 真美" userId="96ada2ef-5857-4dd3-85ae-6d384a6603bc" providerId="ADAL" clId="{62A0484B-C74C-204D-B6BE-21EC3D6A5B78}" dt="2021-01-13T06:33:30.869" v="8167" actId="20577"/>
          <ac:spMkLst>
            <pc:docMk/>
            <pc:sldMk cId="2171927970" sldId="265"/>
            <ac:spMk id="2" creationId="{BB1FBDDF-25C1-5643-AEA8-81D876D75976}"/>
          </ac:spMkLst>
        </pc:spChg>
        <pc:spChg chg="mod">
          <ac:chgData name="横川 真美" userId="96ada2ef-5857-4dd3-85ae-6d384a6603bc" providerId="ADAL" clId="{62A0484B-C74C-204D-B6BE-21EC3D6A5B78}" dt="2021-01-12T09:06:01.292" v="3629" actId="20577"/>
          <ac:spMkLst>
            <pc:docMk/>
            <pc:sldMk cId="2171927970" sldId="265"/>
            <ac:spMk id="3" creationId="{A784AE8C-9396-C64C-A7C9-28BAC6F32C33}"/>
          </ac:spMkLst>
        </pc:spChg>
        <pc:spChg chg="del mod">
          <ac:chgData name="横川 真美" userId="96ada2ef-5857-4dd3-85ae-6d384a6603bc" providerId="ADAL" clId="{62A0484B-C74C-204D-B6BE-21EC3D6A5B78}" dt="2021-01-12T09:15:51.061" v="3720" actId="478"/>
          <ac:spMkLst>
            <pc:docMk/>
            <pc:sldMk cId="2171927970" sldId="265"/>
            <ac:spMk id="4" creationId="{9AA063B5-0B86-8844-99C9-C0D2461163DC}"/>
          </ac:spMkLst>
        </pc:spChg>
        <pc:spChg chg="add del mod">
          <ac:chgData name="横川 真美" userId="96ada2ef-5857-4dd3-85ae-6d384a6603bc" providerId="ADAL" clId="{62A0484B-C74C-204D-B6BE-21EC3D6A5B78}" dt="2021-01-15T10:51:39.009" v="9484" actId="478"/>
          <ac:spMkLst>
            <pc:docMk/>
            <pc:sldMk cId="2171927970" sldId="265"/>
            <ac:spMk id="7" creationId="{86DDB863-E45F-4345-8E07-5BAB25914EBF}"/>
          </ac:spMkLst>
        </pc:spChg>
        <pc:spChg chg="add mod">
          <ac:chgData name="横川 真美" userId="96ada2ef-5857-4dd3-85ae-6d384a6603bc" providerId="ADAL" clId="{62A0484B-C74C-204D-B6BE-21EC3D6A5B78}" dt="2021-01-15T10:53:30.432" v="9518" actId="1076"/>
          <ac:spMkLst>
            <pc:docMk/>
            <pc:sldMk cId="2171927970" sldId="265"/>
            <ac:spMk id="8" creationId="{8FEDD5FA-DE74-A542-BD16-0FA20EABD858}"/>
          </ac:spMkLst>
        </pc:spChg>
        <pc:spChg chg="add mod">
          <ac:chgData name="横川 真美" userId="96ada2ef-5857-4dd3-85ae-6d384a6603bc" providerId="ADAL" clId="{62A0484B-C74C-204D-B6BE-21EC3D6A5B78}" dt="2021-01-15T10:53:39.233" v="9520" actId="1076"/>
          <ac:spMkLst>
            <pc:docMk/>
            <pc:sldMk cId="2171927970" sldId="265"/>
            <ac:spMk id="10" creationId="{C5BD7D5D-593F-644D-AA0F-838162756266}"/>
          </ac:spMkLst>
        </pc:spChg>
        <pc:picChg chg="add mod modCrop">
          <ac:chgData name="横川 真美" userId="96ada2ef-5857-4dd3-85ae-6d384a6603bc" providerId="ADAL" clId="{62A0484B-C74C-204D-B6BE-21EC3D6A5B78}" dt="2021-01-15T10:53:16.702" v="9513" actId="1076"/>
          <ac:picMkLst>
            <pc:docMk/>
            <pc:sldMk cId="2171927970" sldId="265"/>
            <ac:picMk id="5" creationId="{F8F9B408-4697-4547-89AF-1FF66DEF1F8A}"/>
          </ac:picMkLst>
        </pc:picChg>
        <pc:picChg chg="del mod">
          <ac:chgData name="横川 真美" userId="96ada2ef-5857-4dd3-85ae-6d384a6603bc" providerId="ADAL" clId="{62A0484B-C74C-204D-B6BE-21EC3D6A5B78}" dt="2021-01-15T10:51:39.009" v="9484" actId="478"/>
          <ac:picMkLst>
            <pc:docMk/>
            <pc:sldMk cId="2171927970" sldId="265"/>
            <ac:picMk id="9" creationId="{7704CCF0-3048-7C42-88A2-18CED18236AE}"/>
          </ac:picMkLst>
        </pc:picChg>
        <pc:picChg chg="add del mod">
          <ac:chgData name="横川 真美" userId="96ada2ef-5857-4dd3-85ae-6d384a6603bc" providerId="ADAL" clId="{62A0484B-C74C-204D-B6BE-21EC3D6A5B78}" dt="2021-01-15T10:55:34.312" v="9521" actId="478"/>
          <ac:picMkLst>
            <pc:docMk/>
            <pc:sldMk cId="2171927970" sldId="265"/>
            <ac:picMk id="12" creationId="{D0EC2B4B-92BC-C74C-9F56-A82AB08920E1}"/>
          </ac:picMkLst>
        </pc:picChg>
        <pc:picChg chg="add del mod">
          <ac:chgData name="横川 真美" userId="96ada2ef-5857-4dd3-85ae-6d384a6603bc" providerId="ADAL" clId="{62A0484B-C74C-204D-B6BE-21EC3D6A5B78}" dt="2021-01-15T10:52:56.641" v="9502" actId="478"/>
          <ac:picMkLst>
            <pc:docMk/>
            <pc:sldMk cId="2171927970" sldId="265"/>
            <ac:picMk id="14" creationId="{89E3D5AB-5822-E645-9BC4-0FA1774CD399}"/>
          </ac:picMkLst>
        </pc:picChg>
        <pc:picChg chg="del mod">
          <ac:chgData name="横川 真美" userId="96ada2ef-5857-4dd3-85ae-6d384a6603bc" providerId="ADAL" clId="{62A0484B-C74C-204D-B6BE-21EC3D6A5B78}" dt="2021-01-15T10:51:39.009" v="9484" actId="478"/>
          <ac:picMkLst>
            <pc:docMk/>
            <pc:sldMk cId="2171927970" sldId="265"/>
            <ac:picMk id="15" creationId="{FDE6660B-2CA5-1E4D-B07F-EEAA2E827DD8}"/>
          </ac:picMkLst>
        </pc:picChg>
        <pc:picChg chg="add mod">
          <ac:chgData name="横川 真美" userId="96ada2ef-5857-4dd3-85ae-6d384a6603bc" providerId="ADAL" clId="{62A0484B-C74C-204D-B6BE-21EC3D6A5B78}" dt="2021-01-15T10:56:11.156" v="9532" actId="14100"/>
          <ac:picMkLst>
            <pc:docMk/>
            <pc:sldMk cId="2171927970" sldId="265"/>
            <ac:picMk id="17" creationId="{03580DC0-613D-4A4B-BB03-1929B65A4AF6}"/>
          </ac:picMkLst>
        </pc:picChg>
        <pc:picChg chg="add mod">
          <ac:chgData name="横川 真美" userId="96ada2ef-5857-4dd3-85ae-6d384a6603bc" providerId="ADAL" clId="{62A0484B-C74C-204D-B6BE-21EC3D6A5B78}" dt="2021-01-15T10:56:13.931" v="9533" actId="14100"/>
          <ac:picMkLst>
            <pc:docMk/>
            <pc:sldMk cId="2171927970" sldId="265"/>
            <ac:picMk id="19" creationId="{A699ED49-9038-0042-A39B-7727D3A12852}"/>
          </ac:picMkLst>
        </pc:picChg>
      </pc:sldChg>
      <pc:sldChg chg="addSp delSp modSp mod">
        <pc:chgData name="横川 真美" userId="96ada2ef-5857-4dd3-85ae-6d384a6603bc" providerId="ADAL" clId="{62A0484B-C74C-204D-B6BE-21EC3D6A5B78}" dt="2021-01-13T08:57:06.452" v="9334" actId="1076"/>
        <pc:sldMkLst>
          <pc:docMk/>
          <pc:sldMk cId="4208926939" sldId="266"/>
        </pc:sldMkLst>
        <pc:spChg chg="mod">
          <ac:chgData name="横川 真美" userId="96ada2ef-5857-4dd3-85ae-6d384a6603bc" providerId="ADAL" clId="{62A0484B-C74C-204D-B6BE-21EC3D6A5B78}" dt="2021-01-13T08:26:27.777" v="9041" actId="20577"/>
          <ac:spMkLst>
            <pc:docMk/>
            <pc:sldMk cId="4208926939" sldId="266"/>
            <ac:spMk id="2" creationId="{C4D9ED57-FEC6-B942-9BF7-E9A8A83864EB}"/>
          </ac:spMkLst>
        </pc:spChg>
        <pc:spChg chg="mod">
          <ac:chgData name="横川 真美" userId="96ada2ef-5857-4dd3-85ae-6d384a6603bc" providerId="ADAL" clId="{62A0484B-C74C-204D-B6BE-21EC3D6A5B78}" dt="2021-01-13T07:15:40.207" v="8990" actId="20577"/>
          <ac:spMkLst>
            <pc:docMk/>
            <pc:sldMk cId="4208926939" sldId="266"/>
            <ac:spMk id="3" creationId="{1E8BE92F-9F65-134C-98C5-62E84610CF7C}"/>
          </ac:spMkLst>
        </pc:spChg>
        <pc:spChg chg="add mod">
          <ac:chgData name="横川 真美" userId="96ada2ef-5857-4dd3-85ae-6d384a6603bc" providerId="ADAL" clId="{62A0484B-C74C-204D-B6BE-21EC3D6A5B78}" dt="2021-01-13T08:20:34.540" v="8994" actId="1076"/>
          <ac:spMkLst>
            <pc:docMk/>
            <pc:sldMk cId="4208926939" sldId="266"/>
            <ac:spMk id="6" creationId="{E083110D-2FD9-B94E-AC1E-2A2BCB5024E1}"/>
          </ac:spMkLst>
        </pc:spChg>
        <pc:spChg chg="del">
          <ac:chgData name="横川 真美" userId="96ada2ef-5857-4dd3-85ae-6d384a6603bc" providerId="ADAL" clId="{62A0484B-C74C-204D-B6BE-21EC3D6A5B78}" dt="2021-01-13T04:20:43.799" v="7584" actId="478"/>
          <ac:spMkLst>
            <pc:docMk/>
            <pc:sldMk cId="4208926939" sldId="266"/>
            <ac:spMk id="7" creationId="{7D855920-7AE2-48DC-92D8-858078E8605C}"/>
          </ac:spMkLst>
        </pc:spChg>
        <pc:spChg chg="add del mod">
          <ac:chgData name="横川 真美" userId="96ada2ef-5857-4dd3-85ae-6d384a6603bc" providerId="ADAL" clId="{62A0484B-C74C-204D-B6BE-21EC3D6A5B78}" dt="2021-01-13T06:56:31.101" v="8489" actId="478"/>
          <ac:spMkLst>
            <pc:docMk/>
            <pc:sldMk cId="4208926939" sldId="266"/>
            <ac:spMk id="8" creationId="{CA6B24A0-3787-194C-A9CD-8D4C52B57C5D}"/>
          </ac:spMkLst>
        </pc:spChg>
        <pc:spChg chg="add del mod">
          <ac:chgData name="横川 真美" userId="96ada2ef-5857-4dd3-85ae-6d384a6603bc" providerId="ADAL" clId="{62A0484B-C74C-204D-B6BE-21EC3D6A5B78}" dt="2021-01-13T06:54:35.334" v="8462" actId="478"/>
          <ac:spMkLst>
            <pc:docMk/>
            <pc:sldMk cId="4208926939" sldId="266"/>
            <ac:spMk id="9" creationId="{ED0F81FD-93EA-4945-AA1C-71D954CCEB01}"/>
          </ac:spMkLst>
        </pc:spChg>
        <pc:spChg chg="add mod">
          <ac:chgData name="横川 真美" userId="96ada2ef-5857-4dd3-85ae-6d384a6603bc" providerId="ADAL" clId="{62A0484B-C74C-204D-B6BE-21EC3D6A5B78}" dt="2021-01-13T08:20:58.182" v="8996" actId="1076"/>
          <ac:spMkLst>
            <pc:docMk/>
            <pc:sldMk cId="4208926939" sldId="266"/>
            <ac:spMk id="10" creationId="{E7DA922D-90A0-5E45-B2E1-F656A7CF3D72}"/>
          </ac:spMkLst>
        </pc:spChg>
        <pc:spChg chg="add del mod">
          <ac:chgData name="横川 真美" userId="96ada2ef-5857-4dd3-85ae-6d384a6603bc" providerId="ADAL" clId="{62A0484B-C74C-204D-B6BE-21EC3D6A5B78}" dt="2021-01-13T07:13:26.351" v="8922" actId="478"/>
          <ac:spMkLst>
            <pc:docMk/>
            <pc:sldMk cId="4208926939" sldId="266"/>
            <ac:spMk id="11" creationId="{C5B292E6-AC92-014C-84A6-C5933A6AE0E6}"/>
          </ac:spMkLst>
        </pc:spChg>
        <pc:spChg chg="add mod">
          <ac:chgData name="横川 真美" userId="96ada2ef-5857-4dd3-85ae-6d384a6603bc" providerId="ADAL" clId="{62A0484B-C74C-204D-B6BE-21EC3D6A5B78}" dt="2021-01-13T08:20:34.540" v="8994" actId="1076"/>
          <ac:spMkLst>
            <pc:docMk/>
            <pc:sldMk cId="4208926939" sldId="266"/>
            <ac:spMk id="12" creationId="{3EC476B4-E4F2-0A4B-8A94-C3AC536BC86A}"/>
          </ac:spMkLst>
        </pc:spChg>
        <pc:spChg chg="add mod">
          <ac:chgData name="横川 真美" userId="96ada2ef-5857-4dd3-85ae-6d384a6603bc" providerId="ADAL" clId="{62A0484B-C74C-204D-B6BE-21EC3D6A5B78}" dt="2021-01-13T08:57:06.452" v="9334" actId="1076"/>
          <ac:spMkLst>
            <pc:docMk/>
            <pc:sldMk cId="4208926939" sldId="266"/>
            <ac:spMk id="13" creationId="{E6078F78-5CDF-2948-B4D4-EA822EDB4A7C}"/>
          </ac:spMkLst>
        </pc:spChg>
        <pc:picChg chg="mod">
          <ac:chgData name="横川 真美" userId="96ada2ef-5857-4dd3-85ae-6d384a6603bc" providerId="ADAL" clId="{62A0484B-C74C-204D-B6BE-21EC3D6A5B78}" dt="2021-01-13T08:20:23.415" v="8993" actId="1076"/>
          <ac:picMkLst>
            <pc:docMk/>
            <pc:sldMk cId="4208926939" sldId="266"/>
            <ac:picMk id="5" creationId="{52741C98-5F7C-4C4D-A950-1FE6D564A8CA}"/>
          </ac:picMkLst>
        </pc:picChg>
      </pc:sldChg>
      <pc:sldChg chg="delSp modSp mod">
        <pc:chgData name="横川 真美" userId="96ada2ef-5857-4dd3-85ae-6d384a6603bc" providerId="ADAL" clId="{62A0484B-C74C-204D-B6BE-21EC3D6A5B78}" dt="2021-01-13T06:59:20.056" v="8536" actId="20577"/>
        <pc:sldMkLst>
          <pc:docMk/>
          <pc:sldMk cId="2535330368" sldId="267"/>
        </pc:sldMkLst>
        <pc:spChg chg="mod">
          <ac:chgData name="横川 真美" userId="96ada2ef-5857-4dd3-85ae-6d384a6603bc" providerId="ADAL" clId="{62A0484B-C74C-204D-B6BE-21EC3D6A5B78}" dt="2021-01-13T06:59:20.056" v="8536" actId="20577"/>
          <ac:spMkLst>
            <pc:docMk/>
            <pc:sldMk cId="2535330368" sldId="267"/>
            <ac:spMk id="2" creationId="{E5470734-55FA-6348-8E13-CAB87019C77F}"/>
          </ac:spMkLst>
        </pc:spChg>
        <pc:spChg chg="del">
          <ac:chgData name="横川 真美" userId="96ada2ef-5857-4dd3-85ae-6d384a6603bc" providerId="ADAL" clId="{62A0484B-C74C-204D-B6BE-21EC3D6A5B78}" dt="2021-01-13T04:20:47.605" v="7585" actId="478"/>
          <ac:spMkLst>
            <pc:docMk/>
            <pc:sldMk cId="2535330368" sldId="267"/>
            <ac:spMk id="10" creationId="{76B8F363-D4EF-4066-A186-E02158C580B8}"/>
          </ac:spMkLst>
        </pc:spChg>
      </pc:sldChg>
      <pc:sldChg chg="addSp delSp modSp mod">
        <pc:chgData name="横川 真美" userId="96ada2ef-5857-4dd3-85ae-6d384a6603bc" providerId="ADAL" clId="{62A0484B-C74C-204D-B6BE-21EC3D6A5B78}" dt="2021-01-15T11:12:27.260" v="9581" actId="1076"/>
        <pc:sldMkLst>
          <pc:docMk/>
          <pc:sldMk cId="2098984685" sldId="268"/>
        </pc:sldMkLst>
        <pc:spChg chg="del mod">
          <ac:chgData name="横川 真美" userId="96ada2ef-5857-4dd3-85ae-6d384a6603bc" providerId="ADAL" clId="{62A0484B-C74C-204D-B6BE-21EC3D6A5B78}" dt="2021-01-12T09:12:40.905" v="3707" actId="478"/>
          <ac:spMkLst>
            <pc:docMk/>
            <pc:sldMk cId="2098984685" sldId="268"/>
            <ac:spMk id="2" creationId="{DE891880-722C-354F-86E3-79968BEEEFFE}"/>
          </ac:spMkLst>
        </pc:spChg>
        <pc:spChg chg="mod">
          <ac:chgData name="横川 真美" userId="96ada2ef-5857-4dd3-85ae-6d384a6603bc" providerId="ADAL" clId="{62A0484B-C74C-204D-B6BE-21EC3D6A5B78}" dt="2021-01-15T11:10:57.913" v="9555" actId="1076"/>
          <ac:spMkLst>
            <pc:docMk/>
            <pc:sldMk cId="2098984685" sldId="268"/>
            <ac:spMk id="5" creationId="{3DF1E17B-102F-7641-B5BE-E79965E44266}"/>
          </ac:spMkLst>
        </pc:spChg>
        <pc:spChg chg="mod">
          <ac:chgData name="横川 真美" userId="96ada2ef-5857-4dd3-85ae-6d384a6603bc" providerId="ADAL" clId="{62A0484B-C74C-204D-B6BE-21EC3D6A5B78}" dt="2021-01-13T07:00:45.523" v="8561" actId="20577"/>
          <ac:spMkLst>
            <pc:docMk/>
            <pc:sldMk cId="2098984685" sldId="268"/>
            <ac:spMk id="6" creationId="{3B47B27D-DF7A-1F44-B4E1-AAE0019E92F2}"/>
          </ac:spMkLst>
        </pc:spChg>
        <pc:spChg chg="add mod">
          <ac:chgData name="横川 真美" userId="96ada2ef-5857-4dd3-85ae-6d384a6603bc" providerId="ADAL" clId="{62A0484B-C74C-204D-B6BE-21EC3D6A5B78}" dt="2021-01-15T11:11:03.816" v="9557" actId="1076"/>
          <ac:spMkLst>
            <pc:docMk/>
            <pc:sldMk cId="2098984685" sldId="268"/>
            <ac:spMk id="7" creationId="{24DEFB9D-BCEA-3C40-9984-25FDAE3A5B88}"/>
          </ac:spMkLst>
        </pc:spChg>
        <pc:spChg chg="mod">
          <ac:chgData name="横川 真美" userId="96ada2ef-5857-4dd3-85ae-6d384a6603bc" providerId="ADAL" clId="{62A0484B-C74C-204D-B6BE-21EC3D6A5B78}" dt="2021-01-15T11:12:17.560" v="9580" actId="1076"/>
          <ac:spMkLst>
            <pc:docMk/>
            <pc:sldMk cId="2098984685" sldId="268"/>
            <ac:spMk id="10" creationId="{536B46CC-97A9-CF44-AD39-11685E7CEA7B}"/>
          </ac:spMkLst>
        </pc:spChg>
        <pc:picChg chg="del mod">
          <ac:chgData name="横川 真美" userId="96ada2ef-5857-4dd3-85ae-6d384a6603bc" providerId="ADAL" clId="{62A0484B-C74C-204D-B6BE-21EC3D6A5B78}" dt="2021-01-15T11:11:04.893" v="9558" actId="478"/>
          <ac:picMkLst>
            <pc:docMk/>
            <pc:sldMk cId="2098984685" sldId="268"/>
            <ac:picMk id="4" creationId="{25B175AB-F353-2641-8C22-DD2E32D5B71A}"/>
          </ac:picMkLst>
        </pc:picChg>
        <pc:picChg chg="add mod">
          <ac:chgData name="横川 真美" userId="96ada2ef-5857-4dd3-85ae-6d384a6603bc" providerId="ADAL" clId="{62A0484B-C74C-204D-B6BE-21EC3D6A5B78}" dt="2021-01-15T11:12:27.260" v="9581" actId="1076"/>
          <ac:picMkLst>
            <pc:docMk/>
            <pc:sldMk cId="2098984685" sldId="268"/>
            <ac:picMk id="9" creationId="{74CDD65B-043C-9248-930E-C18D1D83968E}"/>
          </ac:picMkLst>
        </pc:picChg>
        <pc:picChg chg="add mod">
          <ac:chgData name="横川 真美" userId="96ada2ef-5857-4dd3-85ae-6d384a6603bc" providerId="ADAL" clId="{62A0484B-C74C-204D-B6BE-21EC3D6A5B78}" dt="2021-01-15T11:11:12.967" v="9561" actId="1076"/>
          <ac:picMkLst>
            <pc:docMk/>
            <pc:sldMk cId="2098984685" sldId="268"/>
            <ac:picMk id="12" creationId="{9027873D-D44A-A645-ACC4-D96278BF472C}"/>
          </ac:picMkLst>
        </pc:picChg>
        <pc:picChg chg="add mod">
          <ac:chgData name="横川 真美" userId="96ada2ef-5857-4dd3-85ae-6d384a6603bc" providerId="ADAL" clId="{62A0484B-C74C-204D-B6BE-21EC3D6A5B78}" dt="2021-01-15T11:11:57.377" v="9571" actId="1076"/>
          <ac:picMkLst>
            <pc:docMk/>
            <pc:sldMk cId="2098984685" sldId="268"/>
            <ac:picMk id="14" creationId="{2DF4E8BD-4A41-CC4E-A981-A301D1CF50E4}"/>
          </ac:picMkLst>
        </pc:picChg>
      </pc:sldChg>
      <pc:sldChg chg="modSp mod">
        <pc:chgData name="横川 真美" userId="96ada2ef-5857-4dd3-85ae-6d384a6603bc" providerId="ADAL" clId="{62A0484B-C74C-204D-B6BE-21EC3D6A5B78}" dt="2021-01-13T08:41:26.964" v="9110" actId="1076"/>
        <pc:sldMkLst>
          <pc:docMk/>
          <pc:sldMk cId="734592963" sldId="269"/>
        </pc:sldMkLst>
        <pc:spChg chg="mod">
          <ac:chgData name="横川 真美" userId="96ada2ef-5857-4dd3-85ae-6d384a6603bc" providerId="ADAL" clId="{62A0484B-C74C-204D-B6BE-21EC3D6A5B78}" dt="2021-01-13T08:26:59.205" v="9044" actId="20577"/>
          <ac:spMkLst>
            <pc:docMk/>
            <pc:sldMk cId="734592963" sldId="269"/>
            <ac:spMk id="2" creationId="{977028D3-E138-3147-B103-2B9C4C117944}"/>
          </ac:spMkLst>
        </pc:spChg>
        <pc:spChg chg="mod">
          <ac:chgData name="横川 真美" userId="96ada2ef-5857-4dd3-85ae-6d384a6603bc" providerId="ADAL" clId="{62A0484B-C74C-204D-B6BE-21EC3D6A5B78}" dt="2021-01-13T08:41:26.964" v="9110" actId="1076"/>
          <ac:spMkLst>
            <pc:docMk/>
            <pc:sldMk cId="734592963" sldId="269"/>
            <ac:spMk id="6" creationId="{3FFE77A1-56CA-6440-B86F-76297147D432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8:56:31.517" v="9333" actId="1076"/>
        <pc:sldMkLst>
          <pc:docMk/>
          <pc:sldMk cId="3543145929" sldId="271"/>
        </pc:sldMkLst>
        <pc:spChg chg="mod">
          <ac:chgData name="横川 真美" userId="96ada2ef-5857-4dd3-85ae-6d384a6603bc" providerId="ADAL" clId="{62A0484B-C74C-204D-B6BE-21EC3D6A5B78}" dt="2021-01-13T08:56:21.945" v="9330" actId="403"/>
          <ac:spMkLst>
            <pc:docMk/>
            <pc:sldMk cId="3543145929" sldId="271"/>
            <ac:spMk id="2" creationId="{64BE87D7-31E6-2743-9F14-C850CFAB7B69}"/>
          </ac:spMkLst>
        </pc:spChg>
        <pc:spChg chg="del">
          <ac:chgData name="横川 真美" userId="96ada2ef-5857-4dd3-85ae-6d384a6603bc" providerId="ADAL" clId="{62A0484B-C74C-204D-B6BE-21EC3D6A5B78}" dt="2021-01-13T04:21:11.360" v="7587" actId="478"/>
          <ac:spMkLst>
            <pc:docMk/>
            <pc:sldMk cId="3543145929" sldId="271"/>
            <ac:spMk id="4" creationId="{115D2A9F-F6B4-4785-86A0-080429065971}"/>
          </ac:spMkLst>
        </pc:spChg>
        <pc:spChg chg="add mod">
          <ac:chgData name="横川 真美" userId="96ada2ef-5857-4dd3-85ae-6d384a6603bc" providerId="ADAL" clId="{62A0484B-C74C-204D-B6BE-21EC3D6A5B78}" dt="2021-01-13T08:56:31.517" v="9333" actId="1076"/>
          <ac:spMkLst>
            <pc:docMk/>
            <pc:sldMk cId="3543145929" sldId="271"/>
            <ac:spMk id="4" creationId="{1B3A9805-0010-814B-9320-1BF1A081F694}"/>
          </ac:spMkLst>
        </pc:spChg>
        <pc:spChg chg="add mod">
          <ac:chgData name="横川 真美" userId="96ada2ef-5857-4dd3-85ae-6d384a6603bc" providerId="ADAL" clId="{62A0484B-C74C-204D-B6BE-21EC3D6A5B78}" dt="2021-01-13T08:56:29.290" v="9332" actId="1076"/>
          <ac:spMkLst>
            <pc:docMk/>
            <pc:sldMk cId="3543145929" sldId="271"/>
            <ac:spMk id="5" creationId="{01ECDE68-E9F8-4E4F-B8D6-8FD4DEA23C7C}"/>
          </ac:spMkLst>
        </pc:spChg>
        <pc:spChg chg="add mod">
          <ac:chgData name="横川 真美" userId="96ada2ef-5857-4dd3-85ae-6d384a6603bc" providerId="ADAL" clId="{62A0484B-C74C-204D-B6BE-21EC3D6A5B78}" dt="2021-01-13T08:56:26.728" v="9331" actId="1076"/>
          <ac:spMkLst>
            <pc:docMk/>
            <pc:sldMk cId="3543145929" sldId="271"/>
            <ac:spMk id="6" creationId="{CE264DD8-3AB4-064B-8981-2E7845A38309}"/>
          </ac:spMkLst>
        </pc:spChg>
      </pc:sldChg>
      <pc:sldChg chg="modSp mod">
        <pc:chgData name="横川 真美" userId="96ada2ef-5857-4dd3-85ae-6d384a6603bc" providerId="ADAL" clId="{62A0484B-C74C-204D-B6BE-21EC3D6A5B78}" dt="2021-01-13T06:10:01.002" v="8048" actId="1076"/>
        <pc:sldMkLst>
          <pc:docMk/>
          <pc:sldMk cId="4291880536" sldId="275"/>
        </pc:sldMkLst>
        <pc:spChg chg="mod">
          <ac:chgData name="横川 真美" userId="96ada2ef-5857-4dd3-85ae-6d384a6603bc" providerId="ADAL" clId="{62A0484B-C74C-204D-B6BE-21EC3D6A5B78}" dt="2021-01-13T04:11:22.686" v="7424" actId="20577"/>
          <ac:spMkLst>
            <pc:docMk/>
            <pc:sldMk cId="4291880536" sldId="275"/>
            <ac:spMk id="2" creationId="{E6EE66BC-C82F-1740-93BE-73034E275737}"/>
          </ac:spMkLst>
        </pc:spChg>
        <pc:spChg chg="mod">
          <ac:chgData name="横川 真美" userId="96ada2ef-5857-4dd3-85ae-6d384a6603bc" providerId="ADAL" clId="{62A0484B-C74C-204D-B6BE-21EC3D6A5B78}" dt="2021-01-13T06:10:01.002" v="8048" actId="1076"/>
          <ac:spMkLst>
            <pc:docMk/>
            <pc:sldMk cId="4291880536" sldId="275"/>
            <ac:spMk id="4" creationId="{E6F0ED7D-08C3-6442-8819-F17E8DBD511D}"/>
          </ac:spMkLst>
        </pc:spChg>
      </pc:sldChg>
      <pc:sldChg chg="modSp mod">
        <pc:chgData name="横川 真美" userId="96ada2ef-5857-4dd3-85ae-6d384a6603bc" providerId="ADAL" clId="{62A0484B-C74C-204D-B6BE-21EC3D6A5B78}" dt="2021-01-13T02:21:18.611" v="6361" actId="20577"/>
        <pc:sldMkLst>
          <pc:docMk/>
          <pc:sldMk cId="3770988180" sldId="276"/>
        </pc:sldMkLst>
        <pc:spChg chg="mod">
          <ac:chgData name="横川 真美" userId="96ada2ef-5857-4dd3-85ae-6d384a6603bc" providerId="ADAL" clId="{62A0484B-C74C-204D-B6BE-21EC3D6A5B78}" dt="2021-01-13T02:21:18.611" v="6361" actId="20577"/>
          <ac:spMkLst>
            <pc:docMk/>
            <pc:sldMk cId="3770988180" sldId="276"/>
            <ac:spMk id="2" creationId="{ECD7BB2B-4064-BE49-992C-731495787EB5}"/>
          </ac:spMkLst>
        </pc:spChg>
      </pc:sldChg>
      <pc:sldChg chg="modSp mod">
        <pc:chgData name="横川 真美" userId="96ada2ef-5857-4dd3-85ae-6d384a6603bc" providerId="ADAL" clId="{62A0484B-C74C-204D-B6BE-21EC3D6A5B78}" dt="2021-01-13T04:12:29.722" v="7502" actId="20577"/>
        <pc:sldMkLst>
          <pc:docMk/>
          <pc:sldMk cId="388259454" sldId="277"/>
        </pc:sldMkLst>
        <pc:spChg chg="mod">
          <ac:chgData name="横川 真美" userId="96ada2ef-5857-4dd3-85ae-6d384a6603bc" providerId="ADAL" clId="{62A0484B-C74C-204D-B6BE-21EC3D6A5B78}" dt="2021-01-13T04:12:29.722" v="7502" actId="20577"/>
          <ac:spMkLst>
            <pc:docMk/>
            <pc:sldMk cId="388259454" sldId="277"/>
            <ac:spMk id="2" creationId="{A1077C21-D510-704A-BCA0-6998FE91BC6D}"/>
          </ac:spMkLst>
        </pc:spChg>
        <pc:spChg chg="mod">
          <ac:chgData name="横川 真美" userId="96ada2ef-5857-4dd3-85ae-6d384a6603bc" providerId="ADAL" clId="{62A0484B-C74C-204D-B6BE-21EC3D6A5B78}" dt="2021-01-13T02:42:00.488" v="6714" actId="20577"/>
          <ac:spMkLst>
            <pc:docMk/>
            <pc:sldMk cId="388259454" sldId="277"/>
            <ac:spMk id="3" creationId="{1310FD27-FF76-434A-AE71-18BB20254226}"/>
          </ac:spMkLst>
        </pc:spChg>
      </pc:sldChg>
      <pc:sldChg chg="modSp mod">
        <pc:chgData name="横川 真美" userId="96ada2ef-5857-4dd3-85ae-6d384a6603bc" providerId="ADAL" clId="{62A0484B-C74C-204D-B6BE-21EC3D6A5B78}" dt="2021-01-13T02:42:11.229" v="6724" actId="20577"/>
        <pc:sldMkLst>
          <pc:docMk/>
          <pc:sldMk cId="8262567" sldId="278"/>
        </pc:sldMkLst>
        <pc:spChg chg="mod">
          <ac:chgData name="横川 真美" userId="96ada2ef-5857-4dd3-85ae-6d384a6603bc" providerId="ADAL" clId="{62A0484B-C74C-204D-B6BE-21EC3D6A5B78}" dt="2021-01-13T01:37:28.734" v="5588" actId="14"/>
          <ac:spMkLst>
            <pc:docMk/>
            <pc:sldMk cId="8262567" sldId="278"/>
            <ac:spMk id="2" creationId="{4BC4C53A-98BF-514E-A11E-7EB8418EEC94}"/>
          </ac:spMkLst>
        </pc:spChg>
        <pc:spChg chg="mod">
          <ac:chgData name="横川 真美" userId="96ada2ef-5857-4dd3-85ae-6d384a6603bc" providerId="ADAL" clId="{62A0484B-C74C-204D-B6BE-21EC3D6A5B78}" dt="2021-01-13T02:42:11.229" v="6724" actId="20577"/>
          <ac:spMkLst>
            <pc:docMk/>
            <pc:sldMk cId="8262567" sldId="278"/>
            <ac:spMk id="3" creationId="{1188A32E-7737-774C-BDFC-20EC3E6E9807}"/>
          </ac:spMkLst>
        </pc:spChg>
      </pc:sldChg>
      <pc:sldChg chg="delSp modSp del mod">
        <pc:chgData name="横川 真美" userId="96ada2ef-5857-4dd3-85ae-6d384a6603bc" providerId="ADAL" clId="{62A0484B-C74C-204D-B6BE-21EC3D6A5B78}" dt="2021-01-13T02:42:29.713" v="6725" actId="2696"/>
        <pc:sldMkLst>
          <pc:docMk/>
          <pc:sldMk cId="2911780831" sldId="279"/>
        </pc:sldMkLst>
        <pc:spChg chg="mod">
          <ac:chgData name="横川 真美" userId="96ada2ef-5857-4dd3-85ae-6d384a6603bc" providerId="ADAL" clId="{62A0484B-C74C-204D-B6BE-21EC3D6A5B78}" dt="2021-01-13T02:08:03.901" v="5934" actId="20577"/>
          <ac:spMkLst>
            <pc:docMk/>
            <pc:sldMk cId="2911780831" sldId="279"/>
            <ac:spMk id="2" creationId="{4A0844D1-7822-E44E-9347-C4463F178EF8}"/>
          </ac:spMkLst>
        </pc:spChg>
        <pc:spChg chg="mod">
          <ac:chgData name="横川 真美" userId="96ada2ef-5857-4dd3-85ae-6d384a6603bc" providerId="ADAL" clId="{62A0484B-C74C-204D-B6BE-21EC3D6A5B78}" dt="2021-01-13T02:07:47.782" v="5917" actId="20577"/>
          <ac:spMkLst>
            <pc:docMk/>
            <pc:sldMk cId="2911780831" sldId="279"/>
            <ac:spMk id="3" creationId="{14686C6F-FB3E-C146-B089-9837B08F3C70}"/>
          </ac:spMkLst>
        </pc:spChg>
        <pc:spChg chg="del mod">
          <ac:chgData name="横川 真美" userId="96ada2ef-5857-4dd3-85ae-6d384a6603bc" providerId="ADAL" clId="{62A0484B-C74C-204D-B6BE-21EC3D6A5B78}" dt="2021-01-12T09:34:06.325" v="4676" actId="478"/>
          <ac:spMkLst>
            <pc:docMk/>
            <pc:sldMk cId="2911780831" sldId="279"/>
            <ac:spMk id="4" creationId="{82BCDCF8-8112-6149-9AB3-FC1CC5378ADA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8:41:08.114" v="9106" actId="1076"/>
        <pc:sldMkLst>
          <pc:docMk/>
          <pc:sldMk cId="2299045658" sldId="280"/>
        </pc:sldMkLst>
        <pc:spChg chg="mod">
          <ac:chgData name="横川 真美" userId="96ada2ef-5857-4dd3-85ae-6d384a6603bc" providerId="ADAL" clId="{62A0484B-C74C-204D-B6BE-21EC3D6A5B78}" dt="2021-01-13T08:40:47.179" v="9097" actId="20577"/>
          <ac:spMkLst>
            <pc:docMk/>
            <pc:sldMk cId="2299045658" sldId="280"/>
            <ac:spMk id="4" creationId="{0C99B4C8-31A6-234F-A7A3-4A9642F4ABA3}"/>
          </ac:spMkLst>
        </pc:spChg>
        <pc:spChg chg="add mod">
          <ac:chgData name="横川 真美" userId="96ada2ef-5857-4dd3-85ae-6d384a6603bc" providerId="ADAL" clId="{62A0484B-C74C-204D-B6BE-21EC3D6A5B78}" dt="2021-01-13T08:41:08.114" v="9106" actId="1076"/>
          <ac:spMkLst>
            <pc:docMk/>
            <pc:sldMk cId="2299045658" sldId="280"/>
            <ac:spMk id="6" creationId="{33DA0E05-FC71-6C47-A570-A38F1BD7371B}"/>
          </ac:spMkLst>
        </pc:spChg>
        <pc:spChg chg="del">
          <ac:chgData name="横川 真美" userId="96ada2ef-5857-4dd3-85ae-6d384a6603bc" providerId="ADAL" clId="{62A0484B-C74C-204D-B6BE-21EC3D6A5B78}" dt="2021-01-13T04:21:06.389" v="7586" actId="478"/>
          <ac:spMkLst>
            <pc:docMk/>
            <pc:sldMk cId="2299045658" sldId="280"/>
            <ac:spMk id="6" creationId="{353B73B0-A733-044F-82B8-980BEFF63B9C}"/>
          </ac:spMkLst>
        </pc:spChg>
        <pc:spChg chg="del">
          <ac:chgData name="横川 真美" userId="96ada2ef-5857-4dd3-85ae-6d384a6603bc" providerId="ADAL" clId="{62A0484B-C74C-204D-B6BE-21EC3D6A5B78}" dt="2021-01-13T04:21:06.389" v="7586" actId="478"/>
          <ac:spMkLst>
            <pc:docMk/>
            <pc:sldMk cId="2299045658" sldId="280"/>
            <ac:spMk id="7" creationId="{03A44912-704D-824F-8CD6-A3D5230B5AC6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6:40:37.157" v="8291" actId="14100"/>
        <pc:sldMkLst>
          <pc:docMk/>
          <pc:sldMk cId="3766405430" sldId="281"/>
        </pc:sldMkLst>
        <pc:spChg chg="mod">
          <ac:chgData name="横川 真美" userId="96ada2ef-5857-4dd3-85ae-6d384a6603bc" providerId="ADAL" clId="{62A0484B-C74C-204D-B6BE-21EC3D6A5B78}" dt="2021-01-13T04:00:19.983" v="7319" actId="20577"/>
          <ac:spMkLst>
            <pc:docMk/>
            <pc:sldMk cId="3766405430" sldId="281"/>
            <ac:spMk id="2" creationId="{433A1EA1-02A5-064F-BD4C-0A6A77CCD8F0}"/>
          </ac:spMkLst>
        </pc:spChg>
        <pc:spChg chg="mod">
          <ac:chgData name="横川 真美" userId="96ada2ef-5857-4dd3-85ae-6d384a6603bc" providerId="ADAL" clId="{62A0484B-C74C-204D-B6BE-21EC3D6A5B78}" dt="2021-01-13T06:40:37.157" v="8291" actId="14100"/>
          <ac:spMkLst>
            <pc:docMk/>
            <pc:sldMk cId="3766405430" sldId="281"/>
            <ac:spMk id="3" creationId="{10AD9891-4C74-8E4A-BFA8-724D66E075EB}"/>
          </ac:spMkLst>
        </pc:spChg>
        <pc:spChg chg="add del">
          <ac:chgData name="横川 真美" userId="96ada2ef-5857-4dd3-85ae-6d384a6603bc" providerId="ADAL" clId="{62A0484B-C74C-204D-B6BE-21EC3D6A5B78}" dt="2021-01-13T03:45:07.027" v="7306" actId="478"/>
          <ac:spMkLst>
            <pc:docMk/>
            <pc:sldMk cId="3766405430" sldId="281"/>
            <ac:spMk id="4" creationId="{AB3F1C42-258C-CD43-A151-F89BABAD806D}"/>
          </ac:spMkLst>
        </pc:spChg>
        <pc:spChg chg="add del mod">
          <ac:chgData name="横川 真美" userId="96ada2ef-5857-4dd3-85ae-6d384a6603bc" providerId="ADAL" clId="{62A0484B-C74C-204D-B6BE-21EC3D6A5B78}" dt="2021-01-13T03:45:21.919" v="7309" actId="478"/>
          <ac:spMkLst>
            <pc:docMk/>
            <pc:sldMk cId="3766405430" sldId="281"/>
            <ac:spMk id="5" creationId="{966A4ECD-8950-8E44-921C-C64269C7D006}"/>
          </ac:spMkLst>
        </pc:spChg>
        <pc:spChg chg="add mod">
          <ac:chgData name="横川 真美" userId="96ada2ef-5857-4dd3-85ae-6d384a6603bc" providerId="ADAL" clId="{62A0484B-C74C-204D-B6BE-21EC3D6A5B78}" dt="2021-01-13T05:46:02.394" v="7628" actId="14100"/>
          <ac:spMkLst>
            <pc:docMk/>
            <pc:sldMk cId="3766405430" sldId="281"/>
            <ac:spMk id="6" creationId="{D96B157D-5B07-6E44-A015-A27AC65A76A3}"/>
          </ac:spMkLst>
        </pc:spChg>
        <pc:spChg chg="del mod">
          <ac:chgData name="横川 真美" userId="96ada2ef-5857-4dd3-85ae-6d384a6603bc" providerId="ADAL" clId="{62A0484B-C74C-204D-B6BE-21EC3D6A5B78}" dt="2021-01-13T04:20:19.094" v="7578" actId="478"/>
          <ac:spMkLst>
            <pc:docMk/>
            <pc:sldMk cId="3766405430" sldId="281"/>
            <ac:spMk id="7" creationId="{A03800DC-A8FC-4208-8EA2-4BEC4A41D13F}"/>
          </ac:spMkLst>
        </pc:spChg>
        <pc:spChg chg="add mod">
          <ac:chgData name="横川 真美" userId="96ada2ef-5857-4dd3-85ae-6d384a6603bc" providerId="ADAL" clId="{62A0484B-C74C-204D-B6BE-21EC3D6A5B78}" dt="2021-01-13T06:00:37.084" v="7916" actId="207"/>
          <ac:spMkLst>
            <pc:docMk/>
            <pc:sldMk cId="3766405430" sldId="281"/>
            <ac:spMk id="8" creationId="{7CE3AECD-9969-3C4B-BDE4-94CF6689EE32}"/>
          </ac:spMkLst>
        </pc:spChg>
        <pc:spChg chg="mod">
          <ac:chgData name="横川 真美" userId="96ada2ef-5857-4dd3-85ae-6d384a6603bc" providerId="ADAL" clId="{62A0484B-C74C-204D-B6BE-21EC3D6A5B78}" dt="2021-01-13T06:00:33.387" v="7915" actId="207"/>
          <ac:spMkLst>
            <pc:docMk/>
            <pc:sldMk cId="3766405430" sldId="281"/>
            <ac:spMk id="9" creationId="{48D3B031-1C91-2648-B7D6-F69A4C3D28FE}"/>
          </ac:spMkLst>
        </pc:spChg>
      </pc:sldChg>
      <pc:sldChg chg="modSp">
        <pc:chgData name="横川 真美" userId="96ada2ef-5857-4dd3-85ae-6d384a6603bc" providerId="ADAL" clId="{62A0484B-C74C-204D-B6BE-21EC3D6A5B78}" dt="2021-01-13T04:17:47.421" v="7554"/>
        <pc:sldMkLst>
          <pc:docMk/>
          <pc:sldMk cId="50526472" sldId="287"/>
        </pc:sldMkLst>
        <pc:spChg chg="mod">
          <ac:chgData name="横川 真美" userId="96ada2ef-5857-4dd3-85ae-6d384a6603bc" providerId="ADAL" clId="{62A0484B-C74C-204D-B6BE-21EC3D6A5B78}" dt="2021-01-13T04:17:47.421" v="7554"/>
          <ac:spMkLst>
            <pc:docMk/>
            <pc:sldMk cId="50526472" sldId="287"/>
            <ac:spMk id="2" creationId="{652A99AA-0054-F64B-951D-5963020963DB}"/>
          </ac:spMkLst>
        </pc:spChg>
      </pc:sldChg>
      <pc:sldChg chg="delSp modSp mod">
        <pc:chgData name="横川 真美" userId="96ada2ef-5857-4dd3-85ae-6d384a6603bc" providerId="ADAL" clId="{62A0484B-C74C-204D-B6BE-21EC3D6A5B78}" dt="2021-01-13T04:21:15.286" v="7588" actId="478"/>
        <pc:sldMkLst>
          <pc:docMk/>
          <pc:sldMk cId="3197079675" sldId="290"/>
        </pc:sldMkLst>
        <pc:spChg chg="mod">
          <ac:chgData name="横川 真美" userId="96ada2ef-5857-4dd3-85ae-6d384a6603bc" providerId="ADAL" clId="{62A0484B-C74C-204D-B6BE-21EC3D6A5B78}" dt="2021-01-13T02:10:51.144" v="5981" actId="20577"/>
          <ac:spMkLst>
            <pc:docMk/>
            <pc:sldMk cId="3197079675" sldId="290"/>
            <ac:spMk id="2" creationId="{129EB18F-CCFA-3542-9021-55E976EDF1BE}"/>
          </ac:spMkLst>
        </pc:spChg>
        <pc:spChg chg="del">
          <ac:chgData name="横川 真美" userId="96ada2ef-5857-4dd3-85ae-6d384a6603bc" providerId="ADAL" clId="{62A0484B-C74C-204D-B6BE-21EC3D6A5B78}" dt="2021-01-13T04:21:15.286" v="7588" actId="478"/>
          <ac:spMkLst>
            <pc:docMk/>
            <pc:sldMk cId="3197079675" sldId="290"/>
            <ac:spMk id="5" creationId="{CF02A039-C32B-4DE1-A924-D69E73921445}"/>
          </ac:spMkLst>
        </pc:spChg>
        <pc:spChg chg="del">
          <ac:chgData name="横川 真美" userId="96ada2ef-5857-4dd3-85ae-6d384a6603bc" providerId="ADAL" clId="{62A0484B-C74C-204D-B6BE-21EC3D6A5B78}" dt="2021-01-13T04:21:15.286" v="7588" actId="478"/>
          <ac:spMkLst>
            <pc:docMk/>
            <pc:sldMk cId="3197079675" sldId="290"/>
            <ac:spMk id="6" creationId="{DE914241-C24F-446A-941B-E0D2E40F5AE8}"/>
          </ac:spMkLst>
        </pc:spChg>
      </pc:sldChg>
      <pc:sldChg chg="delSp modSp mod">
        <pc:chgData name="横川 真美" userId="96ada2ef-5857-4dd3-85ae-6d384a6603bc" providerId="ADAL" clId="{62A0484B-C74C-204D-B6BE-21EC3D6A5B78}" dt="2021-01-13T04:21:20.073" v="7589" actId="478"/>
        <pc:sldMkLst>
          <pc:docMk/>
          <pc:sldMk cId="1920692120" sldId="291"/>
        </pc:sldMkLst>
        <pc:spChg chg="mod">
          <ac:chgData name="横川 真美" userId="96ada2ef-5857-4dd3-85ae-6d384a6603bc" providerId="ADAL" clId="{62A0484B-C74C-204D-B6BE-21EC3D6A5B78}" dt="2021-01-13T02:10:41.092" v="5978" actId="20577"/>
          <ac:spMkLst>
            <pc:docMk/>
            <pc:sldMk cId="1920692120" sldId="291"/>
            <ac:spMk id="2" creationId="{9FF76058-A109-B24A-AB53-EEE1619BF136}"/>
          </ac:spMkLst>
        </pc:spChg>
        <pc:spChg chg="del">
          <ac:chgData name="横川 真美" userId="96ada2ef-5857-4dd3-85ae-6d384a6603bc" providerId="ADAL" clId="{62A0484B-C74C-204D-B6BE-21EC3D6A5B78}" dt="2021-01-13T04:21:20.073" v="7589" actId="478"/>
          <ac:spMkLst>
            <pc:docMk/>
            <pc:sldMk cId="1920692120" sldId="291"/>
            <ac:spMk id="5" creationId="{F28319BF-FDE4-4FF1-8C07-BECD0039C549}"/>
          </ac:spMkLst>
        </pc:spChg>
        <pc:spChg chg="del">
          <ac:chgData name="横川 真美" userId="96ada2ef-5857-4dd3-85ae-6d384a6603bc" providerId="ADAL" clId="{62A0484B-C74C-204D-B6BE-21EC3D6A5B78}" dt="2021-01-13T04:21:20.073" v="7589" actId="478"/>
          <ac:spMkLst>
            <pc:docMk/>
            <pc:sldMk cId="1920692120" sldId="291"/>
            <ac:spMk id="7" creationId="{1A89A4FD-8D2F-4066-8495-E95DE8B9DCF3}"/>
          </ac:spMkLst>
        </pc:spChg>
        <pc:spChg chg="del">
          <ac:chgData name="横川 真美" userId="96ada2ef-5857-4dd3-85ae-6d384a6603bc" providerId="ADAL" clId="{62A0484B-C74C-204D-B6BE-21EC3D6A5B78}" dt="2021-01-13T04:21:20.073" v="7589" actId="478"/>
          <ac:spMkLst>
            <pc:docMk/>
            <pc:sldMk cId="1920692120" sldId="291"/>
            <ac:spMk id="8" creationId="{CB8E4959-DB3E-4485-B934-7716BDB65F6A}"/>
          </ac:spMkLst>
        </pc:spChg>
      </pc:sldChg>
      <pc:sldChg chg="delSp mod">
        <pc:chgData name="横川 真美" userId="96ada2ef-5857-4dd3-85ae-6d384a6603bc" providerId="ADAL" clId="{62A0484B-C74C-204D-B6BE-21EC3D6A5B78}" dt="2021-01-13T04:21:31.722" v="7591" actId="478"/>
        <pc:sldMkLst>
          <pc:docMk/>
          <pc:sldMk cId="3196024784" sldId="292"/>
        </pc:sldMkLst>
        <pc:spChg chg="del">
          <ac:chgData name="横川 真美" userId="96ada2ef-5857-4dd3-85ae-6d384a6603bc" providerId="ADAL" clId="{62A0484B-C74C-204D-B6BE-21EC3D6A5B78}" dt="2021-01-13T04:21:31.722" v="7591" actId="478"/>
          <ac:spMkLst>
            <pc:docMk/>
            <pc:sldMk cId="3196024784" sldId="292"/>
            <ac:spMk id="5" creationId="{F8AE2AFD-0FD5-41E0-803C-5D00983E1A6F}"/>
          </ac:spMkLst>
        </pc:spChg>
      </pc:sldChg>
      <pc:sldChg chg="delSp modSp mod">
        <pc:chgData name="横川 真美" userId="96ada2ef-5857-4dd3-85ae-6d384a6603bc" providerId="ADAL" clId="{62A0484B-C74C-204D-B6BE-21EC3D6A5B78}" dt="2021-01-13T06:38:05.809" v="8273" actId="478"/>
        <pc:sldMkLst>
          <pc:docMk/>
          <pc:sldMk cId="2304721488" sldId="294"/>
        </pc:sldMkLst>
        <pc:spChg chg="mod">
          <ac:chgData name="横川 真美" userId="96ada2ef-5857-4dd3-85ae-6d384a6603bc" providerId="ADAL" clId="{62A0484B-C74C-204D-B6BE-21EC3D6A5B78}" dt="2021-01-13T02:55:45.385" v="7110" actId="20577"/>
          <ac:spMkLst>
            <pc:docMk/>
            <pc:sldMk cId="2304721488" sldId="294"/>
            <ac:spMk id="3" creationId="{54A2EAC9-EEE2-F643-B8AD-9F14C6267759}"/>
          </ac:spMkLst>
        </pc:spChg>
        <pc:spChg chg="del">
          <ac:chgData name="横川 真美" userId="96ada2ef-5857-4dd3-85ae-6d384a6603bc" providerId="ADAL" clId="{62A0484B-C74C-204D-B6BE-21EC3D6A5B78}" dt="2021-01-13T06:38:05.809" v="8273" actId="478"/>
          <ac:spMkLst>
            <pc:docMk/>
            <pc:sldMk cId="2304721488" sldId="294"/>
            <ac:spMk id="5" creationId="{94FE124A-C72C-4414-A69D-E4D68E84B731}"/>
          </ac:spMkLst>
        </pc:spChg>
      </pc:sldChg>
      <pc:sldChg chg="modSp mod">
        <pc:chgData name="横川 真美" userId="96ada2ef-5857-4dd3-85ae-6d384a6603bc" providerId="ADAL" clId="{62A0484B-C74C-204D-B6BE-21EC3D6A5B78}" dt="2021-01-13T02:55:40.735" v="7102" actId="20577"/>
        <pc:sldMkLst>
          <pc:docMk/>
          <pc:sldMk cId="2768319078" sldId="295"/>
        </pc:sldMkLst>
        <pc:spChg chg="mod">
          <ac:chgData name="横川 真美" userId="96ada2ef-5857-4dd3-85ae-6d384a6603bc" providerId="ADAL" clId="{62A0484B-C74C-204D-B6BE-21EC3D6A5B78}" dt="2021-01-13T02:55:40.735" v="7102" actId="20577"/>
          <ac:spMkLst>
            <pc:docMk/>
            <pc:sldMk cId="2768319078" sldId="295"/>
            <ac:spMk id="3" creationId="{DB8E7A54-96B9-104D-B932-3A4E6881F37E}"/>
          </ac:spMkLst>
        </pc:spChg>
      </pc:sldChg>
      <pc:sldChg chg="modSp mod">
        <pc:chgData name="横川 真美" userId="96ada2ef-5857-4dd3-85ae-6d384a6603bc" providerId="ADAL" clId="{62A0484B-C74C-204D-B6BE-21EC3D6A5B78}" dt="2021-01-13T02:55:34.770" v="7094" actId="20577"/>
        <pc:sldMkLst>
          <pc:docMk/>
          <pc:sldMk cId="872013434" sldId="296"/>
        </pc:sldMkLst>
        <pc:spChg chg="mod">
          <ac:chgData name="横川 真美" userId="96ada2ef-5857-4dd3-85ae-6d384a6603bc" providerId="ADAL" clId="{62A0484B-C74C-204D-B6BE-21EC3D6A5B78}" dt="2021-01-13T02:55:34.770" v="7094" actId="20577"/>
          <ac:spMkLst>
            <pc:docMk/>
            <pc:sldMk cId="872013434" sldId="296"/>
            <ac:spMk id="3" creationId="{5C727390-E10F-124E-868A-833EC76C25D7}"/>
          </ac:spMkLst>
        </pc:spChg>
      </pc:sldChg>
      <pc:sldChg chg="delSp modSp mod">
        <pc:chgData name="横川 真美" userId="96ada2ef-5857-4dd3-85ae-6d384a6603bc" providerId="ADAL" clId="{62A0484B-C74C-204D-B6BE-21EC3D6A5B78}" dt="2021-01-13T04:21:47.432" v="7593" actId="478"/>
        <pc:sldMkLst>
          <pc:docMk/>
          <pc:sldMk cId="1699552746" sldId="297"/>
        </pc:sldMkLst>
        <pc:spChg chg="mod">
          <ac:chgData name="横川 真美" userId="96ada2ef-5857-4dd3-85ae-6d384a6603bc" providerId="ADAL" clId="{62A0484B-C74C-204D-B6BE-21EC3D6A5B78}" dt="2021-01-13T02:56:15.689" v="7134"/>
          <ac:spMkLst>
            <pc:docMk/>
            <pc:sldMk cId="1699552746" sldId="297"/>
            <ac:spMk id="3" creationId="{3556E705-EB74-6E41-8E3D-DF19495941E3}"/>
          </ac:spMkLst>
        </pc:spChg>
        <pc:spChg chg="del">
          <ac:chgData name="横川 真美" userId="96ada2ef-5857-4dd3-85ae-6d384a6603bc" providerId="ADAL" clId="{62A0484B-C74C-204D-B6BE-21EC3D6A5B78}" dt="2021-01-13T04:21:47.432" v="7593" actId="478"/>
          <ac:spMkLst>
            <pc:docMk/>
            <pc:sldMk cId="1699552746" sldId="297"/>
            <ac:spMk id="5" creationId="{248CEB67-C99D-4CD2-81C9-3EB05F066305}"/>
          </ac:spMkLst>
        </pc:spChg>
      </pc:sldChg>
      <pc:sldChg chg="modSp mod">
        <pc:chgData name="横川 真美" userId="96ada2ef-5857-4dd3-85ae-6d384a6603bc" providerId="ADAL" clId="{62A0484B-C74C-204D-B6BE-21EC3D6A5B78}" dt="2021-01-13T02:55:01.756" v="7058" actId="20577"/>
        <pc:sldMkLst>
          <pc:docMk/>
          <pc:sldMk cId="1454236366" sldId="300"/>
        </pc:sldMkLst>
        <pc:spChg chg="mod">
          <ac:chgData name="横川 真美" userId="96ada2ef-5857-4dd3-85ae-6d384a6603bc" providerId="ADAL" clId="{62A0484B-C74C-204D-B6BE-21EC3D6A5B78}" dt="2021-01-13T02:11:19.606" v="5986" actId="20577"/>
          <ac:spMkLst>
            <pc:docMk/>
            <pc:sldMk cId="1454236366" sldId="300"/>
            <ac:spMk id="2" creationId="{9ADCFFC4-81ED-1F47-A50E-FE07BEDDF46F}"/>
          </ac:spMkLst>
        </pc:spChg>
        <pc:spChg chg="mod">
          <ac:chgData name="横川 真美" userId="96ada2ef-5857-4dd3-85ae-6d384a6603bc" providerId="ADAL" clId="{62A0484B-C74C-204D-B6BE-21EC3D6A5B78}" dt="2021-01-13T02:55:01.756" v="7058" actId="20577"/>
          <ac:spMkLst>
            <pc:docMk/>
            <pc:sldMk cId="1454236366" sldId="300"/>
            <ac:spMk id="3" creationId="{D77B1E2A-D560-0E43-98A5-78BCE4234D73}"/>
          </ac:spMkLst>
        </pc:spChg>
      </pc:sldChg>
      <pc:sldChg chg="modSp">
        <pc:chgData name="横川 真美" userId="96ada2ef-5857-4dd3-85ae-6d384a6603bc" providerId="ADAL" clId="{62A0484B-C74C-204D-B6BE-21EC3D6A5B78}" dt="2021-01-13T02:11:27.970" v="5988" actId="20577"/>
        <pc:sldMkLst>
          <pc:docMk/>
          <pc:sldMk cId="3400802779" sldId="301"/>
        </pc:sldMkLst>
        <pc:spChg chg="mod">
          <ac:chgData name="横川 真美" userId="96ada2ef-5857-4dd3-85ae-6d384a6603bc" providerId="ADAL" clId="{62A0484B-C74C-204D-B6BE-21EC3D6A5B78}" dt="2021-01-13T02:11:27.970" v="5988" actId="20577"/>
          <ac:spMkLst>
            <pc:docMk/>
            <pc:sldMk cId="3400802779" sldId="301"/>
            <ac:spMk id="2" creationId="{C7366653-016B-DF42-9372-D9CFC9823F04}"/>
          </ac:spMkLst>
        </pc:spChg>
      </pc:sldChg>
      <pc:sldChg chg="modSp mod">
        <pc:chgData name="横川 真美" userId="96ada2ef-5857-4dd3-85ae-6d384a6603bc" providerId="ADAL" clId="{62A0484B-C74C-204D-B6BE-21EC3D6A5B78}" dt="2021-01-13T02:54:29.107" v="7007" actId="20577"/>
        <pc:sldMkLst>
          <pc:docMk/>
          <pc:sldMk cId="561172512" sldId="302"/>
        </pc:sldMkLst>
        <pc:spChg chg="mod">
          <ac:chgData name="横川 真美" userId="96ada2ef-5857-4dd3-85ae-6d384a6603bc" providerId="ADAL" clId="{62A0484B-C74C-204D-B6BE-21EC3D6A5B78}" dt="2021-01-13T02:54:29.107" v="7007" actId="20577"/>
          <ac:spMkLst>
            <pc:docMk/>
            <pc:sldMk cId="561172512" sldId="302"/>
            <ac:spMk id="3" creationId="{9D2EA1CA-A1CA-2A4E-A954-D36AF5AC6134}"/>
          </ac:spMkLst>
        </pc:spChg>
      </pc:sldChg>
      <pc:sldChg chg="modSp mod">
        <pc:chgData name="横川 真美" userId="96ada2ef-5857-4dd3-85ae-6d384a6603bc" providerId="ADAL" clId="{62A0484B-C74C-204D-B6BE-21EC3D6A5B78}" dt="2021-01-13T01:30:03.055" v="5398" actId="114"/>
        <pc:sldMkLst>
          <pc:docMk/>
          <pc:sldMk cId="1621706811" sldId="304"/>
        </pc:sldMkLst>
        <pc:spChg chg="mod">
          <ac:chgData name="横川 真美" userId="96ada2ef-5857-4dd3-85ae-6d384a6603bc" providerId="ADAL" clId="{62A0484B-C74C-204D-B6BE-21EC3D6A5B78}" dt="2021-01-13T01:30:03.055" v="5398" actId="114"/>
          <ac:spMkLst>
            <pc:docMk/>
            <pc:sldMk cId="1621706811" sldId="304"/>
            <ac:spMk id="2" creationId="{66C91C2C-1F1E-0842-BCC3-AB54B0629F68}"/>
          </ac:spMkLst>
        </pc:spChg>
      </pc:sldChg>
      <pc:sldChg chg="modSp">
        <pc:chgData name="横川 真美" userId="96ada2ef-5857-4dd3-85ae-6d384a6603bc" providerId="ADAL" clId="{62A0484B-C74C-204D-B6BE-21EC3D6A5B78}" dt="2021-01-13T01:29:54.286" v="5397" actId="113"/>
        <pc:sldMkLst>
          <pc:docMk/>
          <pc:sldMk cId="3774475954" sldId="305"/>
        </pc:sldMkLst>
        <pc:spChg chg="mod">
          <ac:chgData name="横川 真美" userId="96ada2ef-5857-4dd3-85ae-6d384a6603bc" providerId="ADAL" clId="{62A0484B-C74C-204D-B6BE-21EC3D6A5B78}" dt="2021-01-13T01:29:54.286" v="5397" actId="113"/>
          <ac:spMkLst>
            <pc:docMk/>
            <pc:sldMk cId="3774475954" sldId="305"/>
            <ac:spMk id="2" creationId="{5E9F15F5-C23A-C545-962D-FF34A94A9325}"/>
          </ac:spMkLst>
        </pc:spChg>
      </pc:sldChg>
      <pc:sldChg chg="addSp delSp modSp mod ord">
        <pc:chgData name="横川 真美" userId="96ada2ef-5857-4dd3-85ae-6d384a6603bc" providerId="ADAL" clId="{62A0484B-C74C-204D-B6BE-21EC3D6A5B78}" dt="2021-01-13T10:27:34.965" v="9345" actId="20578"/>
        <pc:sldMkLst>
          <pc:docMk/>
          <pc:sldMk cId="4191807022" sldId="306"/>
        </pc:sldMkLst>
        <pc:spChg chg="mod">
          <ac:chgData name="横川 真美" userId="96ada2ef-5857-4dd3-85ae-6d384a6603bc" providerId="ADAL" clId="{62A0484B-C74C-204D-B6BE-21EC3D6A5B78}" dt="2021-01-13T06:35:12.066" v="8193" actId="14100"/>
          <ac:spMkLst>
            <pc:docMk/>
            <pc:sldMk cId="4191807022" sldId="306"/>
            <ac:spMk id="2" creationId="{C7DF40CC-4EDD-8040-AE11-79B6BD10ACC7}"/>
          </ac:spMkLst>
        </pc:spChg>
        <pc:spChg chg="mod">
          <ac:chgData name="横川 真美" userId="96ada2ef-5857-4dd3-85ae-6d384a6603bc" providerId="ADAL" clId="{62A0484B-C74C-204D-B6BE-21EC3D6A5B78}" dt="2021-01-13T05:54:20.923" v="7740" actId="20577"/>
          <ac:spMkLst>
            <pc:docMk/>
            <pc:sldMk cId="4191807022" sldId="306"/>
            <ac:spMk id="3" creationId="{B2DD9422-8FA5-8D4F-A340-E51084018180}"/>
          </ac:spMkLst>
        </pc:spChg>
        <pc:spChg chg="add del mod">
          <ac:chgData name="横川 真美" userId="96ada2ef-5857-4dd3-85ae-6d384a6603bc" providerId="ADAL" clId="{62A0484B-C74C-204D-B6BE-21EC3D6A5B78}" dt="2021-01-13T03:43:39.804" v="7277" actId="478"/>
          <ac:spMkLst>
            <pc:docMk/>
            <pc:sldMk cId="4191807022" sldId="306"/>
            <ac:spMk id="4" creationId="{3EB600EA-09B5-E942-9084-51DD5B990BA8}"/>
          </ac:spMkLst>
        </pc:spChg>
        <pc:spChg chg="add mod">
          <ac:chgData name="横川 真美" userId="96ada2ef-5857-4dd3-85ae-6d384a6603bc" providerId="ADAL" clId="{62A0484B-C74C-204D-B6BE-21EC3D6A5B78}" dt="2021-01-13T05:55:56.587" v="7790" actId="1076"/>
          <ac:spMkLst>
            <pc:docMk/>
            <pc:sldMk cId="4191807022" sldId="306"/>
            <ac:spMk id="5" creationId="{9F7EFC75-E63B-E047-9694-6502F0BA50B2}"/>
          </ac:spMkLst>
        </pc:spChg>
        <pc:spChg chg="add del mod">
          <ac:chgData name="横川 真美" userId="96ada2ef-5857-4dd3-85ae-6d384a6603bc" providerId="ADAL" clId="{62A0484B-C74C-204D-B6BE-21EC3D6A5B78}" dt="2021-01-13T05:57:55.920" v="7847" actId="478"/>
          <ac:spMkLst>
            <pc:docMk/>
            <pc:sldMk cId="4191807022" sldId="306"/>
            <ac:spMk id="6" creationId="{1C967593-C136-CD4A-A180-B9BB9C58467B}"/>
          </ac:spMkLst>
        </pc:spChg>
        <pc:spChg chg="add mod">
          <ac:chgData name="横川 真美" userId="96ada2ef-5857-4dd3-85ae-6d384a6603bc" providerId="ADAL" clId="{62A0484B-C74C-204D-B6BE-21EC3D6A5B78}" dt="2021-01-13T05:59:00.398" v="7868" actId="14100"/>
          <ac:spMkLst>
            <pc:docMk/>
            <pc:sldMk cId="4191807022" sldId="306"/>
            <ac:spMk id="7" creationId="{601BBB94-F442-2747-8640-DDF6F9C8B1A8}"/>
          </ac:spMkLst>
        </pc:spChg>
        <pc:spChg chg="add mod">
          <ac:chgData name="横川 真美" userId="96ada2ef-5857-4dd3-85ae-6d384a6603bc" providerId="ADAL" clId="{62A0484B-C74C-204D-B6BE-21EC3D6A5B78}" dt="2021-01-13T05:58:57.736" v="7867" actId="1076"/>
          <ac:spMkLst>
            <pc:docMk/>
            <pc:sldMk cId="4191807022" sldId="306"/>
            <ac:spMk id="8" creationId="{D95EB844-2D59-A64B-91B7-72C12BD0E717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6:37:37.892" v="8272" actId="20577"/>
        <pc:sldMkLst>
          <pc:docMk/>
          <pc:sldMk cId="2686291032" sldId="307"/>
        </pc:sldMkLst>
        <pc:spChg chg="del">
          <ac:chgData name="横川 真美" userId="96ada2ef-5857-4dd3-85ae-6d384a6603bc" providerId="ADAL" clId="{62A0484B-C74C-204D-B6BE-21EC3D6A5B78}" dt="2021-01-13T06:35:29.566" v="8194" actId="478"/>
          <ac:spMkLst>
            <pc:docMk/>
            <pc:sldMk cId="2686291032" sldId="307"/>
            <ac:spMk id="2" creationId="{C7DF40CC-4EDD-8040-AE11-79B6BD10ACC7}"/>
          </ac:spMkLst>
        </pc:spChg>
        <pc:spChg chg="mod">
          <ac:chgData name="横川 真美" userId="96ada2ef-5857-4dd3-85ae-6d384a6603bc" providerId="ADAL" clId="{62A0484B-C74C-204D-B6BE-21EC3D6A5B78}" dt="2021-01-13T06:34:25.035" v="8192" actId="20577"/>
          <ac:spMkLst>
            <pc:docMk/>
            <pc:sldMk cId="2686291032" sldId="307"/>
            <ac:spMk id="3" creationId="{B2DD9422-8FA5-8D4F-A340-E51084018180}"/>
          </ac:spMkLst>
        </pc:spChg>
        <pc:spChg chg="add del mod">
          <ac:chgData name="横川 真美" userId="96ada2ef-5857-4dd3-85ae-6d384a6603bc" providerId="ADAL" clId="{62A0484B-C74C-204D-B6BE-21EC3D6A5B78}" dt="2021-01-13T06:37:37.892" v="8272" actId="20577"/>
          <ac:spMkLst>
            <pc:docMk/>
            <pc:sldMk cId="2686291032" sldId="307"/>
            <ac:spMk id="5" creationId="{F0FCC5E6-0340-BD40-A19D-284552A29F23}"/>
          </ac:spMkLst>
        </pc:spChg>
        <pc:spChg chg="del">
          <ac:chgData name="横川 真美" userId="96ada2ef-5857-4dd3-85ae-6d384a6603bc" providerId="ADAL" clId="{62A0484B-C74C-204D-B6BE-21EC3D6A5B78}" dt="2021-01-13T04:20:39.191" v="7583" actId="478"/>
          <ac:spMkLst>
            <pc:docMk/>
            <pc:sldMk cId="2686291032" sldId="307"/>
            <ac:spMk id="6" creationId="{8134B1C9-98C7-A644-9F70-4313FDFC8B1A}"/>
          </ac:spMkLst>
        </pc:spChg>
        <pc:spChg chg="add del mod">
          <ac:chgData name="横川 真美" userId="96ada2ef-5857-4dd3-85ae-6d384a6603bc" providerId="ADAL" clId="{62A0484B-C74C-204D-B6BE-21EC3D6A5B78}" dt="2021-01-13T06:35:57.114" v="8199" actId="478"/>
          <ac:spMkLst>
            <pc:docMk/>
            <pc:sldMk cId="2686291032" sldId="307"/>
            <ac:spMk id="7" creationId="{B282A57D-C454-3943-8708-A2A5012A6201}"/>
          </ac:spMkLst>
        </pc:spChg>
        <pc:spChg chg="add mod">
          <ac:chgData name="横川 真美" userId="96ada2ef-5857-4dd3-85ae-6d384a6603bc" providerId="ADAL" clId="{62A0484B-C74C-204D-B6BE-21EC3D6A5B78}" dt="2021-01-13T06:35:30.144" v="8195"/>
          <ac:spMkLst>
            <pc:docMk/>
            <pc:sldMk cId="2686291032" sldId="307"/>
            <ac:spMk id="8" creationId="{DF3849F6-9153-3F4B-A244-CDA77A43B13A}"/>
          </ac:spMkLst>
        </pc:spChg>
        <pc:spChg chg="add mod">
          <ac:chgData name="横川 真美" userId="96ada2ef-5857-4dd3-85ae-6d384a6603bc" providerId="ADAL" clId="{62A0484B-C74C-204D-B6BE-21EC3D6A5B78}" dt="2021-01-13T06:35:30.144" v="8195"/>
          <ac:spMkLst>
            <pc:docMk/>
            <pc:sldMk cId="2686291032" sldId="307"/>
            <ac:spMk id="9" creationId="{30E7F8BE-E6D5-C34B-BEA8-1E440E40F4FC}"/>
          </ac:spMkLst>
        </pc:spChg>
        <pc:spChg chg="add mod">
          <ac:chgData name="横川 真美" userId="96ada2ef-5857-4dd3-85ae-6d384a6603bc" providerId="ADAL" clId="{62A0484B-C74C-204D-B6BE-21EC3D6A5B78}" dt="2021-01-13T06:35:30.144" v="8195"/>
          <ac:spMkLst>
            <pc:docMk/>
            <pc:sldMk cId="2686291032" sldId="307"/>
            <ac:spMk id="10" creationId="{33A6ADAE-CA46-824E-ABFB-6D14F5E9627B}"/>
          </ac:spMkLst>
        </pc:spChg>
      </pc:sldChg>
      <pc:sldChg chg="addSp delSp modSp mod">
        <pc:chgData name="横川 真美" userId="96ada2ef-5857-4dd3-85ae-6d384a6603bc" providerId="ADAL" clId="{62A0484B-C74C-204D-B6BE-21EC3D6A5B78}" dt="2021-01-14T01:00:51.214" v="9433" actId="1076"/>
        <pc:sldMkLst>
          <pc:docMk/>
          <pc:sldMk cId="278828678" sldId="308"/>
        </pc:sldMkLst>
        <pc:spChg chg="del">
          <ac:chgData name="横川 真美" userId="96ada2ef-5857-4dd3-85ae-6d384a6603bc" providerId="ADAL" clId="{62A0484B-C74C-204D-B6BE-21EC3D6A5B78}" dt="2021-01-13T04:20:15.919" v="7577" actId="478"/>
          <ac:spMkLst>
            <pc:docMk/>
            <pc:sldMk cId="278828678" sldId="308"/>
            <ac:spMk id="4" creationId="{44C1F1B9-9758-1640-999B-B5C35AD3F359}"/>
          </ac:spMkLst>
        </pc:spChg>
        <pc:spChg chg="add mod">
          <ac:chgData name="横川 真美" userId="96ada2ef-5857-4dd3-85ae-6d384a6603bc" providerId="ADAL" clId="{62A0484B-C74C-204D-B6BE-21EC3D6A5B78}" dt="2021-01-13T05:51:36.466" v="7653" actId="1076"/>
          <ac:spMkLst>
            <pc:docMk/>
            <pc:sldMk cId="278828678" sldId="308"/>
            <ac:spMk id="5" creationId="{CABA3CA1-FCA7-2142-88DC-7733E493DBEC}"/>
          </ac:spMkLst>
        </pc:spChg>
        <pc:spChg chg="del">
          <ac:chgData name="横川 真美" userId="96ada2ef-5857-4dd3-85ae-6d384a6603bc" providerId="ADAL" clId="{62A0484B-C74C-204D-B6BE-21EC3D6A5B78}" dt="2021-01-13T05:51:44.005" v="7657" actId="478"/>
          <ac:spMkLst>
            <pc:docMk/>
            <pc:sldMk cId="278828678" sldId="308"/>
            <ac:spMk id="8" creationId="{585BFDF6-AC57-2645-8916-304ACF09860B}"/>
          </ac:spMkLst>
        </pc:spChg>
        <pc:spChg chg="add mod">
          <ac:chgData name="横川 真美" userId="96ada2ef-5857-4dd3-85ae-6d384a6603bc" providerId="ADAL" clId="{62A0484B-C74C-204D-B6BE-21EC3D6A5B78}" dt="2021-01-13T05:52:41.112" v="7679" actId="20577"/>
          <ac:spMkLst>
            <pc:docMk/>
            <pc:sldMk cId="278828678" sldId="308"/>
            <ac:spMk id="10" creationId="{FD42A600-AD8E-324A-936C-F2862822A312}"/>
          </ac:spMkLst>
        </pc:spChg>
        <pc:spChg chg="del mod">
          <ac:chgData name="横川 真美" userId="96ada2ef-5857-4dd3-85ae-6d384a6603bc" providerId="ADAL" clId="{62A0484B-C74C-204D-B6BE-21EC3D6A5B78}" dt="2021-01-13T05:51:14.185" v="7645" actId="478"/>
          <ac:spMkLst>
            <pc:docMk/>
            <pc:sldMk cId="278828678" sldId="308"/>
            <ac:spMk id="11" creationId="{6C0C0A87-63C4-DD47-99F4-FE5EE7EDF45E}"/>
          </ac:spMkLst>
        </pc:spChg>
        <pc:picChg chg="add mod">
          <ac:chgData name="横川 真美" userId="96ada2ef-5857-4dd3-85ae-6d384a6603bc" providerId="ADAL" clId="{62A0484B-C74C-204D-B6BE-21EC3D6A5B78}" dt="2021-01-14T01:00:51.214" v="9433" actId="1076"/>
          <ac:picMkLst>
            <pc:docMk/>
            <pc:sldMk cId="278828678" sldId="308"/>
            <ac:picMk id="6" creationId="{FB7956AD-8C79-0D48-A09E-429B9946F8D4}"/>
          </ac:picMkLst>
        </pc:picChg>
        <pc:picChg chg="del mod">
          <ac:chgData name="横川 真美" userId="96ada2ef-5857-4dd3-85ae-6d384a6603bc" providerId="ADAL" clId="{62A0484B-C74C-204D-B6BE-21EC3D6A5B78}" dt="2021-01-14T01:00:42.269" v="9430" actId="478"/>
          <ac:picMkLst>
            <pc:docMk/>
            <pc:sldMk cId="278828678" sldId="308"/>
            <ac:picMk id="7" creationId="{6946B90E-1DBC-8D41-BF0D-1B28600AC2D0}"/>
          </ac:picMkLst>
        </pc:picChg>
      </pc:sldChg>
      <pc:sldChg chg="addSp delSp modSp mod">
        <pc:chgData name="横川 真美" userId="96ada2ef-5857-4dd3-85ae-6d384a6603bc" providerId="ADAL" clId="{62A0484B-C74C-204D-B6BE-21EC3D6A5B78}" dt="2021-01-13T06:12:29.811" v="8075" actId="1076"/>
        <pc:sldMkLst>
          <pc:docMk/>
          <pc:sldMk cId="4020718689" sldId="309"/>
        </pc:sldMkLst>
        <pc:spChg chg="mod">
          <ac:chgData name="横川 真美" userId="96ada2ef-5857-4dd3-85ae-6d384a6603bc" providerId="ADAL" clId="{62A0484B-C74C-204D-B6BE-21EC3D6A5B78}" dt="2021-01-13T06:11:48.833" v="8061" actId="20577"/>
          <ac:spMkLst>
            <pc:docMk/>
            <pc:sldMk cId="4020718689" sldId="309"/>
            <ac:spMk id="2" creationId="{E42DE005-52B1-F740-A878-350B3EAF808A}"/>
          </ac:spMkLst>
        </pc:spChg>
        <pc:spChg chg="mod">
          <ac:chgData name="横川 真美" userId="96ada2ef-5857-4dd3-85ae-6d384a6603bc" providerId="ADAL" clId="{62A0484B-C74C-204D-B6BE-21EC3D6A5B78}" dt="2021-01-13T06:09:53.398" v="8047" actId="14100"/>
          <ac:spMkLst>
            <pc:docMk/>
            <pc:sldMk cId="4020718689" sldId="309"/>
            <ac:spMk id="4" creationId="{AAB1C678-6A99-4242-9962-198BDB7A83E7}"/>
          </ac:spMkLst>
        </pc:spChg>
        <pc:spChg chg="del">
          <ac:chgData name="横川 真美" userId="96ada2ef-5857-4dd3-85ae-6d384a6603bc" providerId="ADAL" clId="{62A0484B-C74C-204D-B6BE-21EC3D6A5B78}" dt="2021-01-13T04:20:28.870" v="7581" actId="478"/>
          <ac:spMkLst>
            <pc:docMk/>
            <pc:sldMk cId="4020718689" sldId="309"/>
            <ac:spMk id="6" creationId="{02322E8A-D70B-824D-8EAE-96A3CCD65C49}"/>
          </ac:spMkLst>
        </pc:spChg>
        <pc:spChg chg="add mod">
          <ac:chgData name="横川 真美" userId="96ada2ef-5857-4dd3-85ae-6d384a6603bc" providerId="ADAL" clId="{62A0484B-C74C-204D-B6BE-21EC3D6A5B78}" dt="2021-01-13T06:12:29.811" v="8075" actId="1076"/>
          <ac:spMkLst>
            <pc:docMk/>
            <pc:sldMk cId="4020718689" sldId="309"/>
            <ac:spMk id="7" creationId="{ECF25589-38FA-084C-B556-1C2CD896BEB2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9:23:40.028" v="9340" actId="1076"/>
        <pc:sldMkLst>
          <pc:docMk/>
          <pc:sldMk cId="2523093898" sldId="310"/>
        </pc:sldMkLst>
        <pc:spChg chg="mod">
          <ac:chgData name="横川 真美" userId="96ada2ef-5857-4dd3-85ae-6d384a6603bc" providerId="ADAL" clId="{62A0484B-C74C-204D-B6BE-21EC3D6A5B78}" dt="2021-01-13T09:23:37.291" v="9339" actId="404"/>
          <ac:spMkLst>
            <pc:docMk/>
            <pc:sldMk cId="2523093898" sldId="310"/>
            <ac:spMk id="2" creationId="{E6EE66BC-C82F-1740-93BE-73034E275737}"/>
          </ac:spMkLst>
        </pc:spChg>
        <pc:spChg chg="mod">
          <ac:chgData name="横川 真美" userId="96ada2ef-5857-4dd3-85ae-6d384a6603bc" providerId="ADAL" clId="{62A0484B-C74C-204D-B6BE-21EC3D6A5B78}" dt="2021-01-13T04:16:34.390" v="7542"/>
          <ac:spMkLst>
            <pc:docMk/>
            <pc:sldMk cId="2523093898" sldId="310"/>
            <ac:spMk id="3" creationId="{F0936020-2645-F64A-A1B9-496E36A4179D}"/>
          </ac:spMkLst>
        </pc:spChg>
        <pc:spChg chg="del mod">
          <ac:chgData name="横川 真美" userId="96ada2ef-5857-4dd3-85ae-6d384a6603bc" providerId="ADAL" clId="{62A0484B-C74C-204D-B6BE-21EC3D6A5B78}" dt="2021-01-12T09:16:00.198" v="3721" actId="478"/>
          <ac:spMkLst>
            <pc:docMk/>
            <pc:sldMk cId="2523093898" sldId="310"/>
            <ac:spMk id="4" creationId="{7D7B188D-6B56-AB43-A91A-A9731D820194}"/>
          </ac:spMkLst>
        </pc:spChg>
        <pc:spChg chg="add del mod">
          <ac:chgData name="横川 真美" userId="96ada2ef-5857-4dd3-85ae-6d384a6603bc" providerId="ADAL" clId="{62A0484B-C74C-204D-B6BE-21EC3D6A5B78}" dt="2021-01-13T02:03:24.838" v="5876" actId="478"/>
          <ac:spMkLst>
            <pc:docMk/>
            <pc:sldMk cId="2523093898" sldId="310"/>
            <ac:spMk id="4" creationId="{DE576AFC-B3EB-2D41-8064-D0106B466BD2}"/>
          </ac:spMkLst>
        </pc:spChg>
        <pc:spChg chg="add mod">
          <ac:chgData name="横川 真美" userId="96ada2ef-5857-4dd3-85ae-6d384a6603bc" providerId="ADAL" clId="{62A0484B-C74C-204D-B6BE-21EC3D6A5B78}" dt="2021-01-13T09:23:40.028" v="9340" actId="1076"/>
          <ac:spMkLst>
            <pc:docMk/>
            <pc:sldMk cId="2523093898" sldId="310"/>
            <ac:spMk id="5" creationId="{80C4E3A0-4ED2-5A49-95D3-74E060A496A9}"/>
          </ac:spMkLst>
        </pc:spChg>
      </pc:sldChg>
      <pc:sldChg chg="addSp delSp modSp mod ord">
        <pc:chgData name="横川 真美" userId="96ada2ef-5857-4dd3-85ae-6d384a6603bc" providerId="ADAL" clId="{62A0484B-C74C-204D-B6BE-21EC3D6A5B78}" dt="2021-01-13T09:23:53.440" v="9344" actId="1076"/>
        <pc:sldMkLst>
          <pc:docMk/>
          <pc:sldMk cId="3144779119" sldId="311"/>
        </pc:sldMkLst>
        <pc:spChg chg="mod">
          <ac:chgData name="横川 真美" userId="96ada2ef-5857-4dd3-85ae-6d384a6603bc" providerId="ADAL" clId="{62A0484B-C74C-204D-B6BE-21EC3D6A5B78}" dt="2021-01-13T09:23:45.654" v="9341" actId="404"/>
          <ac:spMkLst>
            <pc:docMk/>
            <pc:sldMk cId="3144779119" sldId="311"/>
            <ac:spMk id="2" creationId="{ECD7BB2B-4064-BE49-992C-731495787EB5}"/>
          </ac:spMkLst>
        </pc:spChg>
        <pc:spChg chg="mod">
          <ac:chgData name="横川 真美" userId="96ada2ef-5857-4dd3-85ae-6d384a6603bc" providerId="ADAL" clId="{62A0484B-C74C-204D-B6BE-21EC3D6A5B78}" dt="2021-01-13T04:16:52.491" v="7547"/>
          <ac:spMkLst>
            <pc:docMk/>
            <pc:sldMk cId="3144779119" sldId="311"/>
            <ac:spMk id="3" creationId="{580C42F6-4659-D34F-A111-8090F0BEB79C}"/>
          </ac:spMkLst>
        </pc:spChg>
        <pc:spChg chg="add del mod">
          <ac:chgData name="横川 真美" userId="96ada2ef-5857-4dd3-85ae-6d384a6603bc" providerId="ADAL" clId="{62A0484B-C74C-204D-B6BE-21EC3D6A5B78}" dt="2021-01-13T05:40:34.599" v="7611" actId="478"/>
          <ac:spMkLst>
            <pc:docMk/>
            <pc:sldMk cId="3144779119" sldId="311"/>
            <ac:spMk id="4" creationId="{3A23FA19-1112-5C4B-968C-EE58110EB19E}"/>
          </ac:spMkLst>
        </pc:spChg>
        <pc:spChg chg="add mod">
          <ac:chgData name="横川 真美" userId="96ada2ef-5857-4dd3-85ae-6d384a6603bc" providerId="ADAL" clId="{62A0484B-C74C-204D-B6BE-21EC3D6A5B78}" dt="2021-01-13T09:23:53.440" v="9344" actId="1076"/>
          <ac:spMkLst>
            <pc:docMk/>
            <pc:sldMk cId="3144779119" sldId="311"/>
            <ac:spMk id="5" creationId="{BF8019B1-146D-C841-9531-27769DFBC755}"/>
          </ac:spMkLst>
        </pc:spChg>
      </pc:sldChg>
      <pc:sldChg chg="modSp">
        <pc:chgData name="横川 真美" userId="96ada2ef-5857-4dd3-85ae-6d384a6603bc" providerId="ADAL" clId="{62A0484B-C74C-204D-B6BE-21EC3D6A5B78}" dt="2021-01-13T02:08:20.403" v="5936"/>
        <pc:sldMkLst>
          <pc:docMk/>
          <pc:sldMk cId="2702420798" sldId="312"/>
        </pc:sldMkLst>
        <pc:spChg chg="mod">
          <ac:chgData name="横川 真美" userId="96ada2ef-5857-4dd3-85ae-6d384a6603bc" providerId="ADAL" clId="{62A0484B-C74C-204D-B6BE-21EC3D6A5B78}" dt="2021-01-13T02:08:20.403" v="5936"/>
          <ac:spMkLst>
            <pc:docMk/>
            <pc:sldMk cId="2702420798" sldId="312"/>
            <ac:spMk id="3" creationId="{A8A703BC-A3DC-EF46-91FF-E980D92F3986}"/>
          </ac:spMkLst>
        </pc:spChg>
      </pc:sldChg>
      <pc:sldChg chg="modSp mod">
        <pc:chgData name="横川 真美" userId="96ada2ef-5857-4dd3-85ae-6d384a6603bc" providerId="ADAL" clId="{62A0484B-C74C-204D-B6BE-21EC3D6A5B78}" dt="2021-01-13T04:12:38.917" v="7514" actId="20577"/>
        <pc:sldMkLst>
          <pc:docMk/>
          <pc:sldMk cId="3799761764" sldId="313"/>
        </pc:sldMkLst>
        <pc:spChg chg="mod">
          <ac:chgData name="横川 真美" userId="96ada2ef-5857-4dd3-85ae-6d384a6603bc" providerId="ADAL" clId="{62A0484B-C74C-204D-B6BE-21EC3D6A5B78}" dt="2021-01-13T04:12:38.917" v="7514" actId="20577"/>
          <ac:spMkLst>
            <pc:docMk/>
            <pc:sldMk cId="3799761764" sldId="313"/>
            <ac:spMk id="2" creationId="{FC17759C-AB4A-BA48-A984-D8E16768C311}"/>
          </ac:spMkLst>
        </pc:spChg>
        <pc:spChg chg="mod">
          <ac:chgData name="横川 真美" userId="96ada2ef-5857-4dd3-85ae-6d384a6603bc" providerId="ADAL" clId="{62A0484B-C74C-204D-B6BE-21EC3D6A5B78}" dt="2021-01-12T08:01:13.857" v="902" actId="20577"/>
          <ac:spMkLst>
            <pc:docMk/>
            <pc:sldMk cId="3799761764" sldId="313"/>
            <ac:spMk id="3" creationId="{2D4F2180-D886-E044-8CC9-E25C5F53CA00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6:10:15.781" v="8050" actId="208"/>
        <pc:sldMkLst>
          <pc:docMk/>
          <pc:sldMk cId="3909136622" sldId="314"/>
        </pc:sldMkLst>
        <pc:spChg chg="mod">
          <ac:chgData name="横川 真美" userId="96ada2ef-5857-4dd3-85ae-6d384a6603bc" providerId="ADAL" clId="{62A0484B-C74C-204D-B6BE-21EC3D6A5B78}" dt="2021-01-12T09:15:22.080" v="3717" actId="20577"/>
          <ac:spMkLst>
            <pc:docMk/>
            <pc:sldMk cId="3909136622" sldId="314"/>
            <ac:spMk id="2" creationId="{5CAF33BE-8EF0-7847-94CE-80A55372AA75}"/>
          </ac:spMkLst>
        </pc:spChg>
        <pc:spChg chg="mod">
          <ac:chgData name="横川 真美" userId="96ada2ef-5857-4dd3-85ae-6d384a6603bc" providerId="ADAL" clId="{62A0484B-C74C-204D-B6BE-21EC3D6A5B78}" dt="2021-01-12T08:35:19.712" v="2872" actId="20577"/>
          <ac:spMkLst>
            <pc:docMk/>
            <pc:sldMk cId="3909136622" sldId="314"/>
            <ac:spMk id="3" creationId="{84146B61-474B-CA46-8435-46D64061806C}"/>
          </ac:spMkLst>
        </pc:spChg>
        <pc:spChg chg="del">
          <ac:chgData name="横川 真美" userId="96ada2ef-5857-4dd3-85ae-6d384a6603bc" providerId="ADAL" clId="{62A0484B-C74C-204D-B6BE-21EC3D6A5B78}" dt="2021-01-13T06:01:25.473" v="7930" actId="478"/>
          <ac:spMkLst>
            <pc:docMk/>
            <pc:sldMk cId="3909136622" sldId="314"/>
            <ac:spMk id="4" creationId="{9168A4DE-7F74-7145-8E58-BFF16C3381AD}"/>
          </ac:spMkLst>
        </pc:spChg>
        <pc:spChg chg="add mod">
          <ac:chgData name="横川 真美" userId="96ada2ef-5857-4dd3-85ae-6d384a6603bc" providerId="ADAL" clId="{62A0484B-C74C-204D-B6BE-21EC3D6A5B78}" dt="2021-01-13T06:10:15.781" v="8050" actId="208"/>
          <ac:spMkLst>
            <pc:docMk/>
            <pc:sldMk cId="3909136622" sldId="314"/>
            <ac:spMk id="5" creationId="{366A3B13-F357-FC4F-BD64-91728D687554}"/>
          </ac:spMkLst>
        </pc:spChg>
      </pc:sldChg>
      <pc:sldChg chg="del">
        <pc:chgData name="横川 真美" userId="96ada2ef-5857-4dd3-85ae-6d384a6603bc" providerId="ADAL" clId="{62A0484B-C74C-204D-B6BE-21EC3D6A5B78}" dt="2021-01-12T08:37:31.401" v="2953" actId="2696"/>
        <pc:sldMkLst>
          <pc:docMk/>
          <pc:sldMk cId="2321962957" sldId="315"/>
        </pc:sldMkLst>
      </pc:sldChg>
      <pc:sldChg chg="addSp delSp modSp mod">
        <pc:chgData name="横川 真美" userId="96ada2ef-5857-4dd3-85ae-6d384a6603bc" providerId="ADAL" clId="{62A0484B-C74C-204D-B6BE-21EC3D6A5B78}" dt="2021-01-13T04:21:26.807" v="7590" actId="478"/>
        <pc:sldMkLst>
          <pc:docMk/>
          <pc:sldMk cId="3833547078" sldId="316"/>
        </pc:sldMkLst>
        <pc:spChg chg="mod">
          <ac:chgData name="横川 真美" userId="96ada2ef-5857-4dd3-85ae-6d384a6603bc" providerId="ADAL" clId="{62A0484B-C74C-204D-B6BE-21EC3D6A5B78}" dt="2021-01-13T02:10:25.695" v="5975" actId="20577"/>
          <ac:spMkLst>
            <pc:docMk/>
            <pc:sldMk cId="3833547078" sldId="316"/>
            <ac:spMk id="2" creationId="{C0EA8435-4797-CD46-85EA-C02A639FA06A}"/>
          </ac:spMkLst>
        </pc:spChg>
        <pc:spChg chg="mod">
          <ac:chgData name="横川 真美" userId="96ada2ef-5857-4dd3-85ae-6d384a6603bc" providerId="ADAL" clId="{62A0484B-C74C-204D-B6BE-21EC3D6A5B78}" dt="2021-01-13T02:10:15.494" v="5972"/>
          <ac:spMkLst>
            <pc:docMk/>
            <pc:sldMk cId="3833547078" sldId="316"/>
            <ac:spMk id="3" creationId="{29CE4AB5-ED66-9A46-87EC-6A644329CF3A}"/>
          </ac:spMkLst>
        </pc:spChg>
        <pc:spChg chg="add del mod">
          <ac:chgData name="横川 真美" userId="96ada2ef-5857-4dd3-85ae-6d384a6603bc" providerId="ADAL" clId="{62A0484B-C74C-204D-B6BE-21EC3D6A5B78}" dt="2021-01-13T04:21:26.807" v="7590" actId="478"/>
          <ac:spMkLst>
            <pc:docMk/>
            <pc:sldMk cId="3833547078" sldId="316"/>
            <ac:spMk id="4" creationId="{2D55311B-DE87-2943-ACCD-4DC18232DEC9}"/>
          </ac:spMkLst>
        </pc:spChg>
        <pc:spChg chg="add del mod">
          <ac:chgData name="横川 真美" userId="96ada2ef-5857-4dd3-85ae-6d384a6603bc" providerId="ADAL" clId="{62A0484B-C74C-204D-B6BE-21EC3D6A5B78}" dt="2021-01-13T04:21:26.807" v="7590" actId="478"/>
          <ac:spMkLst>
            <pc:docMk/>
            <pc:sldMk cId="3833547078" sldId="316"/>
            <ac:spMk id="5" creationId="{190F3F76-B7AA-2A4F-B571-7FB94ADB6D13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4:21:51.604" v="7594" actId="478"/>
        <pc:sldMkLst>
          <pc:docMk/>
          <pc:sldMk cId="3497290868" sldId="317"/>
        </pc:sldMkLst>
        <pc:spChg chg="mod">
          <ac:chgData name="横川 真美" userId="96ada2ef-5857-4dd3-85ae-6d384a6603bc" providerId="ADAL" clId="{62A0484B-C74C-204D-B6BE-21EC3D6A5B78}" dt="2021-01-12T08:42:18.868" v="2955"/>
          <ac:spMkLst>
            <pc:docMk/>
            <pc:sldMk cId="3497290868" sldId="317"/>
            <ac:spMk id="2" creationId="{6C1D2F71-9753-D54F-A273-C512010F5EA6}"/>
          </ac:spMkLst>
        </pc:spChg>
        <pc:spChg chg="mod">
          <ac:chgData name="横川 真美" userId="96ada2ef-5857-4dd3-85ae-6d384a6603bc" providerId="ADAL" clId="{62A0484B-C74C-204D-B6BE-21EC3D6A5B78}" dt="2021-01-13T02:56:11.934" v="7133"/>
          <ac:spMkLst>
            <pc:docMk/>
            <pc:sldMk cId="3497290868" sldId="317"/>
            <ac:spMk id="3" creationId="{945C2FE4-C15E-B943-8FC8-96ECFA857159}"/>
          </ac:spMkLst>
        </pc:spChg>
        <pc:spChg chg="add del mod">
          <ac:chgData name="横川 真美" userId="96ada2ef-5857-4dd3-85ae-6d384a6603bc" providerId="ADAL" clId="{62A0484B-C74C-204D-B6BE-21EC3D6A5B78}" dt="2021-01-13T04:21:51.604" v="7594" actId="478"/>
          <ac:spMkLst>
            <pc:docMk/>
            <pc:sldMk cId="3497290868" sldId="317"/>
            <ac:spMk id="4" creationId="{1FC1C326-3911-C145-8999-D8C2B0371F2C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4:21:42.393" v="7592" actId="478"/>
        <pc:sldMkLst>
          <pc:docMk/>
          <pc:sldMk cId="3433130697" sldId="318"/>
        </pc:sldMkLst>
        <pc:spChg chg="mod">
          <ac:chgData name="横川 真美" userId="96ada2ef-5857-4dd3-85ae-6d384a6603bc" providerId="ADAL" clId="{62A0484B-C74C-204D-B6BE-21EC3D6A5B78}" dt="2021-01-12T08:46:26.624" v="3129" actId="20577"/>
          <ac:spMkLst>
            <pc:docMk/>
            <pc:sldMk cId="3433130697" sldId="318"/>
            <ac:spMk id="2" creationId="{F4A3D459-5F71-F34F-84D4-1205A666A1A2}"/>
          </ac:spMkLst>
        </pc:spChg>
        <pc:spChg chg="mod">
          <ac:chgData name="横川 真美" userId="96ada2ef-5857-4dd3-85ae-6d384a6603bc" providerId="ADAL" clId="{62A0484B-C74C-204D-B6BE-21EC3D6A5B78}" dt="2021-01-13T02:55:27.714" v="7086" actId="20577"/>
          <ac:spMkLst>
            <pc:docMk/>
            <pc:sldMk cId="3433130697" sldId="318"/>
            <ac:spMk id="3" creationId="{95A7BBEC-A6A4-784D-B922-703844A7DAB0}"/>
          </ac:spMkLst>
        </pc:spChg>
        <pc:spChg chg="add del mod">
          <ac:chgData name="横川 真美" userId="96ada2ef-5857-4dd3-85ae-6d384a6603bc" providerId="ADAL" clId="{62A0484B-C74C-204D-B6BE-21EC3D6A5B78}" dt="2021-01-12T08:46:41.196" v="3131" actId="478"/>
          <ac:spMkLst>
            <pc:docMk/>
            <pc:sldMk cId="3433130697" sldId="318"/>
            <ac:spMk id="4" creationId="{E7318930-5C12-3046-B5C8-5080C6EB261E}"/>
          </ac:spMkLst>
        </pc:spChg>
        <pc:spChg chg="add del mod">
          <ac:chgData name="横川 真美" userId="96ada2ef-5857-4dd3-85ae-6d384a6603bc" providerId="ADAL" clId="{62A0484B-C74C-204D-B6BE-21EC3D6A5B78}" dt="2021-01-13T04:21:42.393" v="7592" actId="478"/>
          <ac:spMkLst>
            <pc:docMk/>
            <pc:sldMk cId="3433130697" sldId="318"/>
            <ac:spMk id="5" creationId="{010CD1B3-CA86-5B4B-A1BE-843F6DBD5994}"/>
          </ac:spMkLst>
        </pc:spChg>
      </pc:sldChg>
      <pc:sldChg chg="addSp delSp modSp mod">
        <pc:chgData name="横川 真美" userId="96ada2ef-5857-4dd3-85ae-6d384a6603bc" providerId="ADAL" clId="{62A0484B-C74C-204D-B6BE-21EC3D6A5B78}" dt="2021-01-13T08:48:50.033" v="9255" actId="1076"/>
        <pc:sldMkLst>
          <pc:docMk/>
          <pc:sldMk cId="1908731638" sldId="319"/>
        </pc:sldMkLst>
        <pc:spChg chg="mod">
          <ac:chgData name="横川 真美" userId="96ada2ef-5857-4dd3-85ae-6d384a6603bc" providerId="ADAL" clId="{62A0484B-C74C-204D-B6BE-21EC3D6A5B78}" dt="2021-01-13T08:47:47.182" v="9240" actId="20577"/>
          <ac:spMkLst>
            <pc:docMk/>
            <pc:sldMk cId="1908731638" sldId="319"/>
            <ac:spMk id="2" creationId="{3A9B361D-FE4F-2249-B54E-9FA43689D181}"/>
          </ac:spMkLst>
        </pc:spChg>
        <pc:spChg chg="mod">
          <ac:chgData name="横川 真美" userId="96ada2ef-5857-4dd3-85ae-6d384a6603bc" providerId="ADAL" clId="{62A0484B-C74C-204D-B6BE-21EC3D6A5B78}" dt="2021-01-12T09:32:26.197" v="4649" actId="20577"/>
          <ac:spMkLst>
            <pc:docMk/>
            <pc:sldMk cId="1908731638" sldId="319"/>
            <ac:spMk id="3" creationId="{BD385858-7196-0949-B5FA-7D01DEAA2DA7}"/>
          </ac:spMkLst>
        </pc:spChg>
        <pc:spChg chg="mod">
          <ac:chgData name="横川 真美" userId="96ada2ef-5857-4dd3-85ae-6d384a6603bc" providerId="ADAL" clId="{62A0484B-C74C-204D-B6BE-21EC3D6A5B78}" dt="2021-01-12T09:24:34.315" v="4173" actId="1076"/>
          <ac:spMkLst>
            <pc:docMk/>
            <pc:sldMk cId="1908731638" sldId="319"/>
            <ac:spMk id="4" creationId="{844A2FFF-1E03-F244-B1DA-AE382AD97C99}"/>
          </ac:spMkLst>
        </pc:spChg>
        <pc:spChg chg="add mod">
          <ac:chgData name="横川 真美" userId="96ada2ef-5857-4dd3-85ae-6d384a6603bc" providerId="ADAL" clId="{62A0484B-C74C-204D-B6BE-21EC3D6A5B78}" dt="2021-01-13T08:43:27.933" v="9150" actId="1076"/>
          <ac:spMkLst>
            <pc:docMk/>
            <pc:sldMk cId="1908731638" sldId="319"/>
            <ac:spMk id="4" creationId="{DD67DCEC-8FF0-8849-8B06-658CE2A82B28}"/>
          </ac:spMkLst>
        </pc:spChg>
        <pc:spChg chg="add del mod">
          <ac:chgData name="横川 真美" userId="96ada2ef-5857-4dd3-85ae-6d384a6603bc" providerId="ADAL" clId="{62A0484B-C74C-204D-B6BE-21EC3D6A5B78}" dt="2021-01-13T08:46:47.389" v="9221" actId="478"/>
          <ac:spMkLst>
            <pc:docMk/>
            <pc:sldMk cId="1908731638" sldId="319"/>
            <ac:spMk id="5" creationId="{D2C78D98-9301-EC46-AB08-321B83F428B3}"/>
          </ac:spMkLst>
        </pc:spChg>
        <pc:spChg chg="add del mod">
          <ac:chgData name="横川 真美" userId="96ada2ef-5857-4dd3-85ae-6d384a6603bc" providerId="ADAL" clId="{62A0484B-C74C-204D-B6BE-21EC3D6A5B78}" dt="2021-01-13T08:46:34.665" v="9214"/>
          <ac:spMkLst>
            <pc:docMk/>
            <pc:sldMk cId="1908731638" sldId="319"/>
            <ac:spMk id="6" creationId="{7DC2EDAC-960A-B944-AE12-BDC2D7DCF290}"/>
          </ac:spMkLst>
        </pc:spChg>
        <pc:spChg chg="add mod">
          <ac:chgData name="横川 真美" userId="96ada2ef-5857-4dd3-85ae-6d384a6603bc" providerId="ADAL" clId="{62A0484B-C74C-204D-B6BE-21EC3D6A5B78}" dt="2021-01-13T08:48:50.033" v="9255" actId="1076"/>
          <ac:spMkLst>
            <pc:docMk/>
            <pc:sldMk cId="1908731638" sldId="319"/>
            <ac:spMk id="7" creationId="{78C7FD14-4A4A-A14F-BEB2-08865C8CBB81}"/>
          </ac:spMkLst>
        </pc:spChg>
        <pc:spChg chg="add mod">
          <ac:chgData name="横川 真美" userId="96ada2ef-5857-4dd3-85ae-6d384a6603bc" providerId="ADAL" clId="{62A0484B-C74C-204D-B6BE-21EC3D6A5B78}" dt="2021-01-13T08:48:02.845" v="9245" actId="1076"/>
          <ac:spMkLst>
            <pc:docMk/>
            <pc:sldMk cId="1908731638" sldId="319"/>
            <ac:spMk id="8" creationId="{5E7150B1-58ED-C342-9080-EFA2A4342663}"/>
          </ac:spMkLst>
        </pc:spChg>
      </pc:sldChg>
      <pc:sldChg chg="modSp add mod ord modShow">
        <pc:chgData name="横川 真美" userId="96ada2ef-5857-4dd3-85ae-6d384a6603bc" providerId="ADAL" clId="{62A0484B-C74C-204D-B6BE-21EC3D6A5B78}" dt="2021-01-13T07:12:17.043" v="8902" actId="729"/>
        <pc:sldMkLst>
          <pc:docMk/>
          <pc:sldMk cId="3217875921" sldId="320"/>
        </pc:sldMkLst>
        <pc:spChg chg="mod">
          <ac:chgData name="横川 真美" userId="96ada2ef-5857-4dd3-85ae-6d384a6603bc" providerId="ADAL" clId="{62A0484B-C74C-204D-B6BE-21EC3D6A5B78}" dt="2021-01-13T02:09:29.827" v="5963"/>
          <ac:spMkLst>
            <pc:docMk/>
            <pc:sldMk cId="3217875921" sldId="320"/>
            <ac:spMk id="2" creationId="{FC17759C-AB4A-BA48-A984-D8E16768C311}"/>
          </ac:spMkLst>
        </pc:spChg>
        <pc:spChg chg="mod">
          <ac:chgData name="横川 真美" userId="96ada2ef-5857-4dd3-85ae-6d384a6603bc" providerId="ADAL" clId="{62A0484B-C74C-204D-B6BE-21EC3D6A5B78}" dt="2021-01-13T07:05:40.794" v="8635" actId="20577"/>
          <ac:spMkLst>
            <pc:docMk/>
            <pc:sldMk cId="3217875921" sldId="320"/>
            <ac:spMk id="3" creationId="{2D4F2180-D886-E044-8CC9-E25C5F53CA00}"/>
          </ac:spMkLst>
        </pc:spChg>
      </pc:sldChg>
      <pc:sldChg chg="modSp new mod">
        <pc:chgData name="横川 真美" userId="96ada2ef-5857-4dd3-85ae-6d384a6603bc" providerId="ADAL" clId="{62A0484B-C74C-204D-B6BE-21EC3D6A5B78}" dt="2021-01-13T08:55:49.368" v="9329" actId="20577"/>
        <pc:sldMkLst>
          <pc:docMk/>
          <pc:sldMk cId="3408041699" sldId="321"/>
        </pc:sldMkLst>
        <pc:spChg chg="mod">
          <ac:chgData name="横川 真美" userId="96ada2ef-5857-4dd3-85ae-6d384a6603bc" providerId="ADAL" clId="{62A0484B-C74C-204D-B6BE-21EC3D6A5B78}" dt="2021-01-13T08:55:49.368" v="9329" actId="20577"/>
          <ac:spMkLst>
            <pc:docMk/>
            <pc:sldMk cId="3408041699" sldId="321"/>
            <ac:spMk id="2" creationId="{8B85FAF6-B9C5-8547-98B1-2175080BB020}"/>
          </ac:spMkLst>
        </pc:spChg>
        <pc:spChg chg="mod">
          <ac:chgData name="横川 真美" userId="96ada2ef-5857-4dd3-85ae-6d384a6603bc" providerId="ADAL" clId="{62A0484B-C74C-204D-B6BE-21EC3D6A5B78}" dt="2021-01-12T08:13:08.115" v="1640" actId="20577"/>
          <ac:spMkLst>
            <pc:docMk/>
            <pc:sldMk cId="3408041699" sldId="321"/>
            <ac:spMk id="3" creationId="{EEB639DB-2EA8-814C-B34E-1451FD8D18AE}"/>
          </ac:spMkLst>
        </pc:spChg>
      </pc:sldChg>
      <pc:sldChg chg="addSp modSp add mod ord">
        <pc:chgData name="横川 真美" userId="96ada2ef-5857-4dd3-85ae-6d384a6603bc" providerId="ADAL" clId="{62A0484B-C74C-204D-B6BE-21EC3D6A5B78}" dt="2021-01-13T06:16:03.636" v="8126" actId="1076"/>
        <pc:sldMkLst>
          <pc:docMk/>
          <pc:sldMk cId="284837070" sldId="322"/>
        </pc:sldMkLst>
        <pc:spChg chg="mod">
          <ac:chgData name="横川 真美" userId="96ada2ef-5857-4dd3-85ae-6d384a6603bc" providerId="ADAL" clId="{62A0484B-C74C-204D-B6BE-21EC3D6A5B78}" dt="2021-01-13T06:15:44.249" v="8120" actId="20577"/>
          <ac:spMkLst>
            <pc:docMk/>
            <pc:sldMk cId="284837070" sldId="322"/>
            <ac:spMk id="2" creationId="{5CAF33BE-8EF0-7847-94CE-80A55372AA75}"/>
          </ac:spMkLst>
        </pc:spChg>
        <pc:spChg chg="mod">
          <ac:chgData name="横川 真美" userId="96ada2ef-5857-4dd3-85ae-6d384a6603bc" providerId="ADAL" clId="{62A0484B-C74C-204D-B6BE-21EC3D6A5B78}" dt="2021-01-12T08:36:42.177" v="2951" actId="20577"/>
          <ac:spMkLst>
            <pc:docMk/>
            <pc:sldMk cId="284837070" sldId="322"/>
            <ac:spMk id="3" creationId="{84146B61-474B-CA46-8435-46D64061806C}"/>
          </ac:spMkLst>
        </pc:spChg>
        <pc:spChg chg="mod">
          <ac:chgData name="横川 真美" userId="96ada2ef-5857-4dd3-85ae-6d384a6603bc" providerId="ADAL" clId="{62A0484B-C74C-204D-B6BE-21EC3D6A5B78}" dt="2021-01-13T06:16:03.636" v="8126" actId="1076"/>
          <ac:spMkLst>
            <pc:docMk/>
            <pc:sldMk cId="284837070" sldId="322"/>
            <ac:spMk id="4" creationId="{928877D5-9A71-7549-A8F8-B7C50DA840BE}"/>
          </ac:spMkLst>
        </pc:spChg>
        <pc:spChg chg="add mod">
          <ac:chgData name="横川 真美" userId="96ada2ef-5857-4dd3-85ae-6d384a6603bc" providerId="ADAL" clId="{62A0484B-C74C-204D-B6BE-21EC3D6A5B78}" dt="2021-01-13T06:15:55.016" v="8125" actId="1076"/>
          <ac:spMkLst>
            <pc:docMk/>
            <pc:sldMk cId="284837070" sldId="322"/>
            <ac:spMk id="5" creationId="{037ADAB6-851C-DE4D-BC5A-FAD17206A6BD}"/>
          </ac:spMkLst>
        </pc:spChg>
      </pc:sldChg>
      <pc:sldChg chg="delSp modSp add mod">
        <pc:chgData name="横川 真美" userId="96ada2ef-5857-4dd3-85ae-6d384a6603bc" providerId="ADAL" clId="{62A0484B-C74C-204D-B6BE-21EC3D6A5B78}" dt="2021-01-12T09:32:54.644" v="4675" actId="114"/>
        <pc:sldMkLst>
          <pc:docMk/>
          <pc:sldMk cId="1230255871" sldId="323"/>
        </pc:sldMkLst>
        <pc:spChg chg="mod">
          <ac:chgData name="横川 真美" userId="96ada2ef-5857-4dd3-85ae-6d384a6603bc" providerId="ADAL" clId="{62A0484B-C74C-204D-B6BE-21EC3D6A5B78}" dt="2021-01-12T09:32:54.644" v="4675" actId="114"/>
          <ac:spMkLst>
            <pc:docMk/>
            <pc:sldMk cId="1230255871" sldId="323"/>
            <ac:spMk id="2" creationId="{3A9B361D-FE4F-2249-B54E-9FA43689D181}"/>
          </ac:spMkLst>
        </pc:spChg>
        <pc:spChg chg="mod">
          <ac:chgData name="横川 真美" userId="96ada2ef-5857-4dd3-85ae-6d384a6603bc" providerId="ADAL" clId="{62A0484B-C74C-204D-B6BE-21EC3D6A5B78}" dt="2021-01-12T09:32:29.857" v="4651" actId="20577"/>
          <ac:spMkLst>
            <pc:docMk/>
            <pc:sldMk cId="1230255871" sldId="323"/>
            <ac:spMk id="3" creationId="{BD385858-7196-0949-B5FA-7D01DEAA2DA7}"/>
          </ac:spMkLst>
        </pc:spChg>
        <pc:spChg chg="del">
          <ac:chgData name="横川 真美" userId="96ada2ef-5857-4dd3-85ae-6d384a6603bc" providerId="ADAL" clId="{62A0484B-C74C-204D-B6BE-21EC3D6A5B78}" dt="2021-01-12T09:26:27.724" v="4352" actId="478"/>
          <ac:spMkLst>
            <pc:docMk/>
            <pc:sldMk cId="1230255871" sldId="323"/>
            <ac:spMk id="4" creationId="{844A2FFF-1E03-F244-B1DA-AE382AD97C99}"/>
          </ac:spMkLst>
        </pc:spChg>
      </pc:sldChg>
      <pc:sldChg chg="modSp mod">
        <pc:chgData name="横川 真美" userId="96ada2ef-5857-4dd3-85ae-6d384a6603bc" providerId="ADAL" clId="{62A0484B-C74C-204D-B6BE-21EC3D6A5B78}" dt="2021-01-13T06:00:57.210" v="7920" actId="1076"/>
        <pc:sldMkLst>
          <pc:docMk/>
          <pc:sldMk cId="2570184992" sldId="325"/>
        </pc:sldMkLst>
        <pc:spChg chg="mod">
          <ac:chgData name="横川 真美" userId="96ada2ef-5857-4dd3-85ae-6d384a6603bc" providerId="ADAL" clId="{62A0484B-C74C-204D-B6BE-21EC3D6A5B78}" dt="2021-01-13T02:09:20.602" v="5961" actId="113"/>
          <ac:spMkLst>
            <pc:docMk/>
            <pc:sldMk cId="2570184992" sldId="325"/>
            <ac:spMk id="2" creationId="{FC17759C-AB4A-BA48-A984-D8E16768C311}"/>
          </ac:spMkLst>
        </pc:spChg>
        <pc:spChg chg="mod">
          <ac:chgData name="横川 真美" userId="96ada2ef-5857-4dd3-85ae-6d384a6603bc" providerId="ADAL" clId="{62A0484B-C74C-204D-B6BE-21EC3D6A5B78}" dt="2021-01-13T02:45:28.825" v="6783"/>
          <ac:spMkLst>
            <pc:docMk/>
            <pc:sldMk cId="2570184992" sldId="325"/>
            <ac:spMk id="3" creationId="{2D4F2180-D886-E044-8CC9-E25C5F53CA00}"/>
          </ac:spMkLst>
        </pc:spChg>
        <pc:picChg chg="mod">
          <ac:chgData name="横川 真美" userId="96ada2ef-5857-4dd3-85ae-6d384a6603bc" providerId="ADAL" clId="{62A0484B-C74C-204D-B6BE-21EC3D6A5B78}" dt="2021-01-13T06:00:57.210" v="7920" actId="1076"/>
          <ac:picMkLst>
            <pc:docMk/>
            <pc:sldMk cId="2570184992" sldId="325"/>
            <ac:picMk id="4" creationId="{128F5998-889C-A04D-A7A1-B0B36B28031D}"/>
          </ac:picMkLst>
        </pc:picChg>
      </pc:sldChg>
      <pc:sldChg chg="addSp modSp mod">
        <pc:chgData name="横川 真美" userId="96ada2ef-5857-4dd3-85ae-6d384a6603bc" providerId="ADAL" clId="{62A0484B-C74C-204D-B6BE-21EC3D6A5B78}" dt="2021-01-13T06:14:06.009" v="8098" actId="14100"/>
        <pc:sldMkLst>
          <pc:docMk/>
          <pc:sldMk cId="305915235" sldId="326"/>
        </pc:sldMkLst>
        <pc:spChg chg="mod">
          <ac:chgData name="横川 真美" userId="96ada2ef-5857-4dd3-85ae-6d384a6603bc" providerId="ADAL" clId="{62A0484B-C74C-204D-B6BE-21EC3D6A5B78}" dt="2021-01-13T06:13:58.873" v="8097" actId="20577"/>
          <ac:spMkLst>
            <pc:docMk/>
            <pc:sldMk cId="305915235" sldId="326"/>
            <ac:spMk id="2" creationId="{9EB331C7-583A-4046-97A2-52785898981F}"/>
          </ac:spMkLst>
        </pc:spChg>
        <pc:spChg chg="mod">
          <ac:chgData name="横川 真美" userId="96ada2ef-5857-4dd3-85ae-6d384a6603bc" providerId="ADAL" clId="{62A0484B-C74C-204D-B6BE-21EC3D6A5B78}" dt="2021-01-13T06:13:43.059" v="8095" actId="14100"/>
          <ac:spMkLst>
            <pc:docMk/>
            <pc:sldMk cId="305915235" sldId="326"/>
            <ac:spMk id="4" creationId="{7C2EA290-E0DD-E84E-99E0-B652A493BECF}"/>
          </ac:spMkLst>
        </pc:spChg>
        <pc:spChg chg="add mod">
          <ac:chgData name="横川 真美" userId="96ada2ef-5857-4dd3-85ae-6d384a6603bc" providerId="ADAL" clId="{62A0484B-C74C-204D-B6BE-21EC3D6A5B78}" dt="2021-01-13T06:14:06.009" v="8098" actId="14100"/>
          <ac:spMkLst>
            <pc:docMk/>
            <pc:sldMk cId="305915235" sldId="326"/>
            <ac:spMk id="5" creationId="{264C56EB-7961-C445-BC1D-6EC2AC5CD96A}"/>
          </ac:spMkLst>
        </pc:spChg>
      </pc:sldChg>
      <pc:sldChg chg="addSp modSp mod">
        <pc:chgData name="横川 真美" userId="96ada2ef-5857-4dd3-85ae-6d384a6603bc" providerId="ADAL" clId="{62A0484B-C74C-204D-B6BE-21EC3D6A5B78}" dt="2021-01-13T08:29:09.571" v="9055" actId="20577"/>
        <pc:sldMkLst>
          <pc:docMk/>
          <pc:sldMk cId="1727184721" sldId="327"/>
        </pc:sldMkLst>
        <pc:spChg chg="mod">
          <ac:chgData name="横川 真美" userId="96ada2ef-5857-4dd3-85ae-6d384a6603bc" providerId="ADAL" clId="{62A0484B-C74C-204D-B6BE-21EC3D6A5B78}" dt="2021-01-13T04:15:50.253" v="7540"/>
          <ac:spMkLst>
            <pc:docMk/>
            <pc:sldMk cId="1727184721" sldId="327"/>
            <ac:spMk id="2" creationId="{2C0C510F-561E-6F4C-82CC-09479DAE86C9}"/>
          </ac:spMkLst>
        </pc:spChg>
        <pc:spChg chg="mod">
          <ac:chgData name="横川 真美" userId="96ada2ef-5857-4dd3-85ae-6d384a6603bc" providerId="ADAL" clId="{62A0484B-C74C-204D-B6BE-21EC3D6A5B78}" dt="2021-01-13T02:51:40.733" v="6879" actId="20577"/>
          <ac:spMkLst>
            <pc:docMk/>
            <pc:sldMk cId="1727184721" sldId="327"/>
            <ac:spMk id="3" creationId="{D39B527D-F001-1140-85DF-2073FD0BF9BD}"/>
          </ac:spMkLst>
        </pc:spChg>
        <pc:spChg chg="add mod">
          <ac:chgData name="横川 真美" userId="96ada2ef-5857-4dd3-85ae-6d384a6603bc" providerId="ADAL" clId="{62A0484B-C74C-204D-B6BE-21EC3D6A5B78}" dt="2021-01-13T08:29:09.571" v="9055" actId="20577"/>
          <ac:spMkLst>
            <pc:docMk/>
            <pc:sldMk cId="1727184721" sldId="327"/>
            <ac:spMk id="4" creationId="{189A3754-1C37-2D4D-9CDA-190F3779EB96}"/>
          </ac:spMkLst>
        </pc:spChg>
      </pc:sldChg>
      <pc:sldChg chg="addSp modSp new mod ord">
        <pc:chgData name="横川 真美" userId="96ada2ef-5857-4dd3-85ae-6d384a6603bc" providerId="ADAL" clId="{62A0484B-C74C-204D-B6BE-21EC3D6A5B78}" dt="2021-01-13T08:39:13.559" v="9092"/>
        <pc:sldMkLst>
          <pc:docMk/>
          <pc:sldMk cId="2059970323" sldId="328"/>
        </pc:sldMkLst>
        <pc:spChg chg="mod">
          <ac:chgData name="横川 真美" userId="96ada2ef-5857-4dd3-85ae-6d384a6603bc" providerId="ADAL" clId="{62A0484B-C74C-204D-B6BE-21EC3D6A5B78}" dt="2021-01-13T08:39:09.827" v="9091" actId="20577"/>
          <ac:spMkLst>
            <pc:docMk/>
            <pc:sldMk cId="2059970323" sldId="328"/>
            <ac:spMk id="2" creationId="{11ABC81B-6B3C-C848-8323-4F176008AE78}"/>
          </ac:spMkLst>
        </pc:spChg>
        <pc:spChg chg="mod">
          <ac:chgData name="横川 真美" userId="96ada2ef-5857-4dd3-85ae-6d384a6603bc" providerId="ADAL" clId="{62A0484B-C74C-204D-B6BE-21EC3D6A5B78}" dt="2021-01-13T02:51:37.031" v="6877" actId="20577"/>
          <ac:spMkLst>
            <pc:docMk/>
            <pc:sldMk cId="2059970323" sldId="328"/>
            <ac:spMk id="3" creationId="{4861A528-9600-A34F-8B25-A75421029E29}"/>
          </ac:spMkLst>
        </pc:spChg>
        <pc:spChg chg="add mod">
          <ac:chgData name="横川 真美" userId="96ada2ef-5857-4dd3-85ae-6d384a6603bc" providerId="ADAL" clId="{62A0484B-C74C-204D-B6BE-21EC3D6A5B78}" dt="2021-01-13T08:39:13.559" v="9092"/>
          <ac:spMkLst>
            <pc:docMk/>
            <pc:sldMk cId="2059970323" sldId="328"/>
            <ac:spMk id="4" creationId="{C7F6E118-6DAB-9048-9F14-E442C7E6D875}"/>
          </ac:spMkLst>
        </pc:spChg>
      </pc:sldChg>
      <pc:sldChg chg="delSp modSp add mod">
        <pc:chgData name="横川 真美" userId="96ada2ef-5857-4dd3-85ae-6d384a6603bc" providerId="ADAL" clId="{62A0484B-C74C-204D-B6BE-21EC3D6A5B78}" dt="2021-01-13T04:17:17.171" v="7549"/>
        <pc:sldMkLst>
          <pc:docMk/>
          <pc:sldMk cId="348720666" sldId="329"/>
        </pc:sldMkLst>
        <pc:spChg chg="mod">
          <ac:chgData name="横川 真美" userId="96ada2ef-5857-4dd3-85ae-6d384a6603bc" providerId="ADAL" clId="{62A0484B-C74C-204D-B6BE-21EC3D6A5B78}" dt="2021-01-13T04:17:17.171" v="7549"/>
          <ac:spMkLst>
            <pc:docMk/>
            <pc:sldMk cId="348720666" sldId="329"/>
            <ac:spMk id="2" creationId="{E6EE66BC-C82F-1740-93BE-73034E275737}"/>
          </ac:spMkLst>
        </pc:spChg>
        <pc:spChg chg="mod">
          <ac:chgData name="横川 真美" userId="96ada2ef-5857-4dd3-85ae-6d384a6603bc" providerId="ADAL" clId="{62A0484B-C74C-204D-B6BE-21EC3D6A5B78}" dt="2021-01-13T04:17:03.167" v="7548"/>
          <ac:spMkLst>
            <pc:docMk/>
            <pc:sldMk cId="348720666" sldId="329"/>
            <ac:spMk id="3" creationId="{F0936020-2645-F64A-A1B9-496E36A4179D}"/>
          </ac:spMkLst>
        </pc:spChg>
        <pc:spChg chg="del mod">
          <ac:chgData name="横川 真美" userId="96ada2ef-5857-4dd3-85ae-6d384a6603bc" providerId="ADAL" clId="{62A0484B-C74C-204D-B6BE-21EC3D6A5B78}" dt="2021-01-13T02:02:02.448" v="5842" actId="478"/>
          <ac:spMkLst>
            <pc:docMk/>
            <pc:sldMk cId="348720666" sldId="329"/>
            <ac:spMk id="4" creationId="{DE576AFC-B3EB-2D41-8064-D0106B466BD2}"/>
          </ac:spMkLst>
        </pc:spChg>
      </pc:sldChg>
      <pc:sldChg chg="modSp add mod">
        <pc:chgData name="横川 真美" userId="96ada2ef-5857-4dd3-85ae-6d384a6603bc" providerId="ADAL" clId="{62A0484B-C74C-204D-B6BE-21EC3D6A5B78}" dt="2021-01-13T04:17:24.039" v="7553"/>
        <pc:sldMkLst>
          <pc:docMk/>
          <pc:sldMk cId="2335415482" sldId="330"/>
        </pc:sldMkLst>
        <pc:spChg chg="mod">
          <ac:chgData name="横川 真美" userId="96ada2ef-5857-4dd3-85ae-6d384a6603bc" providerId="ADAL" clId="{62A0484B-C74C-204D-B6BE-21EC3D6A5B78}" dt="2021-01-13T04:17:24.039" v="7553"/>
          <ac:spMkLst>
            <pc:docMk/>
            <pc:sldMk cId="2335415482" sldId="330"/>
            <ac:spMk id="2" creationId="{ECD7BB2B-4064-BE49-992C-731495787EB5}"/>
          </ac:spMkLst>
        </pc:spChg>
        <pc:spChg chg="mod">
          <ac:chgData name="横川 真美" userId="96ada2ef-5857-4dd3-85ae-6d384a6603bc" providerId="ADAL" clId="{62A0484B-C74C-204D-B6BE-21EC3D6A5B78}" dt="2021-01-13T04:17:21.047" v="7550"/>
          <ac:spMkLst>
            <pc:docMk/>
            <pc:sldMk cId="2335415482" sldId="330"/>
            <ac:spMk id="3" creationId="{580C42F6-4659-D34F-A111-8090F0BEB79C}"/>
          </ac:spMkLst>
        </pc:spChg>
      </pc:sldChg>
      <pc:sldChg chg="delSp modSp add mod ord">
        <pc:chgData name="横川 真美" userId="96ada2ef-5857-4dd3-85ae-6d384a6603bc" providerId="ADAL" clId="{62A0484B-C74C-204D-B6BE-21EC3D6A5B78}" dt="2021-01-13T04:10:25.499" v="7395" actId="114"/>
        <pc:sldMkLst>
          <pc:docMk/>
          <pc:sldMk cId="2947892427" sldId="331"/>
        </pc:sldMkLst>
        <pc:spChg chg="mod">
          <ac:chgData name="横川 真美" userId="96ada2ef-5857-4dd3-85ae-6d384a6603bc" providerId="ADAL" clId="{62A0484B-C74C-204D-B6BE-21EC3D6A5B78}" dt="2021-01-13T04:10:25.499" v="7395" actId="114"/>
          <ac:spMkLst>
            <pc:docMk/>
            <pc:sldMk cId="2947892427" sldId="331"/>
            <ac:spMk id="3" creationId="{53315A05-E8ED-7740-BC70-7BFAC68FFD5D}"/>
          </ac:spMkLst>
        </pc:spChg>
        <pc:spChg chg="del">
          <ac:chgData name="横川 真美" userId="96ada2ef-5857-4dd3-85ae-6d384a6603bc" providerId="ADAL" clId="{62A0484B-C74C-204D-B6BE-21EC3D6A5B78}" dt="2021-01-13T02:16:10.658" v="6119" actId="478"/>
          <ac:spMkLst>
            <pc:docMk/>
            <pc:sldMk cId="2947892427" sldId="331"/>
            <ac:spMk id="8" creationId="{6A38EF81-A7B2-3640-AA76-7091C5DFF389}"/>
          </ac:spMkLst>
        </pc:spChg>
        <pc:spChg chg="mod">
          <ac:chgData name="横川 真美" userId="96ada2ef-5857-4dd3-85ae-6d384a6603bc" providerId="ADAL" clId="{62A0484B-C74C-204D-B6BE-21EC3D6A5B78}" dt="2021-01-13T04:10:08.853" v="7375" actId="20577"/>
          <ac:spMkLst>
            <pc:docMk/>
            <pc:sldMk cId="2947892427" sldId="331"/>
            <ac:spMk id="9" creationId="{43F4527A-74FE-7544-9391-B439F3451923}"/>
          </ac:spMkLst>
        </pc:spChg>
        <pc:spChg chg="del">
          <ac:chgData name="横川 真美" userId="96ada2ef-5857-4dd3-85ae-6d384a6603bc" providerId="ADAL" clId="{62A0484B-C74C-204D-B6BE-21EC3D6A5B78}" dt="2021-01-13T02:16:10.658" v="6119" actId="478"/>
          <ac:spMkLst>
            <pc:docMk/>
            <pc:sldMk cId="2947892427" sldId="331"/>
            <ac:spMk id="11" creationId="{ECED4C2C-6C66-A248-BA48-D01F5B5DC6A6}"/>
          </ac:spMkLst>
        </pc:spChg>
        <pc:picChg chg="mod">
          <ac:chgData name="横川 真美" userId="96ada2ef-5857-4dd3-85ae-6d384a6603bc" providerId="ADAL" clId="{62A0484B-C74C-204D-B6BE-21EC3D6A5B78}" dt="2021-01-13T02:16:19.366" v="6121" actId="1076"/>
          <ac:picMkLst>
            <pc:docMk/>
            <pc:sldMk cId="2947892427" sldId="331"/>
            <ac:picMk id="7" creationId="{4210A428-9D8F-E246-9DEA-5350000CF0E1}"/>
          </ac:picMkLst>
        </pc:picChg>
        <pc:picChg chg="del">
          <ac:chgData name="横川 真美" userId="96ada2ef-5857-4dd3-85ae-6d384a6603bc" providerId="ADAL" clId="{62A0484B-C74C-204D-B6BE-21EC3D6A5B78}" dt="2021-01-13T02:16:10.658" v="6119" actId="478"/>
          <ac:picMkLst>
            <pc:docMk/>
            <pc:sldMk cId="2947892427" sldId="331"/>
            <ac:picMk id="13" creationId="{64704677-6A23-3E43-8A3E-632E90C2B4C1}"/>
          </ac:picMkLst>
        </pc:picChg>
      </pc:sldChg>
      <pc:sldChg chg="addSp modSp mod">
        <pc:chgData name="横川 真美" userId="96ada2ef-5857-4dd3-85ae-6d384a6603bc" providerId="ADAL" clId="{62A0484B-C74C-204D-B6BE-21EC3D6A5B78}" dt="2021-01-13T05:39:55.941" v="7605" actId="14100"/>
        <pc:sldMkLst>
          <pc:docMk/>
          <pc:sldMk cId="3564033636" sldId="333"/>
        </pc:sldMkLst>
        <pc:spChg chg="add mod">
          <ac:chgData name="横川 真美" userId="96ada2ef-5857-4dd3-85ae-6d384a6603bc" providerId="ADAL" clId="{62A0484B-C74C-204D-B6BE-21EC3D6A5B78}" dt="2021-01-13T05:39:29.759" v="7602" actId="14100"/>
          <ac:spMkLst>
            <pc:docMk/>
            <pc:sldMk cId="3564033636" sldId="333"/>
            <ac:spMk id="2" creationId="{D1ED4912-FC5B-784A-A4D3-356E7D7F37CC}"/>
          </ac:spMkLst>
        </pc:spChg>
        <pc:spChg chg="mod">
          <ac:chgData name="横川 真美" userId="96ada2ef-5857-4dd3-85ae-6d384a6603bc" providerId="ADAL" clId="{62A0484B-C74C-204D-B6BE-21EC3D6A5B78}" dt="2021-01-13T05:39:55.941" v="7605" actId="14100"/>
          <ac:spMkLst>
            <pc:docMk/>
            <pc:sldMk cId="3564033636" sldId="333"/>
            <ac:spMk id="6" creationId="{D3136F68-9CBE-7E49-B5EB-FF45244325CD}"/>
          </ac:spMkLst>
        </pc:spChg>
        <pc:spChg chg="mod">
          <ac:chgData name="横川 真美" userId="96ada2ef-5857-4dd3-85ae-6d384a6603bc" providerId="ADAL" clId="{62A0484B-C74C-204D-B6BE-21EC3D6A5B78}" dt="2021-01-13T03:34:49.929" v="7151" actId="20577"/>
          <ac:spMkLst>
            <pc:docMk/>
            <pc:sldMk cId="3564033636" sldId="333"/>
            <ac:spMk id="9" creationId="{43F4527A-74FE-7544-9391-B439F3451923}"/>
          </ac:spMkLst>
        </pc:spChg>
      </pc:sldChg>
      <pc:sldChg chg="addSp modSp mod">
        <pc:chgData name="横川 真美" userId="96ada2ef-5857-4dd3-85ae-6d384a6603bc" providerId="ADAL" clId="{62A0484B-C74C-204D-B6BE-21EC3D6A5B78}" dt="2021-01-13T08:25:07.272" v="9038" actId="12"/>
        <pc:sldMkLst>
          <pc:docMk/>
          <pc:sldMk cId="1444027175" sldId="335"/>
        </pc:sldMkLst>
        <pc:spChg chg="mod">
          <ac:chgData name="横川 真美" userId="96ada2ef-5857-4dd3-85ae-6d384a6603bc" providerId="ADAL" clId="{62A0484B-C74C-204D-B6BE-21EC3D6A5B78}" dt="2021-01-13T08:25:07.272" v="9038" actId="12"/>
          <ac:spMkLst>
            <pc:docMk/>
            <pc:sldMk cId="1444027175" sldId="335"/>
            <ac:spMk id="2" creationId="{ADA39625-77F0-EC4F-B036-92CA2B75CFAC}"/>
          </ac:spMkLst>
        </pc:spChg>
        <pc:spChg chg="add mod">
          <ac:chgData name="横川 真美" userId="96ada2ef-5857-4dd3-85ae-6d384a6603bc" providerId="ADAL" clId="{62A0484B-C74C-204D-B6BE-21EC3D6A5B78}" dt="2021-01-13T05:49:33.020" v="7637" actId="1076"/>
          <ac:spMkLst>
            <pc:docMk/>
            <pc:sldMk cId="1444027175" sldId="335"/>
            <ac:spMk id="4" creationId="{8FE23D2E-13DC-8C4B-93C0-7C722E029ABE}"/>
          </ac:spMkLst>
        </pc:spChg>
      </pc:sldChg>
      <pc:sldChg chg="add del">
        <pc:chgData name="横川 真美" userId="96ada2ef-5857-4dd3-85ae-6d384a6603bc" providerId="ADAL" clId="{62A0484B-C74C-204D-B6BE-21EC3D6A5B78}" dt="2021-01-13T02:28:54.059" v="6524" actId="2696"/>
        <pc:sldMkLst>
          <pc:docMk/>
          <pc:sldMk cId="3937634038" sldId="336"/>
        </pc:sldMkLst>
      </pc:sldChg>
      <pc:sldChg chg="modSp mod">
        <pc:chgData name="横川 真美" userId="96ada2ef-5857-4dd3-85ae-6d384a6603bc" providerId="ADAL" clId="{62A0484B-C74C-204D-B6BE-21EC3D6A5B78}" dt="2021-01-13T05:49:49.224" v="7638" actId="14100"/>
        <pc:sldMkLst>
          <pc:docMk/>
          <pc:sldMk cId="3569422605" sldId="337"/>
        </pc:sldMkLst>
        <pc:spChg chg="mod">
          <ac:chgData name="横川 真美" userId="96ada2ef-5857-4dd3-85ae-6d384a6603bc" providerId="ADAL" clId="{62A0484B-C74C-204D-B6BE-21EC3D6A5B78}" dt="2021-01-13T05:49:49.224" v="7638" actId="14100"/>
          <ac:spMkLst>
            <pc:docMk/>
            <pc:sldMk cId="3569422605" sldId="337"/>
            <ac:spMk id="4" creationId="{973AC36D-5628-B941-B4B0-1ABA21FEFF10}"/>
          </ac:spMkLst>
        </pc:spChg>
      </pc:sldChg>
      <pc:sldChg chg="modSp new mod ord">
        <pc:chgData name="横川 真美" userId="96ada2ef-5857-4dd3-85ae-6d384a6603bc" providerId="ADAL" clId="{62A0484B-C74C-204D-B6BE-21EC3D6A5B78}" dt="2021-01-13T02:56:39.844" v="7142" actId="27636"/>
        <pc:sldMkLst>
          <pc:docMk/>
          <pc:sldMk cId="3704602195" sldId="338"/>
        </pc:sldMkLst>
        <pc:spChg chg="mod">
          <ac:chgData name="横川 真美" userId="96ada2ef-5857-4dd3-85ae-6d384a6603bc" providerId="ADAL" clId="{62A0484B-C74C-204D-B6BE-21EC3D6A5B78}" dt="2021-01-13T02:56:39.844" v="7142" actId="27636"/>
          <ac:spMkLst>
            <pc:docMk/>
            <pc:sldMk cId="3704602195" sldId="338"/>
            <ac:spMk id="2" creationId="{090E8157-376A-9C4B-AA3D-BB57AD89DD9B}"/>
          </ac:spMkLst>
        </pc:spChg>
        <pc:spChg chg="mod">
          <ac:chgData name="横川 真美" userId="96ada2ef-5857-4dd3-85ae-6d384a6603bc" providerId="ADAL" clId="{62A0484B-C74C-204D-B6BE-21EC3D6A5B78}" dt="2021-01-13T02:56:36.308" v="7140" actId="20577"/>
          <ac:spMkLst>
            <pc:docMk/>
            <pc:sldMk cId="3704602195" sldId="338"/>
            <ac:spMk id="3" creationId="{323E014D-DFC9-544A-9EF1-30D5C58FE6D6}"/>
          </ac:spMkLst>
        </pc:spChg>
      </pc:sldChg>
      <pc:sldChg chg="new del">
        <pc:chgData name="横川 真美" userId="96ada2ef-5857-4dd3-85ae-6d384a6603bc" providerId="ADAL" clId="{62A0484B-C74C-204D-B6BE-21EC3D6A5B78}" dt="2021-01-13T02:51:54.157" v="6881" actId="2696"/>
        <pc:sldMkLst>
          <pc:docMk/>
          <pc:sldMk cId="3706598770" sldId="338"/>
        </pc:sldMkLst>
      </pc:sldChg>
      <pc:sldChg chg="modSp add del mod">
        <pc:chgData name="横川 真美" userId="96ada2ef-5857-4dd3-85ae-6d384a6603bc" providerId="ADAL" clId="{62A0484B-C74C-204D-B6BE-21EC3D6A5B78}" dt="2021-01-13T08:28:19.208" v="9049" actId="2696"/>
        <pc:sldMkLst>
          <pc:docMk/>
          <pc:sldMk cId="1948722115" sldId="339"/>
        </pc:sldMkLst>
        <pc:spChg chg="mod">
          <ac:chgData name="横川 真美" userId="96ada2ef-5857-4dd3-85ae-6d384a6603bc" providerId="ADAL" clId="{62A0484B-C74C-204D-B6BE-21EC3D6A5B78}" dt="2021-01-13T08:28:16.343" v="9048" actId="20577"/>
          <ac:spMkLst>
            <pc:docMk/>
            <pc:sldMk cId="1948722115" sldId="339"/>
            <ac:spMk id="3" creationId="{B2DD9422-8FA5-8D4F-A340-E51084018180}"/>
          </ac:spMkLst>
        </pc:spChg>
      </pc:sldChg>
    </pc:docChg>
  </pc:docChgLst>
  <pc:docChgLst>
    <pc:chgData name="西原 康裕" userId="79137d2e-3fa4-4b6f-adef-0113893d7643" providerId="ADAL" clId="{AAA799F7-3A86-8641-8824-056C2ED39DDE}"/>
    <pc:docChg chg="undo custSel addSld delSld modSld sldOrd">
      <pc:chgData name="西原 康裕" userId="79137d2e-3fa4-4b6f-adef-0113893d7643" providerId="ADAL" clId="{AAA799F7-3A86-8641-8824-056C2ED39DDE}" dt="2021-01-21T03:40:11.660" v="2384" actId="20577"/>
      <pc:docMkLst>
        <pc:docMk/>
      </pc:docMkLst>
      <pc:sldChg chg="modSp mod">
        <pc:chgData name="西原 康裕" userId="79137d2e-3fa4-4b6f-adef-0113893d7643" providerId="ADAL" clId="{AAA799F7-3A86-8641-8824-056C2ED39DDE}" dt="2021-01-21T01:43:15.278" v="1363" actId="20577"/>
        <pc:sldMkLst>
          <pc:docMk/>
          <pc:sldMk cId="1676793895" sldId="258"/>
        </pc:sldMkLst>
        <pc:spChg chg="mod">
          <ac:chgData name="西原 康裕" userId="79137d2e-3fa4-4b6f-adef-0113893d7643" providerId="ADAL" clId="{AAA799F7-3A86-8641-8824-056C2ED39DDE}" dt="2021-01-21T01:43:15.278" v="1363" actId="20577"/>
          <ac:spMkLst>
            <pc:docMk/>
            <pc:sldMk cId="1676793895" sldId="258"/>
            <ac:spMk id="11" creationId="{3FFBCDCA-CEE4-FA42-BB94-642598C34305}"/>
          </ac:spMkLst>
        </pc:spChg>
      </pc:sldChg>
      <pc:sldChg chg="modSp mod">
        <pc:chgData name="西原 康裕" userId="79137d2e-3fa4-4b6f-adef-0113893d7643" providerId="ADAL" clId="{AAA799F7-3A86-8641-8824-056C2ED39DDE}" dt="2021-01-20T12:13:07.206" v="50" actId="20577"/>
        <pc:sldMkLst>
          <pc:docMk/>
          <pc:sldMk cId="3558793253" sldId="260"/>
        </pc:sldMkLst>
        <pc:spChg chg="mod">
          <ac:chgData name="西原 康裕" userId="79137d2e-3fa4-4b6f-adef-0113893d7643" providerId="ADAL" clId="{AAA799F7-3A86-8641-8824-056C2ED39DDE}" dt="2021-01-20T12:13:07.206" v="50" actId="20577"/>
          <ac:spMkLst>
            <pc:docMk/>
            <pc:sldMk cId="3558793253" sldId="260"/>
            <ac:spMk id="9" creationId="{43F4527A-74FE-7544-9391-B439F3451923}"/>
          </ac:spMkLst>
        </pc:spChg>
      </pc:sldChg>
      <pc:sldChg chg="modSp mod">
        <pc:chgData name="西原 康裕" userId="79137d2e-3fa4-4b6f-adef-0113893d7643" providerId="ADAL" clId="{AAA799F7-3A86-8641-8824-056C2ED39DDE}" dt="2021-01-21T02:07:55.705" v="1713" actId="20577"/>
        <pc:sldMkLst>
          <pc:docMk/>
          <pc:sldMk cId="2172523328" sldId="262"/>
        </pc:sldMkLst>
        <pc:spChg chg="mod">
          <ac:chgData name="西原 康裕" userId="79137d2e-3fa4-4b6f-adef-0113893d7643" providerId="ADAL" clId="{AAA799F7-3A86-8641-8824-056C2ED39DDE}" dt="2021-01-21T02:07:55.705" v="1713" actId="20577"/>
          <ac:spMkLst>
            <pc:docMk/>
            <pc:sldMk cId="2172523328" sldId="262"/>
            <ac:spMk id="2" creationId="{EA8DBE98-BCD0-E34B-873D-C00300914D19}"/>
          </ac:spMkLst>
        </pc:spChg>
      </pc:sldChg>
      <pc:sldChg chg="modSp mod">
        <pc:chgData name="西原 康裕" userId="79137d2e-3fa4-4b6f-adef-0113893d7643" providerId="ADAL" clId="{AAA799F7-3A86-8641-8824-056C2ED39DDE}" dt="2021-01-20T12:27:37.065" v="626" actId="20577"/>
        <pc:sldMkLst>
          <pc:docMk/>
          <pc:sldMk cId="2171927970" sldId="265"/>
        </pc:sldMkLst>
        <pc:spChg chg="mod">
          <ac:chgData name="西原 康裕" userId="79137d2e-3fa4-4b6f-adef-0113893d7643" providerId="ADAL" clId="{AAA799F7-3A86-8641-8824-056C2ED39DDE}" dt="2021-01-20T12:27:37.065" v="626" actId="20577"/>
          <ac:spMkLst>
            <pc:docMk/>
            <pc:sldMk cId="2171927970" sldId="265"/>
            <ac:spMk id="11" creationId="{BCFDA766-EDCE-4B4B-B677-2A982A270925}"/>
          </ac:spMkLst>
        </pc:spChg>
      </pc:sldChg>
      <pc:sldChg chg="modSp mod">
        <pc:chgData name="西原 康裕" userId="79137d2e-3fa4-4b6f-adef-0113893d7643" providerId="ADAL" clId="{AAA799F7-3A86-8641-8824-056C2ED39DDE}" dt="2021-01-21T03:00:53.490" v="2165" actId="20577"/>
        <pc:sldMkLst>
          <pc:docMk/>
          <pc:sldMk cId="2098984685" sldId="268"/>
        </pc:sldMkLst>
        <pc:spChg chg="mod">
          <ac:chgData name="西原 康裕" userId="79137d2e-3fa4-4b6f-adef-0113893d7643" providerId="ADAL" clId="{AAA799F7-3A86-8641-8824-056C2ED39DDE}" dt="2021-01-20T13:03:19.723" v="680" actId="20577"/>
          <ac:spMkLst>
            <pc:docMk/>
            <pc:sldMk cId="2098984685" sldId="268"/>
            <ac:spMk id="6" creationId="{3B47B27D-DF7A-1F44-B4E1-AAE0019E92F2}"/>
          </ac:spMkLst>
        </pc:spChg>
        <pc:spChg chg="mod">
          <ac:chgData name="西原 康裕" userId="79137d2e-3fa4-4b6f-adef-0113893d7643" providerId="ADAL" clId="{AAA799F7-3A86-8641-8824-056C2ED39DDE}" dt="2021-01-21T03:00:53.490" v="2165" actId="20577"/>
          <ac:spMkLst>
            <pc:docMk/>
            <pc:sldMk cId="2098984685" sldId="268"/>
            <ac:spMk id="11" creationId="{53CF5A47-298B-3E44-9209-D4D318FC73C1}"/>
          </ac:spMkLst>
        </pc:spChg>
      </pc:sldChg>
      <pc:sldChg chg="modSp mod">
        <pc:chgData name="西原 康裕" userId="79137d2e-3fa4-4b6f-adef-0113893d7643" providerId="ADAL" clId="{AAA799F7-3A86-8641-8824-056C2ED39DDE}" dt="2021-01-21T02:49:48.767" v="2062" actId="1076"/>
        <pc:sldMkLst>
          <pc:docMk/>
          <pc:sldMk cId="3543145929" sldId="271"/>
        </pc:sldMkLst>
        <pc:spChg chg="mod">
          <ac:chgData name="西原 康裕" userId="79137d2e-3fa4-4b6f-adef-0113893d7643" providerId="ADAL" clId="{AAA799F7-3A86-8641-8824-056C2ED39DDE}" dt="2021-01-21T02:49:23.205" v="2061" actId="20577"/>
          <ac:spMkLst>
            <pc:docMk/>
            <pc:sldMk cId="3543145929" sldId="271"/>
            <ac:spMk id="2" creationId="{64BE87D7-31E6-2743-9F14-C850CFAB7B69}"/>
          </ac:spMkLst>
        </pc:spChg>
        <pc:spChg chg="mod">
          <ac:chgData name="西原 康裕" userId="79137d2e-3fa4-4b6f-adef-0113893d7643" providerId="ADAL" clId="{AAA799F7-3A86-8641-8824-056C2ED39DDE}" dt="2021-01-21T02:49:48.767" v="2062" actId="1076"/>
          <ac:spMkLst>
            <pc:docMk/>
            <pc:sldMk cId="3543145929" sldId="271"/>
            <ac:spMk id="5" creationId="{01ECDE68-E9F8-4E4F-B8D6-8FD4DEA23C7C}"/>
          </ac:spMkLst>
        </pc:spChg>
        <pc:spChg chg="mod">
          <ac:chgData name="西原 康裕" userId="79137d2e-3fa4-4b6f-adef-0113893d7643" providerId="ADAL" clId="{AAA799F7-3A86-8641-8824-056C2ED39DDE}" dt="2021-01-20T13:07:27.135" v="763" actId="20577"/>
          <ac:spMkLst>
            <pc:docMk/>
            <pc:sldMk cId="3543145929" sldId="271"/>
            <ac:spMk id="7" creationId="{94029452-2A49-6744-9B4B-F1EAC513D4F8}"/>
          </ac:spMkLst>
        </pc:spChg>
        <pc:spChg chg="mod">
          <ac:chgData name="西原 康裕" userId="79137d2e-3fa4-4b6f-adef-0113893d7643" providerId="ADAL" clId="{AAA799F7-3A86-8641-8824-056C2ED39DDE}" dt="2021-01-20T13:06:43.950" v="750" actId="20577"/>
          <ac:spMkLst>
            <pc:docMk/>
            <pc:sldMk cId="3543145929" sldId="271"/>
            <ac:spMk id="8" creationId="{6B24AC32-E5C1-5543-B254-ED0CE03FD9C3}"/>
          </ac:spMkLst>
        </pc:spChg>
      </pc:sldChg>
      <pc:sldChg chg="addSp modSp mod">
        <pc:chgData name="西原 康裕" userId="79137d2e-3fa4-4b6f-adef-0113893d7643" providerId="ADAL" clId="{AAA799F7-3A86-8641-8824-056C2ED39DDE}" dt="2021-01-21T01:18:07.172" v="1179" actId="1076"/>
        <pc:sldMkLst>
          <pc:docMk/>
          <pc:sldMk cId="3774475954" sldId="305"/>
        </pc:sldMkLst>
        <pc:spChg chg="mod">
          <ac:chgData name="西原 康裕" userId="79137d2e-3fa4-4b6f-adef-0113893d7643" providerId="ADAL" clId="{AAA799F7-3A86-8641-8824-056C2ED39DDE}" dt="2021-01-20T12:21:21.787" v="382" actId="20577"/>
          <ac:spMkLst>
            <pc:docMk/>
            <pc:sldMk cId="3774475954" sldId="305"/>
            <ac:spMk id="2" creationId="{5E9F15F5-C23A-C545-962D-FF34A94A9325}"/>
          </ac:spMkLst>
        </pc:spChg>
        <pc:spChg chg="add mod">
          <ac:chgData name="西原 康裕" userId="79137d2e-3fa4-4b6f-adef-0113893d7643" providerId="ADAL" clId="{AAA799F7-3A86-8641-8824-056C2ED39DDE}" dt="2021-01-21T01:18:07.172" v="1179" actId="1076"/>
          <ac:spMkLst>
            <pc:docMk/>
            <pc:sldMk cId="3774475954" sldId="305"/>
            <ac:spMk id="4" creationId="{80EF8DFD-8182-FE4E-BDB5-F874D2243A71}"/>
          </ac:spMkLst>
        </pc:spChg>
      </pc:sldChg>
      <pc:sldChg chg="modSp mod">
        <pc:chgData name="西原 康裕" userId="79137d2e-3fa4-4b6f-adef-0113893d7643" providerId="ADAL" clId="{AAA799F7-3A86-8641-8824-056C2ED39DDE}" dt="2021-01-20T12:16:55.784" v="215" actId="20577"/>
        <pc:sldMkLst>
          <pc:docMk/>
          <pc:sldMk cId="4191807022" sldId="306"/>
        </pc:sldMkLst>
        <pc:spChg chg="mod">
          <ac:chgData name="西原 康裕" userId="79137d2e-3fa4-4b6f-adef-0113893d7643" providerId="ADAL" clId="{AAA799F7-3A86-8641-8824-056C2ED39DDE}" dt="2021-01-20T12:16:55.784" v="215" actId="20577"/>
          <ac:spMkLst>
            <pc:docMk/>
            <pc:sldMk cId="4191807022" sldId="306"/>
            <ac:spMk id="2" creationId="{C7DF40CC-4EDD-8040-AE11-79B6BD10ACC7}"/>
          </ac:spMkLst>
        </pc:spChg>
      </pc:sldChg>
      <pc:sldChg chg="addSp modSp mod">
        <pc:chgData name="西原 康裕" userId="79137d2e-3fa4-4b6f-adef-0113893d7643" providerId="ADAL" clId="{AAA799F7-3A86-8641-8824-056C2ED39DDE}" dt="2021-01-21T03:40:11.660" v="2384" actId="20577"/>
        <pc:sldMkLst>
          <pc:docMk/>
          <pc:sldMk cId="2702420798" sldId="312"/>
        </pc:sldMkLst>
        <pc:spChg chg="add mod">
          <ac:chgData name="西原 康裕" userId="79137d2e-3fa4-4b6f-adef-0113893d7643" providerId="ADAL" clId="{AAA799F7-3A86-8641-8824-056C2ED39DDE}" dt="2021-01-21T03:40:11.660" v="2384" actId="20577"/>
          <ac:spMkLst>
            <pc:docMk/>
            <pc:sldMk cId="2702420798" sldId="312"/>
            <ac:spMk id="4" creationId="{5AC748F6-B425-B440-B892-BE53103CDAA0}"/>
          </ac:spMkLst>
        </pc:spChg>
      </pc:sldChg>
      <pc:sldChg chg="modSp mod">
        <pc:chgData name="西原 康裕" userId="79137d2e-3fa4-4b6f-adef-0113893d7643" providerId="ADAL" clId="{AAA799F7-3A86-8641-8824-056C2ED39DDE}" dt="2021-01-20T12:21:43.164" v="398" actId="113"/>
        <pc:sldMkLst>
          <pc:docMk/>
          <pc:sldMk cId="3909136622" sldId="314"/>
        </pc:sldMkLst>
        <pc:spChg chg="mod">
          <ac:chgData name="西原 康裕" userId="79137d2e-3fa4-4b6f-adef-0113893d7643" providerId="ADAL" clId="{AAA799F7-3A86-8641-8824-056C2ED39DDE}" dt="2021-01-20T12:21:43.164" v="398" actId="113"/>
          <ac:spMkLst>
            <pc:docMk/>
            <pc:sldMk cId="3909136622" sldId="314"/>
            <ac:spMk id="2" creationId="{5CAF33BE-8EF0-7847-94CE-80A55372AA75}"/>
          </ac:spMkLst>
        </pc:spChg>
      </pc:sldChg>
      <pc:sldChg chg="delSp modSp mod">
        <pc:chgData name="西原 康裕" userId="79137d2e-3fa4-4b6f-adef-0113893d7643" providerId="ADAL" clId="{AAA799F7-3A86-8641-8824-056C2ED39DDE}" dt="2021-01-20T13:15:52.376" v="811" actId="478"/>
        <pc:sldMkLst>
          <pc:docMk/>
          <pc:sldMk cId="3408041699" sldId="321"/>
        </pc:sldMkLst>
        <pc:spChg chg="mod">
          <ac:chgData name="西原 康裕" userId="79137d2e-3fa4-4b6f-adef-0113893d7643" providerId="ADAL" clId="{AAA799F7-3A86-8641-8824-056C2ED39DDE}" dt="2021-01-20T13:15:39.564" v="810" actId="20577"/>
          <ac:spMkLst>
            <pc:docMk/>
            <pc:sldMk cId="3408041699" sldId="321"/>
            <ac:spMk id="2" creationId="{8B85FAF6-B9C5-8547-98B1-2175080BB020}"/>
          </ac:spMkLst>
        </pc:spChg>
        <pc:spChg chg="del">
          <ac:chgData name="西原 康裕" userId="79137d2e-3fa4-4b6f-adef-0113893d7643" providerId="ADAL" clId="{AAA799F7-3A86-8641-8824-056C2ED39DDE}" dt="2021-01-20T13:15:52.376" v="811" actId="478"/>
          <ac:spMkLst>
            <pc:docMk/>
            <pc:sldMk cId="3408041699" sldId="321"/>
            <ac:spMk id="4" creationId="{0EFE4FD6-8141-4442-8984-0743B2272B5B}"/>
          </ac:spMkLst>
        </pc:spChg>
      </pc:sldChg>
      <pc:sldChg chg="modSp mod">
        <pc:chgData name="西原 康裕" userId="79137d2e-3fa4-4b6f-adef-0113893d7643" providerId="ADAL" clId="{AAA799F7-3A86-8641-8824-056C2ED39DDE}" dt="2021-01-20T12:26:10.638" v="623" actId="20577"/>
        <pc:sldMkLst>
          <pc:docMk/>
          <pc:sldMk cId="305915235" sldId="326"/>
        </pc:sldMkLst>
        <pc:spChg chg="mod">
          <ac:chgData name="西原 康裕" userId="79137d2e-3fa4-4b6f-adef-0113893d7643" providerId="ADAL" clId="{AAA799F7-3A86-8641-8824-056C2ED39DDE}" dt="2021-01-20T12:26:10.638" v="623" actId="20577"/>
          <ac:spMkLst>
            <pc:docMk/>
            <pc:sldMk cId="305915235" sldId="326"/>
            <ac:spMk id="2" creationId="{9EB331C7-583A-4046-97A2-52785898981F}"/>
          </ac:spMkLst>
        </pc:spChg>
      </pc:sldChg>
      <pc:sldChg chg="modSp mod">
        <pc:chgData name="西原 康裕" userId="79137d2e-3fa4-4b6f-adef-0113893d7643" providerId="ADAL" clId="{AAA799F7-3A86-8641-8824-056C2ED39DDE}" dt="2021-01-20T12:14:22.378" v="64" actId="20577"/>
        <pc:sldMkLst>
          <pc:docMk/>
          <pc:sldMk cId="348720666" sldId="329"/>
        </pc:sldMkLst>
        <pc:spChg chg="mod">
          <ac:chgData name="西原 康裕" userId="79137d2e-3fa4-4b6f-adef-0113893d7643" providerId="ADAL" clId="{AAA799F7-3A86-8641-8824-056C2ED39DDE}" dt="2021-01-20T12:14:22.378" v="64" actId="20577"/>
          <ac:spMkLst>
            <pc:docMk/>
            <pc:sldMk cId="348720666" sldId="329"/>
            <ac:spMk id="4" creationId="{50059655-F240-6849-99F1-8C957CBD38E6}"/>
          </ac:spMkLst>
        </pc:spChg>
      </pc:sldChg>
      <pc:sldChg chg="modSp mod">
        <pc:chgData name="西原 康裕" userId="79137d2e-3fa4-4b6f-adef-0113893d7643" providerId="ADAL" clId="{AAA799F7-3A86-8641-8824-056C2ED39DDE}" dt="2021-01-21T01:33:16.545" v="1247"/>
        <pc:sldMkLst>
          <pc:docMk/>
          <pc:sldMk cId="2335415482" sldId="330"/>
        </pc:sldMkLst>
        <pc:spChg chg="mod">
          <ac:chgData name="西原 康裕" userId="79137d2e-3fa4-4b6f-adef-0113893d7643" providerId="ADAL" clId="{AAA799F7-3A86-8641-8824-056C2ED39DDE}" dt="2021-01-21T01:33:16.545" v="1247"/>
          <ac:spMkLst>
            <pc:docMk/>
            <pc:sldMk cId="2335415482" sldId="330"/>
            <ac:spMk id="2" creationId="{ECD7BB2B-4064-BE49-992C-731495787EB5}"/>
          </ac:spMkLst>
        </pc:spChg>
      </pc:sldChg>
      <pc:sldChg chg="modSp mod">
        <pc:chgData name="西原 康裕" userId="79137d2e-3fa4-4b6f-adef-0113893d7643" providerId="ADAL" clId="{AAA799F7-3A86-8641-8824-056C2ED39DDE}" dt="2021-01-20T12:12:22.729" v="31" actId="20577"/>
        <pc:sldMkLst>
          <pc:docMk/>
          <pc:sldMk cId="2947892427" sldId="331"/>
        </pc:sldMkLst>
        <pc:spChg chg="mod">
          <ac:chgData name="西原 康裕" userId="79137d2e-3fa4-4b6f-adef-0113893d7643" providerId="ADAL" clId="{AAA799F7-3A86-8641-8824-056C2ED39DDE}" dt="2021-01-20T12:12:22.729" v="31" actId="20577"/>
          <ac:spMkLst>
            <pc:docMk/>
            <pc:sldMk cId="2947892427" sldId="331"/>
            <ac:spMk id="9" creationId="{43F4527A-74FE-7544-9391-B439F3451923}"/>
          </ac:spMkLst>
        </pc:spChg>
      </pc:sldChg>
      <pc:sldChg chg="modSp mod">
        <pc:chgData name="西原 康裕" userId="79137d2e-3fa4-4b6f-adef-0113893d7643" providerId="ADAL" clId="{AAA799F7-3A86-8641-8824-056C2ED39DDE}" dt="2021-01-21T01:14:03.935" v="956" actId="6549"/>
        <pc:sldMkLst>
          <pc:docMk/>
          <pc:sldMk cId="1695917674" sldId="334"/>
        </pc:sldMkLst>
        <pc:spChg chg="mod">
          <ac:chgData name="西原 康裕" userId="79137d2e-3fa4-4b6f-adef-0113893d7643" providerId="ADAL" clId="{AAA799F7-3A86-8641-8824-056C2ED39DDE}" dt="2021-01-21T01:14:03.935" v="956" actId="6549"/>
          <ac:spMkLst>
            <pc:docMk/>
            <pc:sldMk cId="1695917674" sldId="334"/>
            <ac:spMk id="4" creationId="{AEEF10AB-7F42-F94F-A6BB-731C869D3CD4}"/>
          </ac:spMkLst>
        </pc:spChg>
      </pc:sldChg>
      <pc:sldChg chg="modSp mod">
        <pc:chgData name="西原 康裕" userId="79137d2e-3fa4-4b6f-adef-0113893d7643" providerId="ADAL" clId="{AAA799F7-3A86-8641-8824-056C2ED39DDE}" dt="2021-01-21T03:38:32.510" v="2198" actId="1076"/>
        <pc:sldMkLst>
          <pc:docMk/>
          <pc:sldMk cId="3569422605" sldId="337"/>
        </pc:sldMkLst>
        <pc:spChg chg="mod">
          <ac:chgData name="西原 康裕" userId="79137d2e-3fa4-4b6f-adef-0113893d7643" providerId="ADAL" clId="{AAA799F7-3A86-8641-8824-056C2ED39DDE}" dt="2021-01-21T03:38:02.332" v="2194" actId="207"/>
          <ac:spMkLst>
            <pc:docMk/>
            <pc:sldMk cId="3569422605" sldId="337"/>
            <ac:spMk id="2" creationId="{B110CCCD-DB9D-1B44-A379-AE29469DE12C}"/>
          </ac:spMkLst>
        </pc:spChg>
        <pc:spChg chg="mod">
          <ac:chgData name="西原 康裕" userId="79137d2e-3fa4-4b6f-adef-0113893d7643" providerId="ADAL" clId="{AAA799F7-3A86-8641-8824-056C2ED39DDE}" dt="2021-01-21T03:38:32.510" v="2198" actId="1076"/>
          <ac:spMkLst>
            <pc:docMk/>
            <pc:sldMk cId="3569422605" sldId="337"/>
            <ac:spMk id="4" creationId="{973AC36D-5628-B941-B4B0-1ABA21FEFF10}"/>
          </ac:spMkLst>
        </pc:spChg>
        <pc:spChg chg="mod">
          <ac:chgData name="西原 康裕" userId="79137d2e-3fa4-4b6f-adef-0113893d7643" providerId="ADAL" clId="{AAA799F7-3A86-8641-8824-056C2ED39DDE}" dt="2021-01-21T01:14:28.228" v="959" actId="20577"/>
          <ac:spMkLst>
            <pc:docMk/>
            <pc:sldMk cId="3569422605" sldId="337"/>
            <ac:spMk id="5" creationId="{2F25F096-2A72-4F4D-ACC3-A22F2619E66F}"/>
          </ac:spMkLst>
        </pc:spChg>
      </pc:sldChg>
      <pc:sldChg chg="modSp mod">
        <pc:chgData name="西原 康裕" userId="79137d2e-3fa4-4b6f-adef-0113893d7643" providerId="ADAL" clId="{AAA799F7-3A86-8641-8824-056C2ED39DDE}" dt="2021-01-21T02:11:26.231" v="1874" actId="207"/>
        <pc:sldMkLst>
          <pc:docMk/>
          <pc:sldMk cId="4213036175" sldId="340"/>
        </pc:sldMkLst>
        <pc:spChg chg="mod">
          <ac:chgData name="西原 康裕" userId="79137d2e-3fa4-4b6f-adef-0113893d7643" providerId="ADAL" clId="{AAA799F7-3A86-8641-8824-056C2ED39DDE}" dt="2021-01-21T02:11:26.231" v="1874" actId="207"/>
          <ac:spMkLst>
            <pc:docMk/>
            <pc:sldMk cId="4213036175" sldId="340"/>
            <ac:spMk id="2" creationId="{EE085A95-FEE9-3E48-9400-22194D8D25DF}"/>
          </ac:spMkLst>
        </pc:spChg>
      </pc:sldChg>
      <pc:sldChg chg="modSp mod">
        <pc:chgData name="西原 康裕" userId="79137d2e-3fa4-4b6f-adef-0113893d7643" providerId="ADAL" clId="{AAA799F7-3A86-8641-8824-056C2ED39DDE}" dt="2021-01-21T02:13:05.869" v="1876"/>
        <pc:sldMkLst>
          <pc:docMk/>
          <pc:sldMk cId="841566694" sldId="341"/>
        </pc:sldMkLst>
        <pc:spChg chg="mod">
          <ac:chgData name="西原 康裕" userId="79137d2e-3fa4-4b6f-adef-0113893d7643" providerId="ADAL" clId="{AAA799F7-3A86-8641-8824-056C2ED39DDE}" dt="2021-01-21T02:13:05.869" v="1876"/>
          <ac:spMkLst>
            <pc:docMk/>
            <pc:sldMk cId="841566694" sldId="341"/>
            <ac:spMk id="2" creationId="{D1F7EA1C-DF98-5949-A8BA-7260D8C06A72}"/>
          </ac:spMkLst>
        </pc:spChg>
      </pc:sldChg>
      <pc:sldChg chg="addSp modSp new mod">
        <pc:chgData name="西原 康裕" userId="79137d2e-3fa4-4b6f-adef-0113893d7643" providerId="ADAL" clId="{AAA799F7-3A86-8641-8824-056C2ED39DDE}" dt="2021-01-21T03:39:12.087" v="2265" actId="20577"/>
        <pc:sldMkLst>
          <pc:docMk/>
          <pc:sldMk cId="2138481454" sldId="346"/>
        </pc:sldMkLst>
        <pc:spChg chg="mod">
          <ac:chgData name="西原 康裕" userId="79137d2e-3fa4-4b6f-adef-0113893d7643" providerId="ADAL" clId="{AAA799F7-3A86-8641-8824-056C2ED39DDE}" dt="2021-01-21T03:39:06.204" v="2245" actId="20577"/>
          <ac:spMkLst>
            <pc:docMk/>
            <pc:sldMk cId="2138481454" sldId="346"/>
            <ac:spMk id="2" creationId="{9D8EA307-EB1E-C84F-87CE-4E7B07A1920A}"/>
          </ac:spMkLst>
        </pc:spChg>
        <pc:spChg chg="mod">
          <ac:chgData name="西原 康裕" userId="79137d2e-3fa4-4b6f-adef-0113893d7643" providerId="ADAL" clId="{AAA799F7-3A86-8641-8824-056C2ED39DDE}" dt="2021-01-21T01:56:24.432" v="1435" actId="20577"/>
          <ac:spMkLst>
            <pc:docMk/>
            <pc:sldMk cId="2138481454" sldId="346"/>
            <ac:spMk id="3" creationId="{55578C89-9EEA-074D-86D6-93BAAE82F24F}"/>
          </ac:spMkLst>
        </pc:spChg>
        <pc:spChg chg="add mod">
          <ac:chgData name="西原 康裕" userId="79137d2e-3fa4-4b6f-adef-0113893d7643" providerId="ADAL" clId="{AAA799F7-3A86-8641-8824-056C2ED39DDE}" dt="2021-01-21T03:39:12.087" v="2265" actId="20577"/>
          <ac:spMkLst>
            <pc:docMk/>
            <pc:sldMk cId="2138481454" sldId="346"/>
            <ac:spMk id="4" creationId="{E2B7F81A-144F-F843-8DB1-2D805A544B6A}"/>
          </ac:spMkLst>
        </pc:spChg>
      </pc:sldChg>
      <pc:sldChg chg="modSp add del mod">
        <pc:chgData name="西原 康裕" userId="79137d2e-3fa4-4b6f-adef-0113893d7643" providerId="ADAL" clId="{AAA799F7-3A86-8641-8824-056C2ED39DDE}" dt="2021-01-21T03:39:16.606" v="2266" actId="2696"/>
        <pc:sldMkLst>
          <pc:docMk/>
          <pc:sldMk cId="1528516527" sldId="347"/>
        </pc:sldMkLst>
        <pc:spChg chg="mod">
          <ac:chgData name="西原 康裕" userId="79137d2e-3fa4-4b6f-adef-0113893d7643" providerId="ADAL" clId="{AAA799F7-3A86-8641-8824-056C2ED39DDE}" dt="2021-01-21T01:56:41.005" v="1463" actId="20577"/>
          <ac:spMkLst>
            <pc:docMk/>
            <pc:sldMk cId="1528516527" sldId="347"/>
            <ac:spMk id="3" creationId="{55578C89-9EEA-074D-86D6-93BAAE82F24F}"/>
          </ac:spMkLst>
        </pc:spChg>
        <pc:spChg chg="mod">
          <ac:chgData name="西原 康裕" userId="79137d2e-3fa4-4b6f-adef-0113893d7643" providerId="ADAL" clId="{AAA799F7-3A86-8641-8824-056C2ED39DDE}" dt="2021-01-21T01:56:36.823" v="1451" actId="20577"/>
          <ac:spMkLst>
            <pc:docMk/>
            <pc:sldMk cId="1528516527" sldId="347"/>
            <ac:spMk id="4" creationId="{E2B7F81A-144F-F843-8DB1-2D805A544B6A}"/>
          </ac:spMkLst>
        </pc:spChg>
      </pc:sldChg>
      <pc:sldChg chg="addSp delSp modSp new mod ord">
        <pc:chgData name="西原 康裕" userId="79137d2e-3fa4-4b6f-adef-0113893d7643" providerId="ADAL" clId="{AAA799F7-3A86-8641-8824-056C2ED39DDE}" dt="2021-01-21T03:37:43.806" v="2193" actId="1076"/>
        <pc:sldMkLst>
          <pc:docMk/>
          <pc:sldMk cId="776578524" sldId="348"/>
        </pc:sldMkLst>
        <pc:spChg chg="del">
          <ac:chgData name="西原 康裕" userId="79137d2e-3fa4-4b6f-adef-0113893d7643" providerId="ADAL" clId="{AAA799F7-3A86-8641-8824-056C2ED39DDE}" dt="2021-01-21T03:35:56.897" v="2188" actId="478"/>
          <ac:spMkLst>
            <pc:docMk/>
            <pc:sldMk cId="776578524" sldId="348"/>
            <ac:spMk id="2" creationId="{412470F2-6C34-A24B-B0C7-AF1F24E72252}"/>
          </ac:spMkLst>
        </pc:spChg>
        <pc:spChg chg="mod">
          <ac:chgData name="西原 康裕" userId="79137d2e-3fa4-4b6f-adef-0113893d7643" providerId="ADAL" clId="{AAA799F7-3A86-8641-8824-056C2ED39DDE}" dt="2021-01-21T03:35:54.923" v="2187" actId="20577"/>
          <ac:spMkLst>
            <pc:docMk/>
            <pc:sldMk cId="776578524" sldId="348"/>
            <ac:spMk id="3" creationId="{CE81BCE6-F0E9-1046-83C5-AC164AEA3E36}"/>
          </ac:spMkLst>
        </pc:spChg>
        <pc:picChg chg="add mod">
          <ac:chgData name="西原 康裕" userId="79137d2e-3fa4-4b6f-adef-0113893d7643" providerId="ADAL" clId="{AAA799F7-3A86-8641-8824-056C2ED39DDE}" dt="2021-01-21T03:37:43.806" v="2193" actId="1076"/>
          <ac:picMkLst>
            <pc:docMk/>
            <pc:sldMk cId="776578524" sldId="348"/>
            <ac:picMk id="4" creationId="{4C075645-A438-EB48-8C23-5F8FFEDA2DB0}"/>
          </ac:picMkLst>
        </pc:picChg>
      </pc:sldChg>
      <pc:sldChg chg="new del">
        <pc:chgData name="西原 康裕" userId="79137d2e-3fa4-4b6f-adef-0113893d7643" providerId="ADAL" clId="{AAA799F7-3A86-8641-8824-056C2ED39DDE}" dt="2021-01-21T03:35:45.691" v="2167" actId="2696"/>
        <pc:sldMkLst>
          <pc:docMk/>
          <pc:sldMk cId="2162437716" sldId="348"/>
        </pc:sldMkLst>
      </pc:sldChg>
    </pc:docChg>
  </pc:docChgLst>
  <pc:docChgLst>
    <pc:chgData name="鈴木 麻衣" userId="S::mai.suzuki@optim.co.jp::e2722636-063e-48cd-ad55-78e8ffb0756d" providerId="AD" clId="Web-{FE3E2BFB-4CAB-5F31-9D7A-E9C6EAA24DD4}"/>
    <pc:docChg chg="addSld modSld sldOrd">
      <pc:chgData name="鈴木 麻衣" userId="S::mai.suzuki@optim.co.jp::e2722636-063e-48cd-ad55-78e8ffb0756d" providerId="AD" clId="Web-{FE3E2BFB-4CAB-5F31-9D7A-E9C6EAA24DD4}" dt="2021-02-12T05:27:37.735" v="584" actId="1076"/>
      <pc:docMkLst>
        <pc:docMk/>
      </pc:docMkLst>
      <pc:sldChg chg="modSp">
        <pc:chgData name="鈴木 麻衣" userId="S::mai.suzuki@optim.co.jp::e2722636-063e-48cd-ad55-78e8ffb0756d" providerId="AD" clId="Web-{FE3E2BFB-4CAB-5F31-9D7A-E9C6EAA24DD4}" dt="2021-02-12T04:31:32.531" v="4" actId="20577"/>
        <pc:sldMkLst>
          <pc:docMk/>
          <pc:sldMk cId="932101889" sldId="256"/>
        </pc:sldMkLst>
        <pc:spChg chg="mod">
          <ac:chgData name="鈴木 麻衣" userId="S::mai.suzuki@optim.co.jp::e2722636-063e-48cd-ad55-78e8ffb0756d" providerId="AD" clId="Web-{FE3E2BFB-4CAB-5F31-9D7A-E9C6EAA24DD4}" dt="2021-02-12T04:31:32.531" v="4" actId="20577"/>
          <ac:spMkLst>
            <pc:docMk/>
            <pc:sldMk cId="932101889" sldId="256"/>
            <ac:spMk id="2" creationId="{B353A0BF-A580-1D42-961C-DB2F6F84E503}"/>
          </ac:spMkLst>
        </pc:spChg>
      </pc:sldChg>
      <pc:sldChg chg="modSp">
        <pc:chgData name="鈴木 麻衣" userId="S::mai.suzuki@optim.co.jp::e2722636-063e-48cd-ad55-78e8ffb0756d" providerId="AD" clId="Web-{FE3E2BFB-4CAB-5F31-9D7A-E9C6EAA24DD4}" dt="2021-02-12T04:31:55.313" v="20" actId="20577"/>
        <pc:sldMkLst>
          <pc:docMk/>
          <pc:sldMk cId="607794871" sldId="328"/>
        </pc:sldMkLst>
        <pc:spChg chg="mod">
          <ac:chgData name="鈴木 麻衣" userId="S::mai.suzuki@optim.co.jp::e2722636-063e-48cd-ad55-78e8ffb0756d" providerId="AD" clId="Web-{FE3E2BFB-4CAB-5F31-9D7A-E9C6EAA24DD4}" dt="2021-02-12T04:31:55.313" v="20" actId="20577"/>
          <ac:spMkLst>
            <pc:docMk/>
            <pc:sldMk cId="607794871" sldId="328"/>
            <ac:spMk id="2" creationId="{E532047D-1DAD-4921-A95C-548EE0DBE01E}"/>
          </ac:spMkLst>
        </pc:spChg>
      </pc:sldChg>
      <pc:sldChg chg="addSp delSp modSp">
        <pc:chgData name="鈴木 麻衣" userId="S::mai.suzuki@optim.co.jp::e2722636-063e-48cd-ad55-78e8ffb0756d" providerId="AD" clId="Web-{FE3E2BFB-4CAB-5F31-9D7A-E9C6EAA24DD4}" dt="2021-02-12T05:27:37.735" v="584" actId="1076"/>
        <pc:sldMkLst>
          <pc:docMk/>
          <pc:sldMk cId="1135353687" sldId="329"/>
        </pc:sldMkLst>
        <pc:spChg chg="mod">
          <ac:chgData name="鈴木 麻衣" userId="S::mai.suzuki@optim.co.jp::e2722636-063e-48cd-ad55-78e8ffb0756d" providerId="AD" clId="Web-{FE3E2BFB-4CAB-5F31-9D7A-E9C6EAA24DD4}" dt="2021-02-12T04:34:41.269" v="59" actId="1076"/>
          <ac:spMkLst>
            <pc:docMk/>
            <pc:sldMk cId="1135353687" sldId="329"/>
            <ac:spMk id="4" creationId="{16BBADCD-8E0E-40F2-AFE9-3E7BC1C50E8B}"/>
          </ac:spMkLst>
        </pc:spChg>
        <pc:spChg chg="mod">
          <ac:chgData name="鈴木 麻衣" userId="S::mai.suzuki@optim.co.jp::e2722636-063e-48cd-ad55-78e8ffb0756d" providerId="AD" clId="Web-{FE3E2BFB-4CAB-5F31-9D7A-E9C6EAA24DD4}" dt="2021-02-12T04:34:41.285" v="60" actId="1076"/>
          <ac:spMkLst>
            <pc:docMk/>
            <pc:sldMk cId="1135353687" sldId="329"/>
            <ac:spMk id="5" creationId="{E876E746-8D64-46E7-8D42-D29F1267033D}"/>
          </ac:spMkLst>
        </pc:spChg>
        <pc:spChg chg="del">
          <ac:chgData name="鈴木 麻衣" userId="S::mai.suzuki@optim.co.jp::e2722636-063e-48cd-ad55-78e8ffb0756d" providerId="AD" clId="Web-{FE3E2BFB-4CAB-5F31-9D7A-E9C6EAA24DD4}" dt="2021-02-12T04:32:23.642" v="23"/>
          <ac:spMkLst>
            <pc:docMk/>
            <pc:sldMk cId="1135353687" sldId="329"/>
            <ac:spMk id="6" creationId="{4BC04592-98E8-4AF0-BEA1-8A932C3FCEB1}"/>
          </ac:spMkLst>
        </pc:spChg>
        <pc:spChg chg="mod">
          <ac:chgData name="鈴木 麻衣" userId="S::mai.suzuki@optim.co.jp::e2722636-063e-48cd-ad55-78e8ffb0756d" providerId="AD" clId="Web-{FE3E2BFB-4CAB-5F31-9D7A-E9C6EAA24DD4}" dt="2021-02-12T05:26:56.078" v="572" actId="14100"/>
          <ac:spMkLst>
            <pc:docMk/>
            <pc:sldMk cId="1135353687" sldId="329"/>
            <ac:spMk id="7" creationId="{4C8FCE2F-6BB7-49EF-AAF0-E61F99BEDDF6}"/>
          </ac:spMkLst>
        </pc:spChg>
        <pc:spChg chg="del">
          <ac:chgData name="鈴木 麻衣" userId="S::mai.suzuki@optim.co.jp::e2722636-063e-48cd-ad55-78e8ffb0756d" providerId="AD" clId="Web-{FE3E2BFB-4CAB-5F31-9D7A-E9C6EAA24DD4}" dt="2021-02-12T04:32:27.923" v="28"/>
          <ac:spMkLst>
            <pc:docMk/>
            <pc:sldMk cId="1135353687" sldId="329"/>
            <ac:spMk id="8" creationId="{64657E77-7811-4DD1-ABA6-011919FC3035}"/>
          </ac:spMkLst>
        </pc:spChg>
        <pc:spChg chg="del">
          <ac:chgData name="鈴木 麻衣" userId="S::mai.suzuki@optim.co.jp::e2722636-063e-48cd-ad55-78e8ffb0756d" providerId="AD" clId="Web-{FE3E2BFB-4CAB-5F31-9D7A-E9C6EAA24DD4}" dt="2021-02-12T04:32:41.876" v="34"/>
          <ac:spMkLst>
            <pc:docMk/>
            <pc:sldMk cId="1135353687" sldId="329"/>
            <ac:spMk id="12" creationId="{5FD4438C-2E40-4ED0-AFA1-E5A9F61A514E}"/>
          </ac:spMkLst>
        </pc:spChg>
        <pc:spChg chg="add del mod">
          <ac:chgData name="鈴木 麻衣" userId="S::mai.suzuki@optim.co.jp::e2722636-063e-48cd-ad55-78e8ffb0756d" providerId="AD" clId="Web-{FE3E2BFB-4CAB-5F31-9D7A-E9C6EAA24DD4}" dt="2021-02-12T04:34:13.472" v="57"/>
          <ac:spMkLst>
            <pc:docMk/>
            <pc:sldMk cId="1135353687" sldId="329"/>
            <ac:spMk id="14" creationId="{CEC0D5FA-2ADA-474B-9EDD-5F02EEA3801C}"/>
          </ac:spMkLst>
        </pc:spChg>
        <pc:spChg chg="mod">
          <ac:chgData name="鈴木 麻衣" userId="S::mai.suzuki@optim.co.jp::e2722636-063e-48cd-ad55-78e8ffb0756d" providerId="AD" clId="Web-{FE3E2BFB-4CAB-5F31-9D7A-E9C6EAA24DD4}" dt="2021-02-12T04:34:41.253" v="58" actId="1076"/>
          <ac:spMkLst>
            <pc:docMk/>
            <pc:sldMk cId="1135353687" sldId="329"/>
            <ac:spMk id="16" creationId="{0B0BA066-1794-4BD3-8FD1-46E9C105D26E}"/>
          </ac:spMkLst>
        </pc:spChg>
        <pc:spChg chg="mod">
          <ac:chgData name="鈴木 麻衣" userId="S::mai.suzuki@optim.co.jp::e2722636-063e-48cd-ad55-78e8ffb0756d" providerId="AD" clId="Web-{FE3E2BFB-4CAB-5F31-9D7A-E9C6EAA24DD4}" dt="2021-02-12T04:34:41.332" v="66" actId="1076"/>
          <ac:spMkLst>
            <pc:docMk/>
            <pc:sldMk cId="1135353687" sldId="329"/>
            <ac:spMk id="21" creationId="{297CCCB5-901D-4040-9400-7F160F764A49}"/>
          </ac:spMkLst>
        </pc:spChg>
        <pc:spChg chg="mod">
          <ac:chgData name="鈴木 麻衣" userId="S::mai.suzuki@optim.co.jp::e2722636-063e-48cd-ad55-78e8ffb0756d" providerId="AD" clId="Web-{FE3E2BFB-4CAB-5F31-9D7A-E9C6EAA24DD4}" dt="2021-02-12T04:34:41.347" v="67" actId="1076"/>
          <ac:spMkLst>
            <pc:docMk/>
            <pc:sldMk cId="1135353687" sldId="329"/>
            <ac:spMk id="22" creationId="{7C8EA9B3-1455-4E27-81F9-C2CC77BD2712}"/>
          </ac:spMkLst>
        </pc:spChg>
        <pc:spChg chg="del">
          <ac:chgData name="鈴木 麻衣" userId="S::mai.suzuki@optim.co.jp::e2722636-063e-48cd-ad55-78e8ffb0756d" providerId="AD" clId="Web-{FE3E2BFB-4CAB-5F31-9D7A-E9C6EAA24DD4}" dt="2021-02-12T04:34:12.581" v="56"/>
          <ac:spMkLst>
            <pc:docMk/>
            <pc:sldMk cId="1135353687" sldId="329"/>
            <ac:spMk id="23" creationId="{C900D59B-0838-41AB-B70D-9330221247C9}"/>
          </ac:spMkLst>
        </pc:spChg>
        <pc:spChg chg="del">
          <ac:chgData name="鈴木 麻衣" userId="S::mai.suzuki@optim.co.jp::e2722636-063e-48cd-ad55-78e8ffb0756d" providerId="AD" clId="Web-{FE3E2BFB-4CAB-5F31-9D7A-E9C6EAA24DD4}" dt="2021-02-12T04:32:46.001" v="40"/>
          <ac:spMkLst>
            <pc:docMk/>
            <pc:sldMk cId="1135353687" sldId="329"/>
            <ac:spMk id="26" creationId="{96F6AFD1-4735-43C9-B114-044F46EB3EC5}"/>
          </ac:spMkLst>
        </pc:spChg>
        <pc:spChg chg="del">
          <ac:chgData name="鈴木 麻衣" userId="S::mai.suzuki@optim.co.jp::e2722636-063e-48cd-ad55-78e8ffb0756d" providerId="AD" clId="Web-{FE3E2BFB-4CAB-5F31-9D7A-E9C6EAA24DD4}" dt="2021-02-12T04:32:40.986" v="33"/>
          <ac:spMkLst>
            <pc:docMk/>
            <pc:sldMk cId="1135353687" sldId="329"/>
            <ac:spMk id="28" creationId="{A44EC201-6DE6-4887-B355-B86280EC328A}"/>
          </ac:spMkLst>
        </pc:spChg>
        <pc:spChg chg="del">
          <ac:chgData name="鈴木 麻衣" userId="S::mai.suzuki@optim.co.jp::e2722636-063e-48cd-ad55-78e8ffb0756d" providerId="AD" clId="Web-{FE3E2BFB-4CAB-5F31-9D7A-E9C6EAA24DD4}" dt="2021-02-12T04:32:13.454" v="22"/>
          <ac:spMkLst>
            <pc:docMk/>
            <pc:sldMk cId="1135353687" sldId="329"/>
            <ac:spMk id="29" creationId="{1D8C862F-3E4F-4FC5-B216-EAD31AC3B20D}"/>
          </ac:spMkLst>
        </pc:spChg>
        <pc:spChg chg="mod">
          <ac:chgData name="鈴木 麻衣" userId="S::mai.suzuki@optim.co.jp::e2722636-063e-48cd-ad55-78e8ffb0756d" providerId="AD" clId="Web-{FE3E2BFB-4CAB-5F31-9D7A-E9C6EAA24DD4}" dt="2021-02-12T05:27:35.500" v="583" actId="1076"/>
          <ac:spMkLst>
            <pc:docMk/>
            <pc:sldMk cId="1135353687" sldId="329"/>
            <ac:spMk id="30" creationId="{755C59F9-97BD-4BAC-8662-BD922BA7B16D}"/>
          </ac:spMkLst>
        </pc:spChg>
        <pc:spChg chg="del mod">
          <ac:chgData name="鈴木 麻衣" userId="S::mai.suzuki@optim.co.jp::e2722636-063e-48cd-ad55-78e8ffb0756d" providerId="AD" clId="Web-{FE3E2BFB-4CAB-5F31-9D7A-E9C6EAA24DD4}" dt="2021-02-12T04:32:26.657" v="25"/>
          <ac:spMkLst>
            <pc:docMk/>
            <pc:sldMk cId="1135353687" sldId="329"/>
            <ac:spMk id="31" creationId="{527F0056-5B53-488D-A681-40F4355EADCF}"/>
          </ac:spMkLst>
        </pc:spChg>
        <pc:spChg chg="mod">
          <ac:chgData name="鈴木 麻衣" userId="S::mai.suzuki@optim.co.jp::e2722636-063e-48cd-ad55-78e8ffb0756d" providerId="AD" clId="Web-{FE3E2BFB-4CAB-5F31-9D7A-E9C6EAA24DD4}" dt="2021-02-12T05:27:37.735" v="584" actId="1076"/>
          <ac:spMkLst>
            <pc:docMk/>
            <pc:sldMk cId="1135353687" sldId="329"/>
            <ac:spMk id="33" creationId="{0A8F81A3-94CE-4440-8802-8889720DD9E3}"/>
          </ac:spMkLst>
        </pc:spChg>
        <pc:spChg chg="del">
          <ac:chgData name="鈴木 麻衣" userId="S::mai.suzuki@optim.co.jp::e2722636-063e-48cd-ad55-78e8ffb0756d" providerId="AD" clId="Web-{FE3E2BFB-4CAB-5F31-9D7A-E9C6EAA24DD4}" dt="2021-02-12T04:32:43.126" v="36"/>
          <ac:spMkLst>
            <pc:docMk/>
            <pc:sldMk cId="1135353687" sldId="329"/>
            <ac:spMk id="37" creationId="{E4D486D2-438F-45CB-ACBD-B2D750E7BDD5}"/>
          </ac:spMkLst>
        </pc:spChg>
        <pc:spChg chg="del mod">
          <ac:chgData name="鈴木 麻衣" userId="S::mai.suzuki@optim.co.jp::e2722636-063e-48cd-ad55-78e8ffb0756d" providerId="AD" clId="Web-{FE3E2BFB-4CAB-5F31-9D7A-E9C6EAA24DD4}" dt="2021-02-12T04:32:37.236" v="32"/>
          <ac:spMkLst>
            <pc:docMk/>
            <pc:sldMk cId="1135353687" sldId="329"/>
            <ac:spMk id="40" creationId="{4FA0C56E-3C1E-49E6-B3A3-A7C5E9AE8C59}"/>
          </ac:spMkLst>
        </pc:spChg>
        <pc:picChg chg="del">
          <ac:chgData name="鈴木 麻衣" userId="S::mai.suzuki@optim.co.jp::e2722636-063e-48cd-ad55-78e8ffb0756d" providerId="AD" clId="Web-{FE3E2BFB-4CAB-5F31-9D7A-E9C6EAA24DD4}" dt="2021-02-12T04:32:12.501" v="21"/>
          <ac:picMkLst>
            <pc:docMk/>
            <pc:sldMk cId="1135353687" sldId="329"/>
            <ac:picMk id="27" creationId="{89539087-30E1-4B5B-B051-9CCB4357DA4E}"/>
          </ac:picMkLst>
        </pc:picChg>
        <pc:cxnChg chg="mod">
          <ac:chgData name="鈴木 麻衣" userId="S::mai.suzuki@optim.co.jp::e2722636-063e-48cd-ad55-78e8ffb0756d" providerId="AD" clId="Web-{FE3E2BFB-4CAB-5F31-9D7A-E9C6EAA24DD4}" dt="2021-02-12T04:34:41.300" v="62" actId="1076"/>
          <ac:cxnSpMkLst>
            <pc:docMk/>
            <pc:sldMk cId="1135353687" sldId="329"/>
            <ac:cxnSpMk id="10" creationId="{B1C85963-10C6-4D4F-8283-13178A127902}"/>
          </ac:cxnSpMkLst>
        </pc:cxnChg>
        <pc:cxnChg chg="mod">
          <ac:chgData name="鈴木 麻衣" userId="S::mai.suzuki@optim.co.jp::e2722636-063e-48cd-ad55-78e8ffb0756d" providerId="AD" clId="Web-{FE3E2BFB-4CAB-5F31-9D7A-E9C6EAA24DD4}" dt="2021-02-12T05:27:26.094" v="579" actId="1076"/>
          <ac:cxnSpMkLst>
            <pc:docMk/>
            <pc:sldMk cId="1135353687" sldId="329"/>
            <ac:cxnSpMk id="11" creationId="{92FE6954-C3AA-41BC-818D-5833F0959922}"/>
          </ac:cxnSpMkLst>
        </pc:cxnChg>
        <pc:cxnChg chg="del">
          <ac:chgData name="鈴木 麻衣" userId="S::mai.suzuki@optim.co.jp::e2722636-063e-48cd-ad55-78e8ffb0756d" providerId="AD" clId="Web-{FE3E2BFB-4CAB-5F31-9D7A-E9C6EAA24DD4}" dt="2021-02-12T04:32:42.564" v="35"/>
          <ac:cxnSpMkLst>
            <pc:docMk/>
            <pc:sldMk cId="1135353687" sldId="329"/>
            <ac:cxnSpMk id="13" creationId="{9A6EB18D-8E7B-4470-8437-C0275AAF92AC}"/>
          </ac:cxnSpMkLst>
        </pc:cxnChg>
        <pc:cxnChg chg="del">
          <ac:chgData name="鈴木 麻衣" userId="S::mai.suzuki@optim.co.jp::e2722636-063e-48cd-ad55-78e8ffb0756d" providerId="AD" clId="Web-{FE3E2BFB-4CAB-5F31-9D7A-E9C6EAA24DD4}" dt="2021-02-12T04:32:27.189" v="26"/>
          <ac:cxnSpMkLst>
            <pc:docMk/>
            <pc:sldMk cId="1135353687" sldId="329"/>
            <ac:cxnSpMk id="15" creationId="{B021F7D5-66A9-4303-BD0F-0EAAEADF2246}"/>
          </ac:cxnSpMkLst>
        </pc:cxnChg>
        <pc:cxnChg chg="mod">
          <ac:chgData name="鈴木 麻衣" userId="S::mai.suzuki@optim.co.jp::e2722636-063e-48cd-ad55-78e8ffb0756d" providerId="AD" clId="Web-{FE3E2BFB-4CAB-5F31-9D7A-E9C6EAA24DD4}" dt="2021-02-12T04:34:41.316" v="64" actId="1076"/>
          <ac:cxnSpMkLst>
            <pc:docMk/>
            <pc:sldMk cId="1135353687" sldId="329"/>
            <ac:cxnSpMk id="18" creationId="{470DB034-D5FC-4078-BFA2-CDAB2BC1E05D}"/>
          </ac:cxnSpMkLst>
        </pc:cxnChg>
        <pc:cxnChg chg="mod">
          <ac:chgData name="鈴木 麻衣" userId="S::mai.suzuki@optim.co.jp::e2722636-063e-48cd-ad55-78e8ffb0756d" providerId="AD" clId="Web-{FE3E2BFB-4CAB-5F31-9D7A-E9C6EAA24DD4}" dt="2021-02-12T04:34:41.332" v="65" actId="1076"/>
          <ac:cxnSpMkLst>
            <pc:docMk/>
            <pc:sldMk cId="1135353687" sldId="329"/>
            <ac:cxnSpMk id="20" creationId="{BC32B786-37AE-46B4-B465-EF693880161B}"/>
          </ac:cxnSpMkLst>
        </pc:cxnChg>
        <pc:cxnChg chg="add del">
          <ac:chgData name="鈴木 麻衣" userId="S::mai.suzuki@optim.co.jp::e2722636-063e-48cd-ad55-78e8ffb0756d" providerId="AD" clId="Web-{FE3E2BFB-4CAB-5F31-9D7A-E9C6EAA24DD4}" dt="2021-02-12T04:33:14.580" v="47"/>
          <ac:cxnSpMkLst>
            <pc:docMk/>
            <pc:sldMk cId="1135353687" sldId="329"/>
            <ac:cxnSpMk id="25" creationId="{6711EEF9-374E-4CC2-905E-B0E75655B228}"/>
          </ac:cxnSpMkLst>
        </pc:cxnChg>
        <pc:cxnChg chg="mod">
          <ac:chgData name="鈴木 麻衣" userId="S::mai.suzuki@optim.co.jp::e2722636-063e-48cd-ad55-78e8ffb0756d" providerId="AD" clId="Web-{FE3E2BFB-4CAB-5F31-9D7A-E9C6EAA24DD4}" dt="2021-02-12T05:27:24.500" v="578" actId="1076"/>
          <ac:cxnSpMkLst>
            <pc:docMk/>
            <pc:sldMk cId="1135353687" sldId="329"/>
            <ac:cxnSpMk id="32" creationId="{DD6BA057-E7BA-4B19-8E9F-D06F825B63B5}"/>
          </ac:cxnSpMkLst>
        </pc:cxnChg>
        <pc:cxnChg chg="del">
          <ac:chgData name="鈴木 麻衣" userId="S::mai.suzuki@optim.co.jp::e2722636-063e-48cd-ad55-78e8ffb0756d" providerId="AD" clId="Web-{FE3E2BFB-4CAB-5F31-9D7A-E9C6EAA24DD4}" dt="2021-02-12T04:32:45.111" v="39"/>
          <ac:cxnSpMkLst>
            <pc:docMk/>
            <pc:sldMk cId="1135353687" sldId="329"/>
            <ac:cxnSpMk id="34" creationId="{07B2FF3A-B43D-47A1-AC52-3EC8B97CF71D}"/>
          </ac:cxnSpMkLst>
        </pc:cxnChg>
        <pc:cxnChg chg="del">
          <ac:chgData name="鈴木 麻衣" userId="S::mai.suzuki@optim.co.jp::e2722636-063e-48cd-ad55-78e8ffb0756d" providerId="AD" clId="Web-{FE3E2BFB-4CAB-5F31-9D7A-E9C6EAA24DD4}" dt="2021-02-12T04:32:43.829" v="37"/>
          <ac:cxnSpMkLst>
            <pc:docMk/>
            <pc:sldMk cId="1135353687" sldId="329"/>
            <ac:cxnSpMk id="35" creationId="{5833404F-2FED-4855-A19C-1E6889DB9582}"/>
          </ac:cxnSpMkLst>
        </pc:cxnChg>
        <pc:cxnChg chg="del">
          <ac:chgData name="鈴木 麻衣" userId="S::mai.suzuki@optim.co.jp::e2722636-063e-48cd-ad55-78e8ffb0756d" providerId="AD" clId="Web-{FE3E2BFB-4CAB-5F31-9D7A-E9C6EAA24DD4}" dt="2021-02-12T04:32:44.501" v="38"/>
          <ac:cxnSpMkLst>
            <pc:docMk/>
            <pc:sldMk cId="1135353687" sldId="329"/>
            <ac:cxnSpMk id="36" creationId="{AA7A212C-F063-4C53-819E-7561FEE19BCC}"/>
          </ac:cxnSpMkLst>
        </pc:cxnChg>
        <pc:cxnChg chg="del">
          <ac:chgData name="鈴木 麻衣" userId="S::mai.suzuki@optim.co.jp::e2722636-063e-48cd-ad55-78e8ffb0756d" providerId="AD" clId="Web-{FE3E2BFB-4CAB-5F31-9D7A-E9C6EAA24DD4}" dt="2021-02-12T04:32:27.517" v="27"/>
          <ac:cxnSpMkLst>
            <pc:docMk/>
            <pc:sldMk cId="1135353687" sldId="329"/>
            <ac:cxnSpMk id="39" creationId="{3D3B59B9-9A2F-4081-AF35-DDE5C6722442}"/>
          </ac:cxnSpMkLst>
        </pc:cxnChg>
      </pc:sldChg>
      <pc:sldChg chg="delSp modSp">
        <pc:chgData name="鈴木 麻衣" userId="S::mai.suzuki@optim.co.jp::e2722636-063e-48cd-ad55-78e8ffb0756d" providerId="AD" clId="Web-{FE3E2BFB-4CAB-5F31-9D7A-E9C6EAA24DD4}" dt="2021-02-12T04:42:54.841" v="132" actId="20577"/>
        <pc:sldMkLst>
          <pc:docMk/>
          <pc:sldMk cId="1333521870" sldId="331"/>
        </pc:sldMkLst>
        <pc:spChg chg="del">
          <ac:chgData name="鈴木 麻衣" userId="S::mai.suzuki@optim.co.jp::e2722636-063e-48cd-ad55-78e8ffb0756d" providerId="AD" clId="Web-{FE3E2BFB-4CAB-5F31-9D7A-E9C6EAA24DD4}" dt="2021-02-12T04:42:36.512" v="128"/>
          <ac:spMkLst>
            <pc:docMk/>
            <pc:sldMk cId="1333521870" sldId="331"/>
            <ac:spMk id="2" creationId="{1B4455B7-15E1-442D-A83F-73515AF9AF62}"/>
          </ac:spMkLst>
        </pc:spChg>
        <pc:spChg chg="del">
          <ac:chgData name="鈴木 麻衣" userId="S::mai.suzuki@optim.co.jp::e2722636-063e-48cd-ad55-78e8ffb0756d" providerId="AD" clId="Web-{FE3E2BFB-4CAB-5F31-9D7A-E9C6EAA24DD4}" dt="2021-02-12T04:42:35.700" v="127"/>
          <ac:spMkLst>
            <pc:docMk/>
            <pc:sldMk cId="1333521870" sldId="331"/>
            <ac:spMk id="8" creationId="{52973711-580A-4D8D-A86B-222425BE08EC}"/>
          </ac:spMkLst>
        </pc:spChg>
        <pc:spChg chg="mod">
          <ac:chgData name="鈴木 麻衣" userId="S::mai.suzuki@optim.co.jp::e2722636-063e-48cd-ad55-78e8ffb0756d" providerId="AD" clId="Web-{FE3E2BFB-4CAB-5F31-9D7A-E9C6EAA24DD4}" dt="2021-02-12T04:42:54.841" v="132" actId="20577"/>
          <ac:spMkLst>
            <pc:docMk/>
            <pc:sldMk cId="1333521870" sldId="331"/>
            <ac:spMk id="21" creationId="{F4480A6D-41AB-401B-B288-B1EE8EAB8B78}"/>
          </ac:spMkLst>
        </pc:spChg>
        <pc:picChg chg="mod">
          <ac:chgData name="鈴木 麻衣" userId="S::mai.suzuki@optim.co.jp::e2722636-063e-48cd-ad55-78e8ffb0756d" providerId="AD" clId="Web-{FE3E2BFB-4CAB-5F31-9D7A-E9C6EAA24DD4}" dt="2021-02-12T04:42:23.684" v="126"/>
          <ac:picMkLst>
            <pc:docMk/>
            <pc:sldMk cId="1333521870" sldId="331"/>
            <ac:picMk id="6" creationId="{36B2D9EA-4813-4126-AF68-89BD12FB73FC}"/>
          </ac:picMkLst>
        </pc:picChg>
      </pc:sldChg>
      <pc:sldChg chg="modSp">
        <pc:chgData name="鈴木 麻衣" userId="S::mai.suzuki@optim.co.jp::e2722636-063e-48cd-ad55-78e8ffb0756d" providerId="AD" clId="Web-{FE3E2BFB-4CAB-5F31-9D7A-E9C6EAA24DD4}" dt="2021-02-12T04:41:13.683" v="125" actId="20577"/>
        <pc:sldMkLst>
          <pc:docMk/>
          <pc:sldMk cId="117006167" sldId="332"/>
        </pc:sldMkLst>
        <pc:spChg chg="mod">
          <ac:chgData name="鈴木 麻衣" userId="S::mai.suzuki@optim.co.jp::e2722636-063e-48cd-ad55-78e8ffb0756d" providerId="AD" clId="Web-{FE3E2BFB-4CAB-5F31-9D7A-E9C6EAA24DD4}" dt="2021-02-12T04:39:24.712" v="83" actId="1076"/>
          <ac:spMkLst>
            <pc:docMk/>
            <pc:sldMk cId="117006167" sldId="332"/>
            <ac:spMk id="10" creationId="{A725271D-6E56-4EC5-84DF-698F0761622C}"/>
          </ac:spMkLst>
        </pc:spChg>
        <pc:spChg chg="mod">
          <ac:chgData name="鈴木 麻衣" userId="S::mai.suzuki@optim.co.jp::e2722636-063e-48cd-ad55-78e8ffb0756d" providerId="AD" clId="Web-{FE3E2BFB-4CAB-5F31-9D7A-E9C6EAA24DD4}" dt="2021-02-12T04:40:20.197" v="90" actId="1076"/>
          <ac:spMkLst>
            <pc:docMk/>
            <pc:sldMk cId="117006167" sldId="332"/>
            <ac:spMk id="11" creationId="{B3FFB41B-2E3D-42DF-9B34-AF38CFB1B92B}"/>
          </ac:spMkLst>
        </pc:spChg>
        <pc:spChg chg="mod">
          <ac:chgData name="鈴木 麻衣" userId="S::mai.suzuki@optim.co.jp::e2722636-063e-48cd-ad55-78e8ffb0756d" providerId="AD" clId="Web-{FE3E2BFB-4CAB-5F31-9D7A-E9C6EAA24DD4}" dt="2021-02-12T04:41:13.683" v="125" actId="20577"/>
          <ac:spMkLst>
            <pc:docMk/>
            <pc:sldMk cId="117006167" sldId="332"/>
            <ac:spMk id="21" creationId="{F4480A6D-41AB-401B-B288-B1EE8EAB8B78}"/>
          </ac:spMkLst>
        </pc:spChg>
        <pc:spChg chg="mod">
          <ac:chgData name="鈴木 麻衣" userId="S::mai.suzuki@optim.co.jp::e2722636-063e-48cd-ad55-78e8ffb0756d" providerId="AD" clId="Web-{FE3E2BFB-4CAB-5F31-9D7A-E9C6EAA24DD4}" dt="2021-02-12T04:40:28.307" v="93" actId="1076"/>
          <ac:spMkLst>
            <pc:docMk/>
            <pc:sldMk cId="117006167" sldId="332"/>
            <ac:spMk id="24" creationId="{28E0A21C-D273-400E-8627-51D3EC8067B2}"/>
          </ac:spMkLst>
        </pc:spChg>
        <pc:spChg chg="mod">
          <ac:chgData name="鈴木 麻衣" userId="S::mai.suzuki@optim.co.jp::e2722636-063e-48cd-ad55-78e8ffb0756d" providerId="AD" clId="Web-{FE3E2BFB-4CAB-5F31-9D7A-E9C6EAA24DD4}" dt="2021-02-12T04:40:13.916" v="89" actId="1076"/>
          <ac:spMkLst>
            <pc:docMk/>
            <pc:sldMk cId="117006167" sldId="332"/>
            <ac:spMk id="26" creationId="{F9E8B028-A283-4958-8202-0434757C3918}"/>
          </ac:spMkLst>
        </pc:spChg>
        <pc:picChg chg="mod">
          <ac:chgData name="鈴木 麻衣" userId="S::mai.suzuki@optim.co.jp::e2722636-063e-48cd-ad55-78e8ffb0756d" providerId="AD" clId="Web-{FE3E2BFB-4CAB-5F31-9D7A-E9C6EAA24DD4}" dt="2021-02-12T04:40:09.244" v="88" actId="1076"/>
          <ac:picMkLst>
            <pc:docMk/>
            <pc:sldMk cId="117006167" sldId="332"/>
            <ac:picMk id="6" creationId="{36B2D9EA-4813-4126-AF68-89BD12FB73FC}"/>
          </ac:picMkLst>
        </pc:picChg>
        <pc:picChg chg="mod modCrop">
          <ac:chgData name="鈴木 麻衣" userId="S::mai.suzuki@optim.co.jp::e2722636-063e-48cd-ad55-78e8ffb0756d" providerId="AD" clId="Web-{FE3E2BFB-4CAB-5F31-9D7A-E9C6EAA24DD4}" dt="2021-02-12T04:39:03.336" v="80"/>
          <ac:picMkLst>
            <pc:docMk/>
            <pc:sldMk cId="117006167" sldId="332"/>
            <ac:picMk id="9" creationId="{B6FAC224-1934-4465-9293-12240E6767C9}"/>
          </ac:picMkLst>
        </pc:picChg>
      </pc:sldChg>
      <pc:sldChg chg="addSp delSp modSp">
        <pc:chgData name="鈴木 麻衣" userId="S::mai.suzuki@optim.co.jp::e2722636-063e-48cd-ad55-78e8ffb0756d" providerId="AD" clId="Web-{FE3E2BFB-4CAB-5F31-9D7A-E9C6EAA24DD4}" dt="2021-02-12T04:51:31.069" v="205" actId="1076"/>
        <pc:sldMkLst>
          <pc:docMk/>
          <pc:sldMk cId="1065574258" sldId="333"/>
        </pc:sldMkLst>
        <pc:spChg chg="del mod">
          <ac:chgData name="鈴木 麻衣" userId="S::mai.suzuki@optim.co.jp::e2722636-063e-48cd-ad55-78e8ffb0756d" providerId="AD" clId="Web-{FE3E2BFB-4CAB-5F31-9D7A-E9C6EAA24DD4}" dt="2021-02-12T04:46:27.048" v="138"/>
          <ac:spMkLst>
            <pc:docMk/>
            <pc:sldMk cId="1065574258" sldId="333"/>
            <ac:spMk id="2" creationId="{A3B901BD-4248-49A7-8699-7C51EAA3992F}"/>
          </ac:spMkLst>
        </pc:spChg>
        <pc:spChg chg="mod">
          <ac:chgData name="鈴木 麻衣" userId="S::mai.suzuki@optim.co.jp::e2722636-063e-48cd-ad55-78e8ffb0756d" providerId="AD" clId="Web-{FE3E2BFB-4CAB-5F31-9D7A-E9C6EAA24DD4}" dt="2021-02-12T04:43:03.263" v="133" actId="20577"/>
          <ac:spMkLst>
            <pc:docMk/>
            <pc:sldMk cId="1065574258" sldId="333"/>
            <ac:spMk id="3" creationId="{9D2EA1CA-A1CA-2A4E-A954-D36AF5AC6134}"/>
          </ac:spMkLst>
        </pc:spChg>
        <pc:spChg chg="mod">
          <ac:chgData name="鈴木 麻衣" userId="S::mai.suzuki@optim.co.jp::e2722636-063e-48cd-ad55-78e8ffb0756d" providerId="AD" clId="Web-{FE3E2BFB-4CAB-5F31-9D7A-E9C6EAA24DD4}" dt="2021-02-12T04:48:20.706" v="156" actId="14100"/>
          <ac:spMkLst>
            <pc:docMk/>
            <pc:sldMk cId="1065574258" sldId="333"/>
            <ac:spMk id="8" creationId="{C2706924-C538-455E-A143-320AD1CD96A1}"/>
          </ac:spMkLst>
        </pc:spChg>
        <pc:spChg chg="mod">
          <ac:chgData name="鈴木 麻衣" userId="S::mai.suzuki@optim.co.jp::e2722636-063e-48cd-ad55-78e8ffb0756d" providerId="AD" clId="Web-{FE3E2BFB-4CAB-5F31-9D7A-E9C6EAA24DD4}" dt="2021-02-12T04:48:17.003" v="155" actId="1076"/>
          <ac:spMkLst>
            <pc:docMk/>
            <pc:sldMk cId="1065574258" sldId="333"/>
            <ac:spMk id="9" creationId="{5F09A658-E8D5-461B-A82F-252B5FC4CF51}"/>
          </ac:spMkLst>
        </pc:spChg>
        <pc:spChg chg="mod">
          <ac:chgData name="鈴木 麻衣" userId="S::mai.suzuki@optim.co.jp::e2722636-063e-48cd-ad55-78e8ffb0756d" providerId="AD" clId="Web-{FE3E2BFB-4CAB-5F31-9D7A-E9C6EAA24DD4}" dt="2021-02-12T04:48:42.128" v="160" actId="1076"/>
          <ac:spMkLst>
            <pc:docMk/>
            <pc:sldMk cId="1065574258" sldId="333"/>
            <ac:spMk id="10" creationId="{95BEBC35-9984-4E28-91CE-1ADBDB40F35F}"/>
          </ac:spMkLst>
        </pc:spChg>
        <pc:spChg chg="mod">
          <ac:chgData name="鈴木 麻衣" userId="S::mai.suzuki@optim.co.jp::e2722636-063e-48cd-ad55-78e8ffb0756d" providerId="AD" clId="Web-{FE3E2BFB-4CAB-5F31-9D7A-E9C6EAA24DD4}" dt="2021-02-12T04:48:36.003" v="159" actId="1076"/>
          <ac:spMkLst>
            <pc:docMk/>
            <pc:sldMk cId="1065574258" sldId="333"/>
            <ac:spMk id="11" creationId="{8E6186AB-B293-4A74-937D-53F104F17ABE}"/>
          </ac:spMkLst>
        </pc:spChg>
        <pc:spChg chg="mod">
          <ac:chgData name="鈴木 麻衣" userId="S::mai.suzuki@optim.co.jp::e2722636-063e-48cd-ad55-78e8ffb0756d" providerId="AD" clId="Web-{FE3E2BFB-4CAB-5F31-9D7A-E9C6EAA24DD4}" dt="2021-02-12T04:48:27.940" v="157" actId="1076"/>
          <ac:spMkLst>
            <pc:docMk/>
            <pc:sldMk cId="1065574258" sldId="333"/>
            <ac:spMk id="12" creationId="{5B50ABFA-51B3-46B3-A91A-50472B5135D8}"/>
          </ac:spMkLst>
        </pc:spChg>
        <pc:spChg chg="mod">
          <ac:chgData name="鈴木 麻衣" userId="S::mai.suzuki@optim.co.jp::e2722636-063e-48cd-ad55-78e8ffb0756d" providerId="AD" clId="Web-{FE3E2BFB-4CAB-5F31-9D7A-E9C6EAA24DD4}" dt="2021-02-12T04:48:09.425" v="153" actId="1076"/>
          <ac:spMkLst>
            <pc:docMk/>
            <pc:sldMk cId="1065574258" sldId="333"/>
            <ac:spMk id="13" creationId="{D063ABD0-C5C4-40B6-BF4B-81442B8CB2DF}"/>
          </ac:spMkLst>
        </pc:spChg>
        <pc:spChg chg="add mod">
          <ac:chgData name="鈴木 麻衣" userId="S::mai.suzuki@optim.co.jp::e2722636-063e-48cd-ad55-78e8ffb0756d" providerId="AD" clId="Web-{FE3E2BFB-4CAB-5F31-9D7A-E9C6EAA24DD4}" dt="2021-02-12T04:50:44.834" v="190" actId="14100"/>
          <ac:spMkLst>
            <pc:docMk/>
            <pc:sldMk cId="1065574258" sldId="333"/>
            <ac:spMk id="15" creationId="{47DEF571-9706-4557-9317-F724E607B200}"/>
          </ac:spMkLst>
        </pc:spChg>
        <pc:spChg chg="mod">
          <ac:chgData name="鈴木 麻衣" userId="S::mai.suzuki@optim.co.jp::e2722636-063e-48cd-ad55-78e8ffb0756d" providerId="AD" clId="Web-{FE3E2BFB-4CAB-5F31-9D7A-E9C6EAA24DD4}" dt="2021-02-12T04:51:31.069" v="205" actId="1076"/>
          <ac:spMkLst>
            <pc:docMk/>
            <pc:sldMk cId="1065574258" sldId="333"/>
            <ac:spMk id="21" creationId="{F4480A6D-41AB-401B-B288-B1EE8EAB8B78}"/>
          </ac:spMkLst>
        </pc:spChg>
        <pc:spChg chg="del">
          <ac:chgData name="鈴木 麻衣" userId="S::mai.suzuki@optim.co.jp::e2722636-063e-48cd-ad55-78e8ffb0756d" providerId="AD" clId="Web-{FE3E2BFB-4CAB-5F31-9D7A-E9C6EAA24DD4}" dt="2021-02-12T04:46:23.907" v="136"/>
          <ac:spMkLst>
            <pc:docMk/>
            <pc:sldMk cId="1065574258" sldId="333"/>
            <ac:spMk id="24" creationId="{28E0A21C-D273-400E-8627-51D3EC8067B2}"/>
          </ac:spMkLst>
        </pc:spChg>
        <pc:spChg chg="mod">
          <ac:chgData name="鈴木 麻衣" userId="S::mai.suzuki@optim.co.jp::e2722636-063e-48cd-ad55-78e8ffb0756d" providerId="AD" clId="Web-{FE3E2BFB-4CAB-5F31-9D7A-E9C6EAA24DD4}" dt="2021-02-12T04:50:32.708" v="187" actId="1076"/>
          <ac:spMkLst>
            <pc:docMk/>
            <pc:sldMk cId="1065574258" sldId="333"/>
            <ac:spMk id="26" creationId="{F9E8B028-A283-4958-8202-0434757C3918}"/>
          </ac:spMkLst>
        </pc:spChg>
        <pc:picChg chg="mod modCrop">
          <ac:chgData name="鈴木 麻衣" userId="S::mai.suzuki@optim.co.jp::e2722636-063e-48cd-ad55-78e8ffb0756d" providerId="AD" clId="Web-{FE3E2BFB-4CAB-5F31-9D7A-E9C6EAA24DD4}" dt="2021-02-12T04:48:01.002" v="151" actId="1076"/>
          <ac:picMkLst>
            <pc:docMk/>
            <pc:sldMk cId="1065574258" sldId="333"/>
            <ac:picMk id="6" creationId="{36B2D9EA-4813-4126-AF68-89BD12FB73FC}"/>
          </ac:picMkLst>
        </pc:picChg>
      </pc:sldChg>
      <pc:sldChg chg="addSp delSp modSp">
        <pc:chgData name="鈴木 麻衣" userId="S::mai.suzuki@optim.co.jp::e2722636-063e-48cd-ad55-78e8ffb0756d" providerId="AD" clId="Web-{FE3E2BFB-4CAB-5F31-9D7A-E9C6EAA24DD4}" dt="2021-02-12T05:14:17.094" v="567" actId="1076"/>
        <pc:sldMkLst>
          <pc:docMk/>
          <pc:sldMk cId="2661154259" sldId="335"/>
        </pc:sldMkLst>
        <pc:spChg chg="mod">
          <ac:chgData name="鈴木 麻衣" userId="S::mai.suzuki@optim.co.jp::e2722636-063e-48cd-ad55-78e8ffb0756d" providerId="AD" clId="Web-{FE3E2BFB-4CAB-5F31-9D7A-E9C6EAA24DD4}" dt="2021-02-12T05:00:17.407" v="309" actId="20577"/>
          <ac:spMkLst>
            <pc:docMk/>
            <pc:sldMk cId="2661154259" sldId="335"/>
            <ac:spMk id="3" creationId="{9D2EA1CA-A1CA-2A4E-A954-D36AF5AC6134}"/>
          </ac:spMkLst>
        </pc:spChg>
        <pc:spChg chg="mod">
          <ac:chgData name="鈴木 麻衣" userId="S::mai.suzuki@optim.co.jp::e2722636-063e-48cd-ad55-78e8ffb0756d" providerId="AD" clId="Web-{FE3E2BFB-4CAB-5F31-9D7A-E9C6EAA24DD4}" dt="2021-02-12T05:01:43.939" v="380" actId="20577"/>
          <ac:spMkLst>
            <pc:docMk/>
            <pc:sldMk cId="2661154259" sldId="335"/>
            <ac:spMk id="7" creationId="{7BBFC0EE-763A-4DF0-9872-DE88DC887D4B}"/>
          </ac:spMkLst>
        </pc:spChg>
        <pc:spChg chg="del mod">
          <ac:chgData name="鈴木 麻衣" userId="S::mai.suzuki@optim.co.jp::e2722636-063e-48cd-ad55-78e8ffb0756d" providerId="AD" clId="Web-{FE3E2BFB-4CAB-5F31-9D7A-E9C6EAA24DD4}" dt="2021-02-12T05:09:38.323" v="469"/>
          <ac:spMkLst>
            <pc:docMk/>
            <pc:sldMk cId="2661154259" sldId="335"/>
            <ac:spMk id="8" creationId="{4E6FD724-E41B-462A-9AC7-B0B6DCAAB0A1}"/>
          </ac:spMkLst>
        </pc:spChg>
        <pc:spChg chg="mod">
          <ac:chgData name="鈴木 麻衣" userId="S::mai.suzuki@optim.co.jp::e2722636-063e-48cd-ad55-78e8ffb0756d" providerId="AD" clId="Web-{FE3E2BFB-4CAB-5F31-9D7A-E9C6EAA24DD4}" dt="2021-02-12T05:09:28.089" v="468" actId="14100"/>
          <ac:spMkLst>
            <pc:docMk/>
            <pc:sldMk cId="2661154259" sldId="335"/>
            <ac:spMk id="9" creationId="{8E91BB1D-97F3-4076-A901-0013EC861DBD}"/>
          </ac:spMkLst>
        </pc:spChg>
        <pc:spChg chg="mod">
          <ac:chgData name="鈴木 麻衣" userId="S::mai.suzuki@optim.co.jp::e2722636-063e-48cd-ad55-78e8ffb0756d" providerId="AD" clId="Web-{FE3E2BFB-4CAB-5F31-9D7A-E9C6EAA24DD4}" dt="2021-02-12T05:02:04.471" v="387" actId="1076"/>
          <ac:spMkLst>
            <pc:docMk/>
            <pc:sldMk cId="2661154259" sldId="335"/>
            <ac:spMk id="10" creationId="{8A062D00-4F19-4F5C-BC04-4D4CCED28D93}"/>
          </ac:spMkLst>
        </pc:spChg>
        <pc:spChg chg="mod">
          <ac:chgData name="鈴木 麻衣" userId="S::mai.suzuki@optim.co.jp::e2722636-063e-48cd-ad55-78e8ffb0756d" providerId="AD" clId="Web-{FE3E2BFB-4CAB-5F31-9D7A-E9C6EAA24DD4}" dt="2021-02-12T05:09:23.823" v="467" actId="14100"/>
          <ac:spMkLst>
            <pc:docMk/>
            <pc:sldMk cId="2661154259" sldId="335"/>
            <ac:spMk id="11" creationId="{8CA723F7-6556-452F-AFEF-6DC74AE70B7B}"/>
          </ac:spMkLst>
        </pc:spChg>
        <pc:spChg chg="mod ord">
          <ac:chgData name="鈴木 麻衣" userId="S::mai.suzuki@optim.co.jp::e2722636-063e-48cd-ad55-78e8ffb0756d" providerId="AD" clId="Web-{FE3E2BFB-4CAB-5F31-9D7A-E9C6EAA24DD4}" dt="2021-02-12T05:02:29.690" v="398" actId="1076"/>
          <ac:spMkLst>
            <pc:docMk/>
            <pc:sldMk cId="2661154259" sldId="335"/>
            <ac:spMk id="12" creationId="{A65B67BA-9643-439B-BA47-A2B73FE1636E}"/>
          </ac:spMkLst>
        </pc:spChg>
        <pc:spChg chg="mod">
          <ac:chgData name="鈴木 麻衣" userId="S::mai.suzuki@optim.co.jp::e2722636-063e-48cd-ad55-78e8ffb0756d" providerId="AD" clId="Web-{FE3E2BFB-4CAB-5F31-9D7A-E9C6EAA24DD4}" dt="2021-02-12T05:09:13.135" v="466" actId="1076"/>
          <ac:spMkLst>
            <pc:docMk/>
            <pc:sldMk cId="2661154259" sldId="335"/>
            <ac:spMk id="13" creationId="{EDE173EB-742E-4A7B-9720-974CC44B1010}"/>
          </ac:spMkLst>
        </pc:spChg>
        <pc:spChg chg="mod">
          <ac:chgData name="鈴木 麻衣" userId="S::mai.suzuki@optim.co.jp::e2722636-063e-48cd-ad55-78e8ffb0756d" providerId="AD" clId="Web-{FE3E2BFB-4CAB-5F31-9D7A-E9C6EAA24DD4}" dt="2021-02-12T05:08:47.604" v="461" actId="20577"/>
          <ac:spMkLst>
            <pc:docMk/>
            <pc:sldMk cId="2661154259" sldId="335"/>
            <ac:spMk id="15" creationId="{A4035310-FDE9-4A3D-920E-3002E9E2C4CF}"/>
          </ac:spMkLst>
        </pc:spChg>
        <pc:spChg chg="del">
          <ac:chgData name="鈴木 麻衣" userId="S::mai.suzuki@optim.co.jp::e2722636-063e-48cd-ad55-78e8ffb0756d" providerId="AD" clId="Web-{FE3E2BFB-4CAB-5F31-9D7A-E9C6EAA24DD4}" dt="2021-02-12T05:02:07.424" v="392"/>
          <ac:spMkLst>
            <pc:docMk/>
            <pc:sldMk cId="2661154259" sldId="335"/>
            <ac:spMk id="18" creationId="{7D2EBFDB-3CBA-4D71-A318-DE82DB48E2DA}"/>
          </ac:spMkLst>
        </pc:spChg>
        <pc:spChg chg="mod">
          <ac:chgData name="鈴木 麻衣" userId="S::mai.suzuki@optim.co.jp::e2722636-063e-48cd-ad55-78e8ffb0756d" providerId="AD" clId="Web-{FE3E2BFB-4CAB-5F31-9D7A-E9C6EAA24DD4}" dt="2021-02-12T05:08:39.353" v="459" actId="20577"/>
          <ac:spMkLst>
            <pc:docMk/>
            <pc:sldMk cId="2661154259" sldId="335"/>
            <ac:spMk id="19" creationId="{4ACBF48A-0FD4-4245-9DF4-36A10B98F3FB}"/>
          </ac:spMkLst>
        </pc:spChg>
        <pc:spChg chg="mod">
          <ac:chgData name="鈴木 麻衣" userId="S::mai.suzuki@optim.co.jp::e2722636-063e-48cd-ad55-78e8ffb0756d" providerId="AD" clId="Web-{FE3E2BFB-4CAB-5F31-9D7A-E9C6EAA24DD4}" dt="2021-02-12T05:01:06.861" v="342" actId="20577"/>
          <ac:spMkLst>
            <pc:docMk/>
            <pc:sldMk cId="2661154259" sldId="335"/>
            <ac:spMk id="20" creationId="{8BA24E28-46DE-4FD9-A153-60685E5E4E72}"/>
          </ac:spMkLst>
        </pc:spChg>
        <pc:spChg chg="mod ord">
          <ac:chgData name="鈴木 麻衣" userId="S::mai.suzuki@optim.co.jp::e2722636-063e-48cd-ad55-78e8ffb0756d" providerId="AD" clId="Web-{FE3E2BFB-4CAB-5F31-9D7A-E9C6EAA24DD4}" dt="2021-02-12T05:14:17.094" v="567" actId="1076"/>
          <ac:spMkLst>
            <pc:docMk/>
            <pc:sldMk cId="2661154259" sldId="335"/>
            <ac:spMk id="21" creationId="{F4480A6D-41AB-401B-B288-B1EE8EAB8B78}"/>
          </ac:spMkLst>
        </pc:spChg>
        <pc:spChg chg="mod">
          <ac:chgData name="鈴木 麻衣" userId="S::mai.suzuki@optim.co.jp::e2722636-063e-48cd-ad55-78e8ffb0756d" providerId="AD" clId="Web-{FE3E2BFB-4CAB-5F31-9D7A-E9C6EAA24DD4}" dt="2021-02-12T05:01:55.690" v="381" actId="1076"/>
          <ac:spMkLst>
            <pc:docMk/>
            <pc:sldMk cId="2661154259" sldId="335"/>
            <ac:spMk id="22" creationId="{56CA84AC-5817-47DC-BAFB-6DCF8A2D0439}"/>
          </ac:spMkLst>
        </pc:spChg>
        <pc:spChg chg="mod">
          <ac:chgData name="鈴木 麻衣" userId="S::mai.suzuki@optim.co.jp::e2722636-063e-48cd-ad55-78e8ffb0756d" providerId="AD" clId="Web-{FE3E2BFB-4CAB-5F31-9D7A-E9C6EAA24DD4}" dt="2021-02-12T05:01:55.705" v="382" actId="1076"/>
          <ac:spMkLst>
            <pc:docMk/>
            <pc:sldMk cId="2661154259" sldId="335"/>
            <ac:spMk id="23" creationId="{1F0E6C0E-C008-486E-83E8-9C349DC92C54}"/>
          </ac:spMkLst>
        </pc:spChg>
        <pc:spChg chg="mod">
          <ac:chgData name="鈴木 麻衣" userId="S::mai.suzuki@optim.co.jp::e2722636-063e-48cd-ad55-78e8ffb0756d" providerId="AD" clId="Web-{FE3E2BFB-4CAB-5F31-9D7A-E9C6EAA24DD4}" dt="2021-02-12T05:09:04.526" v="465" actId="1076"/>
          <ac:spMkLst>
            <pc:docMk/>
            <pc:sldMk cId="2661154259" sldId="335"/>
            <ac:spMk id="24" creationId="{28E0A21C-D273-400E-8627-51D3EC8067B2}"/>
          </ac:spMkLst>
        </pc:spChg>
        <pc:spChg chg="del">
          <ac:chgData name="鈴木 麻衣" userId="S::mai.suzuki@optim.co.jp::e2722636-063e-48cd-ad55-78e8ffb0756d" providerId="AD" clId="Web-{FE3E2BFB-4CAB-5F31-9D7A-E9C6EAA24DD4}" dt="2021-02-12T05:02:11.424" v="393"/>
          <ac:spMkLst>
            <pc:docMk/>
            <pc:sldMk cId="2661154259" sldId="335"/>
            <ac:spMk id="25" creationId="{7D2E0CED-6773-4E15-8B78-F960477BA4A2}"/>
          </ac:spMkLst>
        </pc:spChg>
        <pc:spChg chg="mod ord">
          <ac:chgData name="鈴木 麻衣" userId="S::mai.suzuki@optim.co.jp::e2722636-063e-48cd-ad55-78e8ffb0756d" providerId="AD" clId="Web-{FE3E2BFB-4CAB-5F31-9D7A-E9C6EAA24DD4}" dt="2021-02-12T05:02:21.190" v="396" actId="1076"/>
          <ac:spMkLst>
            <pc:docMk/>
            <pc:sldMk cId="2661154259" sldId="335"/>
            <ac:spMk id="26" creationId="{F9E8B028-A283-4958-8202-0434757C3918}"/>
          </ac:spMkLst>
        </pc:spChg>
        <pc:spChg chg="mod">
          <ac:chgData name="鈴木 麻衣" userId="S::mai.suzuki@optim.co.jp::e2722636-063e-48cd-ad55-78e8ffb0756d" providerId="AD" clId="Web-{FE3E2BFB-4CAB-5F31-9D7A-E9C6EAA24DD4}" dt="2021-02-12T05:08:53.245" v="462" actId="1076"/>
          <ac:spMkLst>
            <pc:docMk/>
            <pc:sldMk cId="2661154259" sldId="335"/>
            <ac:spMk id="27" creationId="{ACAD3876-5353-49FB-BA9B-CD5FFB25B4E2}"/>
          </ac:spMkLst>
        </pc:spChg>
        <pc:spChg chg="add mod">
          <ac:chgData name="鈴木 麻衣" userId="S::mai.suzuki@optim.co.jp::e2722636-063e-48cd-ad55-78e8ffb0756d" providerId="AD" clId="Web-{FE3E2BFB-4CAB-5F31-9D7A-E9C6EAA24DD4}" dt="2021-02-12T05:03:04.628" v="406" actId="1076"/>
          <ac:spMkLst>
            <pc:docMk/>
            <pc:sldMk cId="2661154259" sldId="335"/>
            <ac:spMk id="28" creationId="{9E758C98-C0D7-4CFA-86C2-1A8A139F30F2}"/>
          </ac:spMkLst>
        </pc:spChg>
        <pc:spChg chg="add del">
          <ac:chgData name="鈴木 麻衣" userId="S::mai.suzuki@optim.co.jp::e2722636-063e-48cd-ad55-78e8ffb0756d" providerId="AD" clId="Web-{FE3E2BFB-4CAB-5F31-9D7A-E9C6EAA24DD4}" dt="2021-02-12T05:03:21.972" v="410"/>
          <ac:spMkLst>
            <pc:docMk/>
            <pc:sldMk cId="2661154259" sldId="335"/>
            <ac:spMk id="29" creationId="{6398A1F7-6AB2-40D7-BE2C-8F9FDC68A904}"/>
          </ac:spMkLst>
        </pc:spChg>
        <pc:spChg chg="add mod">
          <ac:chgData name="鈴木 麻衣" userId="S::mai.suzuki@optim.co.jp::e2722636-063e-48cd-ad55-78e8ffb0756d" providerId="AD" clId="Web-{FE3E2BFB-4CAB-5F31-9D7A-E9C6EAA24DD4}" dt="2021-02-12T05:03:34.785" v="412" actId="1076"/>
          <ac:spMkLst>
            <pc:docMk/>
            <pc:sldMk cId="2661154259" sldId="335"/>
            <ac:spMk id="30" creationId="{45D4E7F2-2620-4E24-A408-CAE3B5C3DE0A}"/>
          </ac:spMkLst>
        </pc:spChg>
        <pc:picChg chg="mod modCrop">
          <ac:chgData name="鈴木 麻衣" userId="S::mai.suzuki@optim.co.jp::e2722636-063e-48cd-ad55-78e8ffb0756d" providerId="AD" clId="Web-{FE3E2BFB-4CAB-5F31-9D7A-E9C6EAA24DD4}" dt="2021-02-12T05:08:17.369" v="452"/>
          <ac:picMkLst>
            <pc:docMk/>
            <pc:sldMk cId="2661154259" sldId="335"/>
            <ac:picMk id="2" creationId="{0CCB6BD4-CDA7-4973-B859-7197AF58906E}"/>
          </ac:picMkLst>
        </pc:picChg>
        <pc:picChg chg="mod">
          <ac:chgData name="鈴木 麻衣" userId="S::mai.suzuki@optim.co.jp::e2722636-063e-48cd-ad55-78e8ffb0756d" providerId="AD" clId="Web-{FE3E2BFB-4CAB-5F31-9D7A-E9C6EAA24DD4}" dt="2021-02-12T05:00:43.845" v="324" actId="1076"/>
          <ac:picMkLst>
            <pc:docMk/>
            <pc:sldMk cId="2661154259" sldId="335"/>
            <ac:picMk id="5" creationId="{42BD7931-4D25-4DA9-939B-77D248D363B5}"/>
          </ac:picMkLst>
        </pc:picChg>
      </pc:sldChg>
      <pc:sldChg chg="modSp">
        <pc:chgData name="鈴木 麻衣" userId="S::mai.suzuki@optim.co.jp::e2722636-063e-48cd-ad55-78e8ffb0756d" providerId="AD" clId="Web-{FE3E2BFB-4CAB-5F31-9D7A-E9C6EAA24DD4}" dt="2021-02-12T05:15:21.845" v="568"/>
        <pc:sldMkLst>
          <pc:docMk/>
          <pc:sldMk cId="3237190692" sldId="336"/>
        </pc:sldMkLst>
        <pc:picChg chg="mod">
          <ac:chgData name="鈴木 麻衣" userId="S::mai.suzuki@optim.co.jp::e2722636-063e-48cd-ad55-78e8ffb0756d" providerId="AD" clId="Web-{FE3E2BFB-4CAB-5F31-9D7A-E9C6EAA24DD4}" dt="2021-02-12T05:15:21.845" v="568"/>
          <ac:picMkLst>
            <pc:docMk/>
            <pc:sldMk cId="3237190692" sldId="336"/>
            <ac:picMk id="7" creationId="{812D0BDA-E3DF-41BA-8EEE-62274FF665D4}"/>
          </ac:picMkLst>
        </pc:picChg>
      </pc:sldChg>
      <pc:sldChg chg="modSp">
        <pc:chgData name="鈴木 麻衣" userId="S::mai.suzuki@optim.co.jp::e2722636-063e-48cd-ad55-78e8ffb0756d" providerId="AD" clId="Web-{FE3E2BFB-4CAB-5F31-9D7A-E9C6EAA24DD4}" dt="2021-02-12T05:15:43.143" v="569"/>
        <pc:sldMkLst>
          <pc:docMk/>
          <pc:sldMk cId="1825714938" sldId="338"/>
        </pc:sldMkLst>
        <pc:picChg chg="mod">
          <ac:chgData name="鈴木 麻衣" userId="S::mai.suzuki@optim.co.jp::e2722636-063e-48cd-ad55-78e8ffb0756d" providerId="AD" clId="Web-{FE3E2BFB-4CAB-5F31-9D7A-E9C6EAA24DD4}" dt="2021-02-12T05:15:43.143" v="569"/>
          <ac:picMkLst>
            <pc:docMk/>
            <pc:sldMk cId="1825714938" sldId="338"/>
            <ac:picMk id="7" creationId="{812D0BDA-E3DF-41BA-8EEE-62274FF665D4}"/>
          </ac:picMkLst>
        </pc:picChg>
      </pc:sldChg>
      <pc:sldChg chg="addSp delSp modSp add ord replId">
        <pc:chgData name="鈴木 麻衣" userId="S::mai.suzuki@optim.co.jp::e2722636-063e-48cd-ad55-78e8ffb0756d" providerId="AD" clId="Web-{FE3E2BFB-4CAB-5F31-9D7A-E9C6EAA24DD4}" dt="2021-02-12T05:05:30.959" v="419" actId="20577"/>
        <pc:sldMkLst>
          <pc:docMk/>
          <pc:sldMk cId="3642466287" sldId="339"/>
        </pc:sldMkLst>
        <pc:spChg chg="mod">
          <ac:chgData name="鈴木 麻衣" userId="S::mai.suzuki@optim.co.jp::e2722636-063e-48cd-ad55-78e8ffb0756d" providerId="AD" clId="Web-{FE3E2BFB-4CAB-5F31-9D7A-E9C6EAA24DD4}" dt="2021-02-12T05:05:30.959" v="419" actId="20577"/>
          <ac:spMkLst>
            <pc:docMk/>
            <pc:sldMk cId="3642466287" sldId="339"/>
            <ac:spMk id="3" creationId="{9D2EA1CA-A1CA-2A4E-A954-D36AF5AC6134}"/>
          </ac:spMkLst>
        </pc:spChg>
        <pc:spChg chg="del">
          <ac:chgData name="鈴木 麻衣" userId="S::mai.suzuki@optim.co.jp::e2722636-063e-48cd-ad55-78e8ffb0756d" providerId="AD" clId="Web-{FE3E2BFB-4CAB-5F31-9D7A-E9C6EAA24DD4}" dt="2021-02-12T04:54:55.635" v="219"/>
          <ac:spMkLst>
            <pc:docMk/>
            <pc:sldMk cId="3642466287" sldId="339"/>
            <ac:spMk id="8" creationId="{C2706924-C538-455E-A143-320AD1CD96A1}"/>
          </ac:spMkLst>
        </pc:spChg>
        <pc:spChg chg="del mod">
          <ac:chgData name="鈴木 麻衣" userId="S::mai.suzuki@optim.co.jp::e2722636-063e-48cd-ad55-78e8ffb0756d" providerId="AD" clId="Web-{FE3E2BFB-4CAB-5F31-9D7A-E9C6EAA24DD4}" dt="2021-02-12T04:55:56.980" v="244"/>
          <ac:spMkLst>
            <pc:docMk/>
            <pc:sldMk cId="3642466287" sldId="339"/>
            <ac:spMk id="9" creationId="{5F09A658-E8D5-461B-A82F-252B5FC4CF51}"/>
          </ac:spMkLst>
        </pc:spChg>
        <pc:spChg chg="add del mod">
          <ac:chgData name="鈴木 麻衣" userId="S::mai.suzuki@optim.co.jp::e2722636-063e-48cd-ad55-78e8ffb0756d" providerId="AD" clId="Web-{FE3E2BFB-4CAB-5F31-9D7A-E9C6EAA24DD4}" dt="2021-02-12T04:56:54.793" v="264"/>
          <ac:spMkLst>
            <pc:docMk/>
            <pc:sldMk cId="3642466287" sldId="339"/>
            <ac:spMk id="10" creationId="{95BEBC35-9984-4E28-91CE-1ADBDB40F35F}"/>
          </ac:spMkLst>
        </pc:spChg>
        <pc:spChg chg="del mod">
          <ac:chgData name="鈴木 麻衣" userId="S::mai.suzuki@optim.co.jp::e2722636-063e-48cd-ad55-78e8ffb0756d" providerId="AD" clId="Web-{FE3E2BFB-4CAB-5F31-9D7A-E9C6EAA24DD4}" dt="2021-02-12T04:55:58.183" v="245"/>
          <ac:spMkLst>
            <pc:docMk/>
            <pc:sldMk cId="3642466287" sldId="339"/>
            <ac:spMk id="11" creationId="{8E6186AB-B293-4A74-937D-53F104F17ABE}"/>
          </ac:spMkLst>
        </pc:spChg>
        <pc:spChg chg="del">
          <ac:chgData name="鈴木 麻衣" userId="S::mai.suzuki@optim.co.jp::e2722636-063e-48cd-ad55-78e8ffb0756d" providerId="AD" clId="Web-{FE3E2BFB-4CAB-5F31-9D7A-E9C6EAA24DD4}" dt="2021-02-12T04:54:54.744" v="218"/>
          <ac:spMkLst>
            <pc:docMk/>
            <pc:sldMk cId="3642466287" sldId="339"/>
            <ac:spMk id="12" creationId="{5B50ABFA-51B3-46B3-A91A-50472B5135D8}"/>
          </ac:spMkLst>
        </pc:spChg>
        <pc:spChg chg="del">
          <ac:chgData name="鈴木 麻衣" userId="S::mai.suzuki@optim.co.jp::e2722636-063e-48cd-ad55-78e8ffb0756d" providerId="AD" clId="Web-{FE3E2BFB-4CAB-5F31-9D7A-E9C6EAA24DD4}" dt="2021-02-12T04:54:53.901" v="217"/>
          <ac:spMkLst>
            <pc:docMk/>
            <pc:sldMk cId="3642466287" sldId="339"/>
            <ac:spMk id="13" creationId="{D063ABD0-C5C4-40B6-BF4B-81442B8CB2DF}"/>
          </ac:spMkLst>
        </pc:spChg>
        <pc:spChg chg="mod">
          <ac:chgData name="鈴木 麻衣" userId="S::mai.suzuki@optim.co.jp::e2722636-063e-48cd-ad55-78e8ffb0756d" providerId="AD" clId="Web-{FE3E2BFB-4CAB-5F31-9D7A-E9C6EAA24DD4}" dt="2021-02-12T04:55:34.620" v="239" actId="1076"/>
          <ac:spMkLst>
            <pc:docMk/>
            <pc:sldMk cId="3642466287" sldId="339"/>
            <ac:spMk id="15" creationId="{47DEF571-9706-4557-9317-F724E607B200}"/>
          </ac:spMkLst>
        </pc:spChg>
        <pc:spChg chg="mod">
          <ac:chgData name="鈴木 麻衣" userId="S::mai.suzuki@optim.co.jp::e2722636-063e-48cd-ad55-78e8ffb0756d" providerId="AD" clId="Web-{FE3E2BFB-4CAB-5F31-9D7A-E9C6EAA24DD4}" dt="2021-02-12T04:59:01.093" v="306" actId="14100"/>
          <ac:spMkLst>
            <pc:docMk/>
            <pc:sldMk cId="3642466287" sldId="339"/>
            <ac:spMk id="21" creationId="{F4480A6D-41AB-401B-B288-B1EE8EAB8B78}"/>
          </ac:spMkLst>
        </pc:spChg>
        <pc:spChg chg="mod">
          <ac:chgData name="鈴木 麻衣" userId="S::mai.suzuki@optim.co.jp::e2722636-063e-48cd-ad55-78e8ffb0756d" providerId="AD" clId="Web-{FE3E2BFB-4CAB-5F31-9D7A-E9C6EAA24DD4}" dt="2021-02-12T04:55:40.917" v="240" actId="1076"/>
          <ac:spMkLst>
            <pc:docMk/>
            <pc:sldMk cId="3642466287" sldId="339"/>
            <ac:spMk id="26" creationId="{F9E8B028-A283-4958-8202-0434757C3918}"/>
          </ac:spMkLst>
        </pc:spChg>
        <pc:picChg chg="mod modCrop">
          <ac:chgData name="鈴木 麻衣" userId="S::mai.suzuki@optim.co.jp::e2722636-063e-48cd-ad55-78e8ffb0756d" providerId="AD" clId="Web-{FE3E2BFB-4CAB-5F31-9D7A-E9C6EAA24DD4}" dt="2021-02-12T04:54:49.682" v="216" actId="1076"/>
          <ac:picMkLst>
            <pc:docMk/>
            <pc:sldMk cId="3642466287" sldId="339"/>
            <ac:picMk id="6" creationId="{36B2D9EA-4813-4126-AF68-89BD12FB73FC}"/>
          </ac:picMkLst>
        </pc:picChg>
      </pc:sldChg>
    </pc:docChg>
  </pc:docChgLst>
  <pc:docChgLst>
    <pc:chgData name="西原 康裕" userId="79137d2e-3fa4-4b6f-adef-0113893d7643" providerId="ADAL" clId="{A604DB21-D799-4F41-8809-11E0574AF1F5}"/>
    <pc:docChg chg="undo custSel addSld delSld modSld">
      <pc:chgData name="西原 康裕" userId="79137d2e-3fa4-4b6f-adef-0113893d7643" providerId="ADAL" clId="{A604DB21-D799-4F41-8809-11E0574AF1F5}" dt="2021-01-14T06:50:33.661" v="3540" actId="20577"/>
      <pc:docMkLst>
        <pc:docMk/>
      </pc:docMkLst>
      <pc:sldChg chg="modSp mod">
        <pc:chgData name="西原 康裕" userId="79137d2e-3fa4-4b6f-adef-0113893d7643" providerId="ADAL" clId="{A604DB21-D799-4F41-8809-11E0574AF1F5}" dt="2021-01-14T06:16:50.655" v="1003" actId="20577"/>
        <pc:sldMkLst>
          <pc:docMk/>
          <pc:sldMk cId="1676793895" sldId="258"/>
        </pc:sldMkLst>
        <pc:spChg chg="mod">
          <ac:chgData name="西原 康裕" userId="79137d2e-3fa4-4b6f-adef-0113893d7643" providerId="ADAL" clId="{A604DB21-D799-4F41-8809-11E0574AF1F5}" dt="2021-01-14T06:15:40.250" v="1002" actId="207"/>
          <ac:spMkLst>
            <pc:docMk/>
            <pc:sldMk cId="1676793895" sldId="258"/>
            <ac:spMk id="4" creationId="{C0AE7C29-42FC-9942-9540-7FFBB7E977B5}"/>
          </ac:spMkLst>
        </pc:spChg>
        <pc:spChg chg="mod">
          <ac:chgData name="西原 康裕" userId="79137d2e-3fa4-4b6f-adef-0113893d7643" providerId="ADAL" clId="{A604DB21-D799-4F41-8809-11E0574AF1F5}" dt="2021-01-14T06:16:50.655" v="1003" actId="20577"/>
          <ac:spMkLst>
            <pc:docMk/>
            <pc:sldMk cId="1676793895" sldId="258"/>
            <ac:spMk id="13" creationId="{6225DA6D-3727-384A-82D6-2C21C5702123}"/>
          </ac:spMkLst>
        </pc:spChg>
      </pc:sldChg>
      <pc:sldChg chg="del">
        <pc:chgData name="西原 康裕" userId="79137d2e-3fa4-4b6f-adef-0113893d7643" providerId="ADAL" clId="{A604DB21-D799-4F41-8809-11E0574AF1F5}" dt="2021-01-13T14:38:30.904" v="240" actId="2696"/>
        <pc:sldMkLst>
          <pc:docMk/>
          <pc:sldMk cId="3502675785" sldId="259"/>
        </pc:sldMkLst>
      </pc:sldChg>
      <pc:sldChg chg="del">
        <pc:chgData name="西原 康裕" userId="79137d2e-3fa4-4b6f-adef-0113893d7643" providerId="ADAL" clId="{A604DB21-D799-4F41-8809-11E0574AF1F5}" dt="2021-01-13T14:38:30.904" v="240" actId="2696"/>
        <pc:sldMkLst>
          <pc:docMk/>
          <pc:sldMk cId="3189017730" sldId="261"/>
        </pc:sldMkLst>
      </pc:sldChg>
      <pc:sldChg chg="modSp mod">
        <pc:chgData name="西原 康裕" userId="79137d2e-3fa4-4b6f-adef-0113893d7643" providerId="ADAL" clId="{A604DB21-D799-4F41-8809-11E0574AF1F5}" dt="2021-01-14T06:29:27.187" v="2385" actId="400"/>
        <pc:sldMkLst>
          <pc:docMk/>
          <pc:sldMk cId="1841286780" sldId="263"/>
        </pc:sldMkLst>
        <pc:spChg chg="mod">
          <ac:chgData name="西原 康裕" userId="79137d2e-3fa4-4b6f-adef-0113893d7643" providerId="ADAL" clId="{A604DB21-D799-4F41-8809-11E0574AF1F5}" dt="2021-01-14T06:29:27.187" v="2385" actId="400"/>
          <ac:spMkLst>
            <pc:docMk/>
            <pc:sldMk cId="1841286780" sldId="263"/>
            <ac:spMk id="3" creationId="{19ACD00C-593C-8144-91D6-67EE9E05D887}"/>
          </ac:spMkLst>
        </pc:spChg>
      </pc:sldChg>
      <pc:sldChg chg="addSp modSp mod">
        <pc:chgData name="西原 康裕" userId="79137d2e-3fa4-4b6f-adef-0113893d7643" providerId="ADAL" clId="{A604DB21-D799-4F41-8809-11E0574AF1F5}" dt="2021-01-14T06:35:19.419" v="3100" actId="207"/>
        <pc:sldMkLst>
          <pc:docMk/>
          <pc:sldMk cId="373062482" sldId="264"/>
        </pc:sldMkLst>
        <pc:spChg chg="add mod">
          <ac:chgData name="西原 康裕" userId="79137d2e-3fa4-4b6f-adef-0113893d7643" providerId="ADAL" clId="{A604DB21-D799-4F41-8809-11E0574AF1F5}" dt="2021-01-14T06:35:19.419" v="3100" actId="207"/>
          <ac:spMkLst>
            <pc:docMk/>
            <pc:sldMk cId="373062482" sldId="264"/>
            <ac:spMk id="9" creationId="{4906BDB9-2D7C-6749-AE46-0F31247717C5}"/>
          </ac:spMkLst>
        </pc:spChg>
        <pc:picChg chg="mod">
          <ac:chgData name="西原 康裕" userId="79137d2e-3fa4-4b6f-adef-0113893d7643" providerId="ADAL" clId="{A604DB21-D799-4F41-8809-11E0574AF1F5}" dt="2021-01-14T06:35:16.841" v="3099" actId="1076"/>
          <ac:picMkLst>
            <pc:docMk/>
            <pc:sldMk cId="373062482" sldId="264"/>
            <ac:picMk id="7" creationId="{25E19883-6261-8B40-99FC-B8B450C5CA08}"/>
          </ac:picMkLst>
        </pc:picChg>
      </pc:sldChg>
      <pc:sldChg chg="modSp mod">
        <pc:chgData name="西原 康裕" userId="79137d2e-3fa4-4b6f-adef-0113893d7643" providerId="ADAL" clId="{A604DB21-D799-4F41-8809-11E0574AF1F5}" dt="2021-01-14T06:45:39.492" v="3256" actId="404"/>
        <pc:sldMkLst>
          <pc:docMk/>
          <pc:sldMk cId="2171927970" sldId="265"/>
        </pc:sldMkLst>
        <pc:spChg chg="mod">
          <ac:chgData name="西原 康裕" userId="79137d2e-3fa4-4b6f-adef-0113893d7643" providerId="ADAL" clId="{A604DB21-D799-4F41-8809-11E0574AF1F5}" dt="2021-01-14T06:45:39.492" v="3256" actId="404"/>
          <ac:spMkLst>
            <pc:docMk/>
            <pc:sldMk cId="2171927970" sldId="265"/>
            <ac:spMk id="10" creationId="{C5BD7D5D-593F-644D-AA0F-838162756266}"/>
          </ac:spMkLst>
        </pc:spChg>
      </pc:sldChg>
      <pc:sldChg chg="modSp mod">
        <pc:chgData name="西原 康裕" userId="79137d2e-3fa4-4b6f-adef-0113893d7643" providerId="ADAL" clId="{A604DB21-D799-4F41-8809-11E0574AF1F5}" dt="2021-01-13T14:55:37.972" v="273" actId="20577"/>
        <pc:sldMkLst>
          <pc:docMk/>
          <pc:sldMk cId="4208926939" sldId="266"/>
        </pc:sldMkLst>
        <pc:spChg chg="mod">
          <ac:chgData name="西原 康裕" userId="79137d2e-3fa4-4b6f-adef-0113893d7643" providerId="ADAL" clId="{A604DB21-D799-4F41-8809-11E0574AF1F5}" dt="2021-01-13T14:55:37.972" v="273" actId="20577"/>
          <ac:spMkLst>
            <pc:docMk/>
            <pc:sldMk cId="4208926939" sldId="266"/>
            <ac:spMk id="13" creationId="{E6078F78-5CDF-2948-B4D4-EA822EDB4A7C}"/>
          </ac:spMkLst>
        </pc:spChg>
      </pc:sldChg>
      <pc:sldChg chg="addSp delSp modSp mod">
        <pc:chgData name="西原 康裕" userId="79137d2e-3fa4-4b6f-adef-0113893d7643" providerId="ADAL" clId="{A604DB21-D799-4F41-8809-11E0574AF1F5}" dt="2021-01-14T06:49:26.737" v="3431" actId="1076"/>
        <pc:sldMkLst>
          <pc:docMk/>
          <pc:sldMk cId="2098984685" sldId="268"/>
        </pc:sldMkLst>
        <pc:spChg chg="mod">
          <ac:chgData name="西原 康裕" userId="79137d2e-3fa4-4b6f-adef-0113893d7643" providerId="ADAL" clId="{A604DB21-D799-4F41-8809-11E0574AF1F5}" dt="2021-01-14T06:46:11.301" v="3257" actId="400"/>
          <ac:spMkLst>
            <pc:docMk/>
            <pc:sldMk cId="2098984685" sldId="268"/>
            <ac:spMk id="5" creationId="{3DF1E17B-102F-7641-B5BE-E79965E44266}"/>
          </ac:spMkLst>
        </pc:spChg>
        <pc:spChg chg="add mod">
          <ac:chgData name="西原 康裕" userId="79137d2e-3fa4-4b6f-adef-0113893d7643" providerId="ADAL" clId="{A604DB21-D799-4F41-8809-11E0574AF1F5}" dt="2021-01-14T06:49:26.737" v="3431" actId="1076"/>
          <ac:spMkLst>
            <pc:docMk/>
            <pc:sldMk cId="2098984685" sldId="268"/>
            <ac:spMk id="10" creationId="{536B46CC-97A9-CF44-AD39-11685E7CEA7B}"/>
          </ac:spMkLst>
        </pc:spChg>
        <pc:picChg chg="add del mod">
          <ac:chgData name="西原 康裕" userId="79137d2e-3fa4-4b6f-adef-0113893d7643" providerId="ADAL" clId="{A604DB21-D799-4F41-8809-11E0574AF1F5}" dt="2021-01-14T06:46:15.830" v="3259"/>
          <ac:picMkLst>
            <pc:docMk/>
            <pc:sldMk cId="2098984685" sldId="268"/>
            <ac:picMk id="9" creationId="{EE989A3A-B394-D545-AB7F-597B549DE1AC}"/>
          </ac:picMkLst>
        </pc:picChg>
      </pc:sldChg>
      <pc:sldChg chg="modSp mod">
        <pc:chgData name="西原 康裕" userId="79137d2e-3fa4-4b6f-adef-0113893d7643" providerId="ADAL" clId="{A604DB21-D799-4F41-8809-11E0574AF1F5}" dt="2021-01-14T06:50:05.688" v="3477" actId="400"/>
        <pc:sldMkLst>
          <pc:docMk/>
          <pc:sldMk cId="734592963" sldId="269"/>
        </pc:sldMkLst>
        <pc:spChg chg="mod">
          <ac:chgData name="西原 康裕" userId="79137d2e-3fa4-4b6f-adef-0113893d7643" providerId="ADAL" clId="{A604DB21-D799-4F41-8809-11E0574AF1F5}" dt="2021-01-14T06:50:05.688" v="3477" actId="400"/>
          <ac:spMkLst>
            <pc:docMk/>
            <pc:sldMk cId="734592963" sldId="269"/>
            <ac:spMk id="3" creationId="{D0F97FED-F32E-6E44-9ECD-6EBC68315BA7}"/>
          </ac:spMkLst>
        </pc:spChg>
      </pc:sldChg>
      <pc:sldChg chg="modSp mod">
        <pc:chgData name="西原 康裕" userId="79137d2e-3fa4-4b6f-adef-0113893d7643" providerId="ADAL" clId="{A604DB21-D799-4F41-8809-11E0574AF1F5}" dt="2021-01-14T06:50:33.661" v="3540" actId="20577"/>
        <pc:sldMkLst>
          <pc:docMk/>
          <pc:sldMk cId="3543145929" sldId="271"/>
        </pc:sldMkLst>
        <pc:spChg chg="mod">
          <ac:chgData name="西原 康裕" userId="79137d2e-3fa4-4b6f-adef-0113893d7643" providerId="ADAL" clId="{A604DB21-D799-4F41-8809-11E0574AF1F5}" dt="2021-01-14T06:50:33.661" v="3540" actId="20577"/>
          <ac:spMkLst>
            <pc:docMk/>
            <pc:sldMk cId="3543145929" sldId="271"/>
            <ac:spMk id="4" creationId="{1B3A9805-0010-814B-9320-1BF1A081F694}"/>
          </ac:spMkLst>
        </pc:spChg>
      </pc:sldChg>
      <pc:sldChg chg="del">
        <pc:chgData name="西原 康裕" userId="79137d2e-3fa4-4b6f-adef-0113893d7643" providerId="ADAL" clId="{A604DB21-D799-4F41-8809-11E0574AF1F5}" dt="2021-01-13T14:38:30.904" v="240" actId="2696"/>
        <pc:sldMkLst>
          <pc:docMk/>
          <pc:sldMk cId="1626173564" sldId="272"/>
        </pc:sldMkLst>
      </pc:sldChg>
      <pc:sldChg chg="del">
        <pc:chgData name="西原 康裕" userId="79137d2e-3fa4-4b6f-adef-0113893d7643" providerId="ADAL" clId="{A604DB21-D799-4F41-8809-11E0574AF1F5}" dt="2021-01-13T14:38:30.904" v="240" actId="2696"/>
        <pc:sldMkLst>
          <pc:docMk/>
          <pc:sldMk cId="3627287359" sldId="273"/>
        </pc:sldMkLst>
      </pc:sldChg>
      <pc:sldChg chg="del">
        <pc:chgData name="西原 康裕" userId="79137d2e-3fa4-4b6f-adef-0113893d7643" providerId="ADAL" clId="{A604DB21-D799-4F41-8809-11E0574AF1F5}" dt="2021-01-13T14:38:30.904" v="240" actId="2696"/>
        <pc:sldMkLst>
          <pc:docMk/>
          <pc:sldMk cId="165772591" sldId="274"/>
        </pc:sldMkLst>
      </pc:sldChg>
      <pc:sldChg chg="modSp mod">
        <pc:chgData name="西原 康裕" userId="79137d2e-3fa4-4b6f-adef-0113893d7643" providerId="ADAL" clId="{A604DB21-D799-4F41-8809-11E0574AF1F5}" dt="2021-01-14T06:09:52.403" v="757" actId="20577"/>
        <pc:sldMkLst>
          <pc:docMk/>
          <pc:sldMk cId="4291880536" sldId="275"/>
        </pc:sldMkLst>
        <pc:spChg chg="mod">
          <ac:chgData name="西原 康裕" userId="79137d2e-3fa4-4b6f-adef-0113893d7643" providerId="ADAL" clId="{A604DB21-D799-4F41-8809-11E0574AF1F5}" dt="2021-01-14T01:23:06.094" v="361" actId="20577"/>
          <ac:spMkLst>
            <pc:docMk/>
            <pc:sldMk cId="4291880536" sldId="275"/>
            <ac:spMk id="2" creationId="{E6EE66BC-C82F-1740-93BE-73034E275737}"/>
          </ac:spMkLst>
        </pc:spChg>
        <pc:spChg chg="mod">
          <ac:chgData name="西原 康裕" userId="79137d2e-3fa4-4b6f-adef-0113893d7643" providerId="ADAL" clId="{A604DB21-D799-4F41-8809-11E0574AF1F5}" dt="2021-01-14T06:09:52.403" v="757" actId="20577"/>
          <ac:spMkLst>
            <pc:docMk/>
            <pc:sldMk cId="4291880536" sldId="275"/>
            <ac:spMk id="4" creationId="{E6F0ED7D-08C3-6442-8819-F17E8DBD511D}"/>
          </ac:spMkLst>
        </pc:spChg>
      </pc:sldChg>
      <pc:sldChg chg="addSp modSp mod">
        <pc:chgData name="西原 康裕" userId="79137d2e-3fa4-4b6f-adef-0113893d7643" providerId="ADAL" clId="{A604DB21-D799-4F41-8809-11E0574AF1F5}" dt="2021-01-14T06:49:49.631" v="3476" actId="14100"/>
        <pc:sldMkLst>
          <pc:docMk/>
          <pc:sldMk cId="2299045658" sldId="280"/>
        </pc:sldMkLst>
        <pc:spChg chg="add mod">
          <ac:chgData name="西原 康裕" userId="79137d2e-3fa4-4b6f-adef-0113893d7643" providerId="ADAL" clId="{A604DB21-D799-4F41-8809-11E0574AF1F5}" dt="2021-01-14T06:49:49.631" v="3476" actId="14100"/>
          <ac:spMkLst>
            <pc:docMk/>
            <pc:sldMk cId="2299045658" sldId="280"/>
            <ac:spMk id="7" creationId="{49D4F967-3731-5049-9DEA-3FE12E79ADF9}"/>
          </ac:spMkLst>
        </pc:spChg>
      </pc:sldChg>
      <pc:sldChg chg="modSp mod">
        <pc:chgData name="西原 康裕" userId="79137d2e-3fa4-4b6f-adef-0113893d7643" providerId="ADAL" clId="{A604DB21-D799-4F41-8809-11E0574AF1F5}" dt="2021-01-14T06:21:28.602" v="1128" actId="400"/>
        <pc:sldMkLst>
          <pc:docMk/>
          <pc:sldMk cId="3766405430" sldId="281"/>
        </pc:sldMkLst>
        <pc:spChg chg="mod">
          <ac:chgData name="西原 康裕" userId="79137d2e-3fa4-4b6f-adef-0113893d7643" providerId="ADAL" clId="{A604DB21-D799-4F41-8809-11E0574AF1F5}" dt="2021-01-14T06:21:28.602" v="1128" actId="400"/>
          <ac:spMkLst>
            <pc:docMk/>
            <pc:sldMk cId="3766405430" sldId="281"/>
            <ac:spMk id="3" creationId="{10AD9891-4C74-8E4A-BFA8-724D66E075EB}"/>
          </ac:spMkLst>
        </pc:spChg>
      </pc:sldChg>
      <pc:sldChg chg="del">
        <pc:chgData name="西原 康裕" userId="79137d2e-3fa4-4b6f-adef-0113893d7643" providerId="ADAL" clId="{A604DB21-D799-4F41-8809-11E0574AF1F5}" dt="2021-01-13T14:38:30.904" v="240" actId="2696"/>
        <pc:sldMkLst>
          <pc:docMk/>
          <pc:sldMk cId="3946676697" sldId="299"/>
        </pc:sldMkLst>
      </pc:sldChg>
      <pc:sldChg chg="modSp mod">
        <pc:chgData name="西原 康裕" userId="79137d2e-3fa4-4b6f-adef-0113893d7643" providerId="ADAL" clId="{A604DB21-D799-4F41-8809-11E0574AF1F5}" dt="2021-01-14T06:20:23.409" v="1124" actId="20577"/>
        <pc:sldMkLst>
          <pc:docMk/>
          <pc:sldMk cId="4191807022" sldId="306"/>
        </pc:sldMkLst>
        <pc:spChg chg="mod">
          <ac:chgData name="西原 康裕" userId="79137d2e-3fa4-4b6f-adef-0113893d7643" providerId="ADAL" clId="{A604DB21-D799-4F41-8809-11E0574AF1F5}" dt="2021-01-14T06:20:23.409" v="1124" actId="20577"/>
          <ac:spMkLst>
            <pc:docMk/>
            <pc:sldMk cId="4191807022" sldId="306"/>
            <ac:spMk id="2" creationId="{C7DF40CC-4EDD-8040-AE11-79B6BD10ACC7}"/>
          </ac:spMkLst>
        </pc:spChg>
      </pc:sldChg>
      <pc:sldChg chg="modSp mod">
        <pc:chgData name="西原 康裕" userId="79137d2e-3fa4-4b6f-adef-0113893d7643" providerId="ADAL" clId="{A604DB21-D799-4F41-8809-11E0574AF1F5}" dt="2021-01-14T06:45:16.385" v="3210" actId="20577"/>
        <pc:sldMkLst>
          <pc:docMk/>
          <pc:sldMk cId="2686291032" sldId="307"/>
        </pc:sldMkLst>
        <pc:spChg chg="mod">
          <ac:chgData name="西原 康裕" userId="79137d2e-3fa4-4b6f-adef-0113893d7643" providerId="ADAL" clId="{A604DB21-D799-4F41-8809-11E0574AF1F5}" dt="2021-01-14T06:45:16.385" v="3210" actId="20577"/>
          <ac:spMkLst>
            <pc:docMk/>
            <pc:sldMk cId="2686291032" sldId="307"/>
            <ac:spMk id="5" creationId="{F0FCC5E6-0340-BD40-A19D-284552A29F23}"/>
          </ac:spMkLst>
        </pc:spChg>
      </pc:sldChg>
      <pc:sldChg chg="addSp delSp modSp mod">
        <pc:chgData name="西原 康裕" userId="79137d2e-3fa4-4b6f-adef-0113893d7643" providerId="ADAL" clId="{A604DB21-D799-4F41-8809-11E0574AF1F5}" dt="2021-01-14T06:21:13.698" v="1127" actId="400"/>
        <pc:sldMkLst>
          <pc:docMk/>
          <pc:sldMk cId="278828678" sldId="308"/>
        </pc:sldMkLst>
        <pc:spChg chg="add del mod">
          <ac:chgData name="西原 康裕" userId="79137d2e-3fa4-4b6f-adef-0113893d7643" providerId="ADAL" clId="{A604DB21-D799-4F41-8809-11E0574AF1F5}" dt="2021-01-14T06:21:13.698" v="1127" actId="400"/>
          <ac:spMkLst>
            <pc:docMk/>
            <pc:sldMk cId="278828678" sldId="308"/>
            <ac:spMk id="10" creationId="{FD42A600-AD8E-324A-936C-F2862822A312}"/>
          </ac:spMkLst>
        </pc:spChg>
      </pc:sldChg>
      <pc:sldChg chg="addSp modSp mod">
        <pc:chgData name="西原 康裕" userId="79137d2e-3fa4-4b6f-adef-0113893d7643" providerId="ADAL" clId="{A604DB21-D799-4F41-8809-11E0574AF1F5}" dt="2021-01-14T06:32:10.440" v="2729" actId="207"/>
        <pc:sldMkLst>
          <pc:docMk/>
          <pc:sldMk cId="4020718689" sldId="309"/>
        </pc:sldMkLst>
        <pc:spChg chg="mod">
          <ac:chgData name="西原 康裕" userId="79137d2e-3fa4-4b6f-adef-0113893d7643" providerId="ADAL" clId="{A604DB21-D799-4F41-8809-11E0574AF1F5}" dt="2021-01-13T14:23:31.463" v="2" actId="6549"/>
          <ac:spMkLst>
            <pc:docMk/>
            <pc:sldMk cId="4020718689" sldId="309"/>
            <ac:spMk id="4" creationId="{AAB1C678-6A99-4242-9962-198BDB7A83E7}"/>
          </ac:spMkLst>
        </pc:spChg>
        <pc:spChg chg="add mod">
          <ac:chgData name="西原 康裕" userId="79137d2e-3fa4-4b6f-adef-0113893d7643" providerId="ADAL" clId="{A604DB21-D799-4F41-8809-11E0574AF1F5}" dt="2021-01-14T06:32:10.440" v="2729" actId="207"/>
          <ac:spMkLst>
            <pc:docMk/>
            <pc:sldMk cId="4020718689" sldId="309"/>
            <ac:spMk id="5" creationId="{DAA8135B-8B54-AC4B-8A5F-FB9ACFCC34FF}"/>
          </ac:spMkLst>
        </pc:spChg>
      </pc:sldChg>
      <pc:sldChg chg="del">
        <pc:chgData name="西原 康裕" userId="79137d2e-3fa4-4b6f-adef-0113893d7643" providerId="ADAL" clId="{A604DB21-D799-4F41-8809-11E0574AF1F5}" dt="2021-01-14T06:14:13.606" v="934" actId="2696"/>
        <pc:sldMkLst>
          <pc:docMk/>
          <pc:sldMk cId="2523093898" sldId="310"/>
        </pc:sldMkLst>
      </pc:sldChg>
      <pc:sldChg chg="del">
        <pc:chgData name="西原 康裕" userId="79137d2e-3fa4-4b6f-adef-0113893d7643" providerId="ADAL" clId="{A604DB21-D799-4F41-8809-11E0574AF1F5}" dt="2021-01-14T06:14:13.606" v="934" actId="2696"/>
        <pc:sldMkLst>
          <pc:docMk/>
          <pc:sldMk cId="3144779119" sldId="311"/>
        </pc:sldMkLst>
      </pc:sldChg>
      <pc:sldChg chg="modSp mod">
        <pc:chgData name="西原 康裕" userId="79137d2e-3fa4-4b6f-adef-0113893d7643" providerId="ADAL" clId="{A604DB21-D799-4F41-8809-11E0574AF1F5}" dt="2021-01-13T14:56:57.739" v="327" actId="20577"/>
        <pc:sldMkLst>
          <pc:docMk/>
          <pc:sldMk cId="3433130697" sldId="318"/>
        </pc:sldMkLst>
        <pc:spChg chg="mod">
          <ac:chgData name="西原 康裕" userId="79137d2e-3fa4-4b6f-adef-0113893d7643" providerId="ADAL" clId="{A604DB21-D799-4F41-8809-11E0574AF1F5}" dt="2021-01-13T14:56:57.739" v="327" actId="20577"/>
          <ac:spMkLst>
            <pc:docMk/>
            <pc:sldMk cId="3433130697" sldId="318"/>
            <ac:spMk id="2" creationId="{F4A3D459-5F71-F34F-84D4-1205A666A1A2}"/>
          </ac:spMkLst>
        </pc:spChg>
      </pc:sldChg>
      <pc:sldChg chg="modSp mod">
        <pc:chgData name="西原 康裕" userId="79137d2e-3fa4-4b6f-adef-0113893d7643" providerId="ADAL" clId="{A604DB21-D799-4F41-8809-11E0574AF1F5}" dt="2021-01-13T14:56:07.025" v="285" actId="20577"/>
        <pc:sldMkLst>
          <pc:docMk/>
          <pc:sldMk cId="1908731638" sldId="319"/>
        </pc:sldMkLst>
        <pc:spChg chg="mod">
          <ac:chgData name="西原 康裕" userId="79137d2e-3fa4-4b6f-adef-0113893d7643" providerId="ADAL" clId="{A604DB21-D799-4F41-8809-11E0574AF1F5}" dt="2021-01-13T14:56:07.025" v="285" actId="20577"/>
          <ac:spMkLst>
            <pc:docMk/>
            <pc:sldMk cId="1908731638" sldId="319"/>
            <ac:spMk id="2" creationId="{3A9B361D-FE4F-2249-B54E-9FA43689D181}"/>
          </ac:spMkLst>
        </pc:spChg>
      </pc:sldChg>
      <pc:sldChg chg="del">
        <pc:chgData name="西原 康裕" userId="79137d2e-3fa4-4b6f-adef-0113893d7643" providerId="ADAL" clId="{A604DB21-D799-4F41-8809-11E0574AF1F5}" dt="2021-01-13T14:28:35.709" v="68" actId="2696"/>
        <pc:sldMkLst>
          <pc:docMk/>
          <pc:sldMk cId="3217875921" sldId="320"/>
        </pc:sldMkLst>
      </pc:sldChg>
      <pc:sldChg chg="modSp mod">
        <pc:chgData name="西原 康裕" userId="79137d2e-3fa4-4b6f-adef-0113893d7643" providerId="ADAL" clId="{A604DB21-D799-4F41-8809-11E0574AF1F5}" dt="2021-01-13T14:55:20.296" v="262" actId="20577"/>
        <pc:sldMkLst>
          <pc:docMk/>
          <pc:sldMk cId="3408041699" sldId="321"/>
        </pc:sldMkLst>
        <pc:spChg chg="mod">
          <ac:chgData name="西原 康裕" userId="79137d2e-3fa4-4b6f-adef-0113893d7643" providerId="ADAL" clId="{A604DB21-D799-4F41-8809-11E0574AF1F5}" dt="2021-01-13T14:55:20.296" v="262" actId="20577"/>
          <ac:spMkLst>
            <pc:docMk/>
            <pc:sldMk cId="3408041699" sldId="321"/>
            <ac:spMk id="2" creationId="{8B85FAF6-B9C5-8547-98B1-2175080BB020}"/>
          </ac:spMkLst>
        </pc:spChg>
      </pc:sldChg>
      <pc:sldChg chg="addSp modSp mod">
        <pc:chgData name="西原 康裕" userId="79137d2e-3fa4-4b6f-adef-0113893d7643" providerId="ADAL" clId="{A604DB21-D799-4F41-8809-11E0574AF1F5}" dt="2021-01-14T06:36:36.001" v="3177" actId="207"/>
        <pc:sldMkLst>
          <pc:docMk/>
          <pc:sldMk cId="284837070" sldId="322"/>
        </pc:sldMkLst>
        <pc:spChg chg="mod">
          <ac:chgData name="西原 康裕" userId="79137d2e-3fa4-4b6f-adef-0113893d7643" providerId="ADAL" clId="{A604DB21-D799-4F41-8809-11E0574AF1F5}" dt="2021-01-14T06:35:50.512" v="3101" actId="1076"/>
          <ac:spMkLst>
            <pc:docMk/>
            <pc:sldMk cId="284837070" sldId="322"/>
            <ac:spMk id="4" creationId="{928877D5-9A71-7549-A8F8-B7C50DA840BE}"/>
          </ac:spMkLst>
        </pc:spChg>
        <pc:spChg chg="add mod">
          <ac:chgData name="西原 康裕" userId="79137d2e-3fa4-4b6f-adef-0113893d7643" providerId="ADAL" clId="{A604DB21-D799-4F41-8809-11E0574AF1F5}" dt="2021-01-14T06:36:36.001" v="3177" actId="207"/>
          <ac:spMkLst>
            <pc:docMk/>
            <pc:sldMk cId="284837070" sldId="322"/>
            <ac:spMk id="6" creationId="{3F349401-6E1D-0341-8F20-2544581F3B3E}"/>
          </ac:spMkLst>
        </pc:spChg>
      </pc:sldChg>
      <pc:sldChg chg="addSp modSp mod">
        <pc:chgData name="西原 康裕" userId="79137d2e-3fa4-4b6f-adef-0113893d7643" providerId="ADAL" clId="{A604DB21-D799-4F41-8809-11E0574AF1F5}" dt="2021-01-14T06:34:46.825" v="2984" actId="20577"/>
        <pc:sldMkLst>
          <pc:docMk/>
          <pc:sldMk cId="305915235" sldId="326"/>
        </pc:sldMkLst>
        <pc:spChg chg="mod">
          <ac:chgData name="西原 康裕" userId="79137d2e-3fa4-4b6f-adef-0113893d7643" providerId="ADAL" clId="{A604DB21-D799-4F41-8809-11E0574AF1F5}" dt="2021-01-14T06:34:32.633" v="2898" actId="400"/>
          <ac:spMkLst>
            <pc:docMk/>
            <pc:sldMk cId="305915235" sldId="326"/>
            <ac:spMk id="2" creationId="{9EB331C7-583A-4046-97A2-52785898981F}"/>
          </ac:spMkLst>
        </pc:spChg>
        <pc:spChg chg="mod">
          <ac:chgData name="西原 康裕" userId="79137d2e-3fa4-4b6f-adef-0113893d7643" providerId="ADAL" clId="{A604DB21-D799-4F41-8809-11E0574AF1F5}" dt="2021-01-14T06:33:40.677" v="2736" actId="14100"/>
          <ac:spMkLst>
            <pc:docMk/>
            <pc:sldMk cId="305915235" sldId="326"/>
            <ac:spMk id="4" creationId="{7C2EA290-E0DD-E84E-99E0-B652A493BECF}"/>
          </ac:spMkLst>
        </pc:spChg>
        <pc:spChg chg="add mod">
          <ac:chgData name="西原 康裕" userId="79137d2e-3fa4-4b6f-adef-0113893d7643" providerId="ADAL" clId="{A604DB21-D799-4F41-8809-11E0574AF1F5}" dt="2021-01-14T06:34:46.825" v="2984" actId="20577"/>
          <ac:spMkLst>
            <pc:docMk/>
            <pc:sldMk cId="305915235" sldId="326"/>
            <ac:spMk id="6" creationId="{20E9C04C-7066-D04C-9DEA-51E412F2A80C}"/>
          </ac:spMkLst>
        </pc:spChg>
      </pc:sldChg>
      <pc:sldChg chg="modSp mod">
        <pc:chgData name="西原 康裕" userId="79137d2e-3fa4-4b6f-adef-0113893d7643" providerId="ADAL" clId="{A604DB21-D799-4F41-8809-11E0574AF1F5}" dt="2021-01-14T06:14:30.161" v="937" actId="20577"/>
        <pc:sldMkLst>
          <pc:docMk/>
          <pc:sldMk cId="348720666" sldId="329"/>
        </pc:sldMkLst>
        <pc:spChg chg="mod">
          <ac:chgData name="西原 康裕" userId="79137d2e-3fa4-4b6f-adef-0113893d7643" providerId="ADAL" clId="{A604DB21-D799-4F41-8809-11E0574AF1F5}" dt="2021-01-14T01:25:50.305" v="365" actId="20577"/>
          <ac:spMkLst>
            <pc:docMk/>
            <pc:sldMk cId="348720666" sldId="329"/>
            <ac:spMk id="2" creationId="{E6EE66BC-C82F-1740-93BE-73034E275737}"/>
          </ac:spMkLst>
        </pc:spChg>
        <pc:spChg chg="mod">
          <ac:chgData name="西原 康裕" userId="79137d2e-3fa4-4b6f-adef-0113893d7643" providerId="ADAL" clId="{A604DB21-D799-4F41-8809-11E0574AF1F5}" dt="2021-01-14T06:14:30.161" v="937" actId="20577"/>
          <ac:spMkLst>
            <pc:docMk/>
            <pc:sldMk cId="348720666" sldId="329"/>
            <ac:spMk id="3" creationId="{F0936020-2645-F64A-A1B9-496E36A4179D}"/>
          </ac:spMkLst>
        </pc:spChg>
      </pc:sldChg>
      <pc:sldChg chg="modSp mod">
        <pc:chgData name="西原 康裕" userId="79137d2e-3fa4-4b6f-adef-0113893d7643" providerId="ADAL" clId="{A604DB21-D799-4F41-8809-11E0574AF1F5}" dt="2021-01-14T06:14:34.939" v="938" actId="20577"/>
        <pc:sldMkLst>
          <pc:docMk/>
          <pc:sldMk cId="2335415482" sldId="330"/>
        </pc:sldMkLst>
        <pc:spChg chg="mod">
          <ac:chgData name="西原 康裕" userId="79137d2e-3fa4-4b6f-adef-0113893d7643" providerId="ADAL" clId="{A604DB21-D799-4F41-8809-11E0574AF1F5}" dt="2021-01-14T01:26:23.197" v="367" actId="20577"/>
          <ac:spMkLst>
            <pc:docMk/>
            <pc:sldMk cId="2335415482" sldId="330"/>
            <ac:spMk id="2" creationId="{ECD7BB2B-4064-BE49-992C-731495787EB5}"/>
          </ac:spMkLst>
        </pc:spChg>
        <pc:spChg chg="mod">
          <ac:chgData name="西原 康裕" userId="79137d2e-3fa4-4b6f-adef-0113893d7643" providerId="ADAL" clId="{A604DB21-D799-4F41-8809-11E0574AF1F5}" dt="2021-01-14T06:14:34.939" v="938" actId="20577"/>
          <ac:spMkLst>
            <pc:docMk/>
            <pc:sldMk cId="2335415482" sldId="330"/>
            <ac:spMk id="3" creationId="{580C42F6-4659-D34F-A111-8090F0BEB79C}"/>
          </ac:spMkLst>
        </pc:spChg>
      </pc:sldChg>
      <pc:sldChg chg="modSp mod">
        <pc:chgData name="西原 康裕" userId="79137d2e-3fa4-4b6f-adef-0113893d7643" providerId="ADAL" clId="{A604DB21-D799-4F41-8809-11E0574AF1F5}" dt="2021-01-14T06:11:53.892" v="933" actId="20577"/>
        <pc:sldMkLst>
          <pc:docMk/>
          <pc:sldMk cId="3564033636" sldId="333"/>
        </pc:sldMkLst>
        <pc:spChg chg="mod">
          <ac:chgData name="西原 康裕" userId="79137d2e-3fa4-4b6f-adef-0113893d7643" providerId="ADAL" clId="{A604DB21-D799-4F41-8809-11E0574AF1F5}" dt="2021-01-14T06:11:53.892" v="933" actId="20577"/>
          <ac:spMkLst>
            <pc:docMk/>
            <pc:sldMk cId="3564033636" sldId="333"/>
            <ac:spMk id="9" creationId="{43F4527A-74FE-7544-9391-B439F3451923}"/>
          </ac:spMkLst>
        </pc:spChg>
      </pc:sldChg>
      <pc:sldChg chg="addSp modSp mod">
        <pc:chgData name="西原 康裕" userId="79137d2e-3fa4-4b6f-adef-0113893d7643" providerId="ADAL" clId="{A604DB21-D799-4F41-8809-11E0574AF1F5}" dt="2021-01-14T06:08:07.388" v="646" actId="207"/>
        <pc:sldMkLst>
          <pc:docMk/>
          <pc:sldMk cId="1695917674" sldId="334"/>
        </pc:sldMkLst>
        <pc:spChg chg="add mod">
          <ac:chgData name="西原 康裕" userId="79137d2e-3fa4-4b6f-adef-0113893d7643" providerId="ADAL" clId="{A604DB21-D799-4F41-8809-11E0574AF1F5}" dt="2021-01-14T06:08:07.388" v="646" actId="207"/>
          <ac:spMkLst>
            <pc:docMk/>
            <pc:sldMk cId="1695917674" sldId="334"/>
            <ac:spMk id="4" creationId="{AEEF10AB-7F42-F94F-A6BB-731C869D3CD4}"/>
          </ac:spMkLst>
        </pc:spChg>
      </pc:sldChg>
      <pc:sldChg chg="modSp mod">
        <pc:chgData name="西原 康裕" userId="79137d2e-3fa4-4b6f-adef-0113893d7643" providerId="ADAL" clId="{A604DB21-D799-4F41-8809-11E0574AF1F5}" dt="2021-01-14T06:11:42.156" v="910" actId="20577"/>
        <pc:sldMkLst>
          <pc:docMk/>
          <pc:sldMk cId="1444027175" sldId="335"/>
        </pc:sldMkLst>
        <pc:spChg chg="mod">
          <ac:chgData name="西原 康裕" userId="79137d2e-3fa4-4b6f-adef-0113893d7643" providerId="ADAL" clId="{A604DB21-D799-4F41-8809-11E0574AF1F5}" dt="2021-01-14T06:11:42.156" v="910" actId="20577"/>
          <ac:spMkLst>
            <pc:docMk/>
            <pc:sldMk cId="1444027175" sldId="335"/>
            <ac:spMk id="2" creationId="{ADA39625-77F0-EC4F-B036-92CA2B75CFAC}"/>
          </ac:spMkLst>
        </pc:spChg>
        <pc:spChg chg="mod">
          <ac:chgData name="西原 康裕" userId="79137d2e-3fa4-4b6f-adef-0113893d7643" providerId="ADAL" clId="{A604DB21-D799-4F41-8809-11E0574AF1F5}" dt="2021-01-14T06:11:37.024" v="896" actId="1076"/>
          <ac:spMkLst>
            <pc:docMk/>
            <pc:sldMk cId="1444027175" sldId="335"/>
            <ac:spMk id="4" creationId="{8FE23D2E-13DC-8C4B-93C0-7C722E029ABE}"/>
          </ac:spMkLst>
        </pc:spChg>
      </pc:sldChg>
      <pc:sldChg chg="addSp modSp mod">
        <pc:chgData name="西原 康裕" userId="79137d2e-3fa4-4b6f-adef-0113893d7643" providerId="ADAL" clId="{A604DB21-D799-4F41-8809-11E0574AF1F5}" dt="2021-01-14T06:08:20.398" v="648" actId="1076"/>
        <pc:sldMkLst>
          <pc:docMk/>
          <pc:sldMk cId="3569422605" sldId="337"/>
        </pc:sldMkLst>
        <pc:spChg chg="add mod">
          <ac:chgData name="西原 康裕" userId="79137d2e-3fa4-4b6f-adef-0113893d7643" providerId="ADAL" clId="{A604DB21-D799-4F41-8809-11E0574AF1F5}" dt="2021-01-14T06:08:20.398" v="648" actId="1076"/>
          <ac:spMkLst>
            <pc:docMk/>
            <pc:sldMk cId="3569422605" sldId="337"/>
            <ac:spMk id="5" creationId="{2F25F096-2A72-4F4D-ACC3-A22F2619E66F}"/>
          </ac:spMkLst>
        </pc:spChg>
      </pc:sldChg>
      <pc:sldChg chg="modSp new mod">
        <pc:chgData name="西原 康裕" userId="79137d2e-3fa4-4b6f-adef-0113893d7643" providerId="ADAL" clId="{A604DB21-D799-4F41-8809-11E0574AF1F5}" dt="2021-01-14T06:24:17.750" v="1428" actId="20577"/>
        <pc:sldMkLst>
          <pc:docMk/>
          <pc:sldMk cId="2771394752" sldId="339"/>
        </pc:sldMkLst>
        <pc:spChg chg="mod">
          <ac:chgData name="西原 康裕" userId="79137d2e-3fa4-4b6f-adef-0113893d7643" providerId="ADAL" clId="{A604DB21-D799-4F41-8809-11E0574AF1F5}" dt="2021-01-14T06:24:17.750" v="1428" actId="20577"/>
          <ac:spMkLst>
            <pc:docMk/>
            <pc:sldMk cId="2771394752" sldId="339"/>
            <ac:spMk id="2" creationId="{4D126EFA-68C5-CE44-8577-7C123EB16ACF}"/>
          </ac:spMkLst>
        </pc:spChg>
        <pc:spChg chg="mod">
          <ac:chgData name="西原 康裕" userId="79137d2e-3fa4-4b6f-adef-0113893d7643" providerId="ADAL" clId="{A604DB21-D799-4F41-8809-11E0574AF1F5}" dt="2021-01-14T06:22:06.674" v="1227" actId="20577"/>
          <ac:spMkLst>
            <pc:docMk/>
            <pc:sldMk cId="2771394752" sldId="339"/>
            <ac:spMk id="3" creationId="{241A876E-2162-E94F-A5CA-7AF75180DAD0}"/>
          </ac:spMkLst>
        </pc:spChg>
      </pc:sldChg>
      <pc:sldChg chg="modSp new mod">
        <pc:chgData name="西原 康裕" userId="79137d2e-3fa4-4b6f-adef-0113893d7643" providerId="ADAL" clId="{A604DB21-D799-4F41-8809-11E0574AF1F5}" dt="2021-01-14T06:28:31.853" v="2336" actId="20577"/>
        <pc:sldMkLst>
          <pc:docMk/>
          <pc:sldMk cId="4213036175" sldId="340"/>
        </pc:sldMkLst>
        <pc:spChg chg="mod">
          <ac:chgData name="西原 康裕" userId="79137d2e-3fa4-4b6f-adef-0113893d7643" providerId="ADAL" clId="{A604DB21-D799-4F41-8809-11E0574AF1F5}" dt="2021-01-14T06:28:31.853" v="2336" actId="20577"/>
          <ac:spMkLst>
            <pc:docMk/>
            <pc:sldMk cId="4213036175" sldId="340"/>
            <ac:spMk id="2" creationId="{EE085A95-FEE9-3E48-9400-22194D8D25DF}"/>
          </ac:spMkLst>
        </pc:spChg>
        <pc:spChg chg="mod">
          <ac:chgData name="西原 康裕" userId="79137d2e-3fa4-4b6f-adef-0113893d7643" providerId="ADAL" clId="{A604DB21-D799-4F41-8809-11E0574AF1F5}" dt="2021-01-14T06:25:26.345" v="1508" actId="20577"/>
          <ac:spMkLst>
            <pc:docMk/>
            <pc:sldMk cId="4213036175" sldId="340"/>
            <ac:spMk id="3" creationId="{82817F02-4ABF-3F40-A03B-321D83162C81}"/>
          </ac:spMkLst>
        </pc:spChg>
      </pc:sldChg>
      <pc:sldChg chg="modSp new mod">
        <pc:chgData name="西原 康裕" userId="79137d2e-3fa4-4b6f-adef-0113893d7643" providerId="ADAL" clId="{A604DB21-D799-4F41-8809-11E0574AF1F5}" dt="2021-01-14T06:29:12.570" v="2384" actId="20577"/>
        <pc:sldMkLst>
          <pc:docMk/>
          <pc:sldMk cId="841566694" sldId="341"/>
        </pc:sldMkLst>
        <pc:spChg chg="mod">
          <ac:chgData name="西原 康裕" userId="79137d2e-3fa4-4b6f-adef-0113893d7643" providerId="ADAL" clId="{A604DB21-D799-4F41-8809-11E0574AF1F5}" dt="2021-01-14T06:29:12.570" v="2384" actId="20577"/>
          <ac:spMkLst>
            <pc:docMk/>
            <pc:sldMk cId="841566694" sldId="341"/>
            <ac:spMk id="2" creationId="{D1F7EA1C-DF98-5949-A8BA-7260D8C06A72}"/>
          </ac:spMkLst>
        </pc:spChg>
        <pc:spChg chg="mod">
          <ac:chgData name="西原 康裕" userId="79137d2e-3fa4-4b6f-adef-0113893d7643" providerId="ADAL" clId="{A604DB21-D799-4F41-8809-11E0574AF1F5}" dt="2021-01-14T06:28:44.204" v="2354" actId="20577"/>
          <ac:spMkLst>
            <pc:docMk/>
            <pc:sldMk cId="841566694" sldId="341"/>
            <ac:spMk id="3" creationId="{13D6C189-B7D4-2D45-93C0-06FB7DA1FD32}"/>
          </ac:spMkLst>
        </pc:spChg>
      </pc:sldChg>
    </pc:docChg>
  </pc:docChgLst>
  <pc:docChgLst>
    <pc:chgData name="池田 幸高" userId="S::yukitaka.ikeda@optim.co.jp::698c31e5-383b-467c-bc20-a09d8c482264" providerId="AD" clId="Web-{EF3C2B0A-7644-E6EB-47EE-2FA427AD03DB}"/>
    <pc:docChg chg="modSld">
      <pc:chgData name="池田 幸高" userId="S::yukitaka.ikeda@optim.co.jp::698c31e5-383b-467c-bc20-a09d8c482264" providerId="AD" clId="Web-{EF3C2B0A-7644-E6EB-47EE-2FA427AD03DB}" dt="2020-12-29T07:43:03.429" v="1" actId="20577"/>
      <pc:docMkLst>
        <pc:docMk/>
      </pc:docMkLst>
      <pc:sldChg chg="modSp">
        <pc:chgData name="池田 幸高" userId="S::yukitaka.ikeda@optim.co.jp::698c31e5-383b-467c-bc20-a09d8c482264" providerId="AD" clId="Web-{EF3C2B0A-7644-E6EB-47EE-2FA427AD03DB}" dt="2020-12-29T07:43:03.429" v="1" actId="20577"/>
        <pc:sldMkLst>
          <pc:docMk/>
          <pc:sldMk cId="2171927970" sldId="265"/>
        </pc:sldMkLst>
        <pc:spChg chg="mod">
          <ac:chgData name="池田 幸高" userId="S::yukitaka.ikeda@optim.co.jp::698c31e5-383b-467c-bc20-a09d8c482264" providerId="AD" clId="Web-{EF3C2B0A-7644-E6EB-47EE-2FA427AD03DB}" dt="2020-12-29T07:43:03.429" v="1" actId="20577"/>
          <ac:spMkLst>
            <pc:docMk/>
            <pc:sldMk cId="2171927970" sldId="265"/>
            <ac:spMk id="10" creationId="{62E9B61F-B7FB-41B5-8234-592FEC6FB9D7}"/>
          </ac:spMkLst>
        </pc:spChg>
      </pc:sldChg>
    </pc:docChg>
  </pc:docChgLst>
  <pc:docChgLst>
    <pc:chgData name="松田 雅孝" userId="S::masataka.matsuda@optim.co.jp::82102f7f-8328-4360-b269-e8bbb4d4dee0" providerId="AD" clId="Web-{6B185E19-5F2D-25DE-B908-92D172718DB5}"/>
    <pc:docChg chg="addSld modSld sldOrd">
      <pc:chgData name="松田 雅孝" userId="S::masataka.matsuda@optim.co.jp::82102f7f-8328-4360-b269-e8bbb4d4dee0" providerId="AD" clId="Web-{6B185E19-5F2D-25DE-B908-92D172718DB5}" dt="2021-02-12T03:51:47.717" v="3307" actId="20577"/>
      <pc:docMkLst>
        <pc:docMk/>
      </pc:docMkLst>
      <pc:sldChg chg="modSp">
        <pc:chgData name="松田 雅孝" userId="S::masataka.matsuda@optim.co.jp::82102f7f-8328-4360-b269-e8bbb4d4dee0" providerId="AD" clId="Web-{6B185E19-5F2D-25DE-B908-92D172718DB5}" dt="2021-02-12T03:50:39.075" v="3283" actId="20577"/>
        <pc:sldMkLst>
          <pc:docMk/>
          <pc:sldMk cId="4262953675" sldId="327"/>
        </pc:sldMkLst>
        <pc:spChg chg="mod">
          <ac:chgData name="松田 雅孝" userId="S::masataka.matsuda@optim.co.jp::82102f7f-8328-4360-b269-e8bbb4d4dee0" providerId="AD" clId="Web-{6B185E19-5F2D-25DE-B908-92D172718DB5}" dt="2021-02-12T03:50:39.075" v="3283" actId="20577"/>
          <ac:spMkLst>
            <pc:docMk/>
            <pc:sldMk cId="4262953675" sldId="327"/>
            <ac:spMk id="3" creationId="{9D2EA1CA-A1CA-2A4E-A954-D36AF5AC6134}"/>
          </ac:spMkLst>
        </pc:spChg>
        <pc:picChg chg="mod">
          <ac:chgData name="松田 雅孝" userId="S::masataka.matsuda@optim.co.jp::82102f7f-8328-4360-b269-e8bbb4d4dee0" providerId="AD" clId="Web-{6B185E19-5F2D-25DE-B908-92D172718DB5}" dt="2021-02-12T01:59:51.392" v="909"/>
          <ac:picMkLst>
            <pc:docMk/>
            <pc:sldMk cId="4262953675" sldId="327"/>
            <ac:picMk id="6" creationId="{36B2D9EA-4813-4126-AF68-89BD12FB73FC}"/>
          </ac:picMkLst>
        </pc:picChg>
      </pc:sldChg>
      <pc:sldChg chg="modSp new ord">
        <pc:chgData name="松田 雅孝" userId="S::masataka.matsuda@optim.co.jp::82102f7f-8328-4360-b269-e8bbb4d4dee0" providerId="AD" clId="Web-{6B185E19-5F2D-25DE-B908-92D172718DB5}" dt="2021-02-12T03:50:31.074" v="3278" actId="20577"/>
        <pc:sldMkLst>
          <pc:docMk/>
          <pc:sldMk cId="607794871" sldId="328"/>
        </pc:sldMkLst>
        <pc:spChg chg="mod">
          <ac:chgData name="松田 雅孝" userId="S::masataka.matsuda@optim.co.jp::82102f7f-8328-4360-b269-e8bbb4d4dee0" providerId="AD" clId="Web-{6B185E19-5F2D-25DE-B908-92D172718DB5}" dt="2021-02-12T01:56:36.279" v="907" actId="20577"/>
          <ac:spMkLst>
            <pc:docMk/>
            <pc:sldMk cId="607794871" sldId="328"/>
            <ac:spMk id="2" creationId="{E532047D-1DAD-4921-A95C-548EE0DBE01E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3:50:31.074" v="3278" actId="20577"/>
          <ac:spMkLst>
            <pc:docMk/>
            <pc:sldMk cId="607794871" sldId="328"/>
            <ac:spMk id="3" creationId="{A684AEC8-8685-4FFE-937F-8469D58F6ED3}"/>
          </ac:spMkLst>
        </pc:spChg>
      </pc:sldChg>
      <pc:sldChg chg="addSp delSp modSp add replId">
        <pc:chgData name="松田 雅孝" userId="S::masataka.matsuda@optim.co.jp::82102f7f-8328-4360-b269-e8bbb4d4dee0" providerId="AD" clId="Web-{6B185E19-5F2D-25DE-B908-92D172718DB5}" dt="2021-02-12T03:50:34.621" v="3280" actId="20577"/>
        <pc:sldMkLst>
          <pc:docMk/>
          <pc:sldMk cId="1135353687" sldId="329"/>
        </pc:sldMkLst>
        <pc:spChg chg="mod">
          <ac:chgData name="松田 雅孝" userId="S::masataka.matsuda@optim.co.jp::82102f7f-8328-4360-b269-e8bbb4d4dee0" providerId="AD" clId="Web-{6B185E19-5F2D-25DE-B908-92D172718DB5}" dt="2021-02-12T01:19:29.487" v="181" actId="14100"/>
          <ac:spMkLst>
            <pc:docMk/>
            <pc:sldMk cId="1135353687" sldId="329"/>
            <ac:spMk id="2" creationId="{E532047D-1DAD-4921-A95C-548EE0DBE01E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3:50:34.621" v="3280" actId="20577"/>
          <ac:spMkLst>
            <pc:docMk/>
            <pc:sldMk cId="1135353687" sldId="329"/>
            <ac:spMk id="3" creationId="{A684AEC8-8685-4FFE-937F-8469D58F6ED3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30:27" v="292" actId="1076"/>
          <ac:spMkLst>
            <pc:docMk/>
            <pc:sldMk cId="1135353687" sldId="329"/>
            <ac:spMk id="4" creationId="{16BBADCD-8E0E-40F2-AFE9-3E7BC1C50E8B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30:27.015" v="293" actId="1076"/>
          <ac:spMkLst>
            <pc:docMk/>
            <pc:sldMk cId="1135353687" sldId="329"/>
            <ac:spMk id="5" creationId="{E876E746-8D64-46E7-8D42-D29F1267033D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30:27.031" v="294" actId="1076"/>
          <ac:spMkLst>
            <pc:docMk/>
            <pc:sldMk cId="1135353687" sldId="329"/>
            <ac:spMk id="6" creationId="{4BC04592-98E8-4AF0-BEA1-8A932C3FCEB1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30:27.047" v="295" actId="1076"/>
          <ac:spMkLst>
            <pc:docMk/>
            <pc:sldMk cId="1135353687" sldId="329"/>
            <ac:spMk id="7" creationId="{4C8FCE2F-6BB7-49EF-AAF0-E61F99BEDDF6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30:27.109" v="301" actId="1076"/>
          <ac:spMkLst>
            <pc:docMk/>
            <pc:sldMk cId="1135353687" sldId="329"/>
            <ac:spMk id="8" creationId="{64657E77-7811-4DD1-ABA6-011919FC3035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30:27.094" v="298" actId="1076"/>
          <ac:spMkLst>
            <pc:docMk/>
            <pc:sldMk cId="1135353687" sldId="329"/>
            <ac:spMk id="12" creationId="{5FD4438C-2E40-4ED0-AFA1-E5A9F61A514E}"/>
          </ac:spMkLst>
        </pc:spChg>
        <pc:spChg chg="add mod ord">
          <ac:chgData name="松田 雅孝" userId="S::masataka.matsuda@optim.co.jp::82102f7f-8328-4360-b269-e8bbb4d4dee0" providerId="AD" clId="Web-{6B185E19-5F2D-25DE-B908-92D172718DB5}" dt="2021-02-12T01:30:37.547" v="303" actId="14100"/>
          <ac:spMkLst>
            <pc:docMk/>
            <pc:sldMk cId="1135353687" sldId="329"/>
            <ac:spMk id="14" creationId="{CEC0D5FA-2ADA-474B-9EDD-5F02EEA3801C}"/>
          </ac:spMkLst>
        </pc:spChg>
        <pc:spChg chg="add mod ord">
          <ac:chgData name="松田 雅孝" userId="S::masataka.matsuda@optim.co.jp::82102f7f-8328-4360-b269-e8bbb4d4dee0" providerId="AD" clId="Web-{6B185E19-5F2D-25DE-B908-92D172718DB5}" dt="2021-02-12T01:51:03.273" v="667" actId="1076"/>
          <ac:spMkLst>
            <pc:docMk/>
            <pc:sldMk cId="1135353687" sldId="329"/>
            <ac:spMk id="16" creationId="{0B0BA066-1794-4BD3-8FD1-46E9C105D26E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44:32.896" v="3130" actId="20577"/>
          <ac:spMkLst>
            <pc:docMk/>
            <pc:sldMk cId="1135353687" sldId="329"/>
            <ac:spMk id="21" creationId="{297CCCB5-901D-4040-9400-7F160F764A49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39:54.245" v="426"/>
          <ac:spMkLst>
            <pc:docMk/>
            <pc:sldMk cId="1135353687" sldId="329"/>
            <ac:spMk id="22" creationId="{7C8EA9B3-1455-4E27-81F9-C2CC77BD2712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42:12.122" v="468" actId="1076"/>
          <ac:spMkLst>
            <pc:docMk/>
            <pc:sldMk cId="1135353687" sldId="329"/>
            <ac:spMk id="23" creationId="{C900D59B-0838-41AB-B70D-9330221247C9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42:46.421" v="493" actId="1076"/>
          <ac:spMkLst>
            <pc:docMk/>
            <pc:sldMk cId="1135353687" sldId="329"/>
            <ac:spMk id="26" creationId="{96F6AFD1-4735-43C9-B114-044F46EB3EC5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46:46.956" v="589"/>
          <ac:spMkLst>
            <pc:docMk/>
            <pc:sldMk cId="1135353687" sldId="329"/>
            <ac:spMk id="28" creationId="{A44EC201-6DE6-4887-B355-B86280EC328A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44:52.287" v="3147" actId="14100"/>
          <ac:spMkLst>
            <pc:docMk/>
            <pc:sldMk cId="1135353687" sldId="329"/>
            <ac:spMk id="29" creationId="{1D8C862F-3E4F-4FC5-B216-EAD31AC3B20D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44:46.005" v="3139" actId="1076"/>
          <ac:spMkLst>
            <pc:docMk/>
            <pc:sldMk cId="1135353687" sldId="329"/>
            <ac:spMk id="30" creationId="{755C59F9-97BD-4BAC-8662-BD922BA7B16D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45:10.381" v="3155" actId="1076"/>
          <ac:spMkLst>
            <pc:docMk/>
            <pc:sldMk cId="1135353687" sldId="329"/>
            <ac:spMk id="31" creationId="{527F0056-5B53-488D-A681-40F4355EADCF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49:02.802" v="643" actId="1076"/>
          <ac:spMkLst>
            <pc:docMk/>
            <pc:sldMk cId="1135353687" sldId="329"/>
            <ac:spMk id="33" creationId="{0A8F81A3-94CE-4440-8802-8889720DD9E3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50:52.054" v="665" actId="1076"/>
          <ac:spMkLst>
            <pc:docMk/>
            <pc:sldMk cId="1135353687" sldId="329"/>
            <ac:spMk id="37" creationId="{E4D486D2-438F-45CB-ACBD-B2D750E7BDD5}"/>
          </ac:spMkLst>
        </pc:spChg>
        <pc:spChg chg="add del">
          <ac:chgData name="松田 雅孝" userId="S::masataka.matsuda@optim.co.jp::82102f7f-8328-4360-b269-e8bbb4d4dee0" providerId="AD" clId="Web-{6B185E19-5F2D-25DE-B908-92D172718DB5}" dt="2021-02-12T01:51:25.570" v="672"/>
          <ac:spMkLst>
            <pc:docMk/>
            <pc:sldMk cId="1135353687" sldId="329"/>
            <ac:spMk id="38" creationId="{8170332E-156C-4B94-BCB3-95A61A74C95A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1:51:40.774" v="678" actId="1076"/>
          <ac:spMkLst>
            <pc:docMk/>
            <pc:sldMk cId="1135353687" sldId="329"/>
            <ac:spMk id="40" creationId="{4FA0C56E-3C1E-49E6-B3A3-A7C5E9AE8C59}"/>
          </ac:spMkLst>
        </pc:spChg>
        <pc:picChg chg="add mod">
          <ac:chgData name="松田 雅孝" userId="S::masataka.matsuda@optim.co.jp::82102f7f-8328-4360-b269-e8bbb4d4dee0" providerId="AD" clId="Web-{6B185E19-5F2D-25DE-B908-92D172718DB5}" dt="2021-02-12T01:45:24.564" v="501"/>
          <ac:picMkLst>
            <pc:docMk/>
            <pc:sldMk cId="1135353687" sldId="329"/>
            <ac:picMk id="27" creationId="{89539087-30E1-4B5B-B051-9CCB4357DA4E}"/>
          </ac:picMkLst>
        </pc:picChg>
        <pc:cxnChg chg="add del mod">
          <ac:chgData name="松田 雅孝" userId="S::masataka.matsuda@optim.co.jp::82102f7f-8328-4360-b269-e8bbb4d4dee0" providerId="AD" clId="Web-{6B185E19-5F2D-25DE-B908-92D172718DB5}" dt="2021-02-12T01:22:59.054" v="251"/>
          <ac:cxnSpMkLst>
            <pc:docMk/>
            <pc:sldMk cId="1135353687" sldId="329"/>
            <ac:cxnSpMk id="9" creationId="{047EEC7C-E1AF-4249-B5A3-AB965EC206D2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30:27.062" v="296" actId="1076"/>
          <ac:cxnSpMkLst>
            <pc:docMk/>
            <pc:sldMk cId="1135353687" sldId="329"/>
            <ac:cxnSpMk id="10" creationId="{B1C85963-10C6-4D4F-8283-13178A127902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48:21.286" v="624" actId="1076"/>
          <ac:cxnSpMkLst>
            <pc:docMk/>
            <pc:sldMk cId="1135353687" sldId="329"/>
            <ac:cxnSpMk id="11" creationId="{92FE6954-C3AA-41BC-818D-5833F0959922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50:03.491" v="654" actId="1076"/>
          <ac:cxnSpMkLst>
            <pc:docMk/>
            <pc:sldMk cId="1135353687" sldId="329"/>
            <ac:cxnSpMk id="13" creationId="{9A6EB18D-8E7B-4470-8437-C0275AAF92AC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51:51.930" v="680" actId="1076"/>
          <ac:cxnSpMkLst>
            <pc:docMk/>
            <pc:sldMk cId="1135353687" sldId="329"/>
            <ac:cxnSpMk id="15" creationId="{B021F7D5-66A9-4303-BD0F-0EAAEADF2246}"/>
          </ac:cxnSpMkLst>
        </pc:cxnChg>
        <pc:cxnChg chg="add del mod">
          <ac:chgData name="松田 雅孝" userId="S::masataka.matsuda@optim.co.jp::82102f7f-8328-4360-b269-e8bbb4d4dee0" providerId="AD" clId="Web-{6B185E19-5F2D-25DE-B908-92D172718DB5}" dt="2021-02-12T01:36:55.710" v="313"/>
          <ac:cxnSpMkLst>
            <pc:docMk/>
            <pc:sldMk cId="1135353687" sldId="329"/>
            <ac:cxnSpMk id="17" creationId="{B8B313A3-5CBD-4835-BE67-C421844D7777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37:11.679" v="318" actId="14100"/>
          <ac:cxnSpMkLst>
            <pc:docMk/>
            <pc:sldMk cId="1135353687" sldId="329"/>
            <ac:cxnSpMk id="18" creationId="{470DB034-D5FC-4078-BFA2-CDAB2BC1E05D}"/>
          </ac:cxnSpMkLst>
        </pc:cxnChg>
        <pc:cxnChg chg="add del mod">
          <ac:chgData name="松田 雅孝" userId="S::masataka.matsuda@optim.co.jp::82102f7f-8328-4360-b269-e8bbb4d4dee0" providerId="AD" clId="Web-{6B185E19-5F2D-25DE-B908-92D172718DB5}" dt="2021-02-12T01:37:14.679" v="320"/>
          <ac:cxnSpMkLst>
            <pc:docMk/>
            <pc:sldMk cId="1135353687" sldId="329"/>
            <ac:cxnSpMk id="19" creationId="{CBB03CD1-6B02-48A4-955B-3107FAA832E0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37:37.914" v="325" actId="14100"/>
          <ac:cxnSpMkLst>
            <pc:docMk/>
            <pc:sldMk cId="1135353687" sldId="329"/>
            <ac:cxnSpMk id="20" creationId="{BC32B786-37AE-46B4-B465-EF693880161B}"/>
          </ac:cxnSpMkLst>
        </pc:cxnChg>
        <pc:cxnChg chg="add del mod">
          <ac:chgData name="松田 雅孝" userId="S::masataka.matsuda@optim.co.jp::82102f7f-8328-4360-b269-e8bbb4d4dee0" providerId="AD" clId="Web-{6B185E19-5F2D-25DE-B908-92D172718DB5}" dt="2021-02-12T01:41:04.965" v="462"/>
          <ac:cxnSpMkLst>
            <pc:docMk/>
            <pc:sldMk cId="1135353687" sldId="329"/>
            <ac:cxnSpMk id="24" creationId="{F266F0AC-3FB7-4BFB-BF84-4B358B980B5F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41:29.825" v="467"/>
          <ac:cxnSpMkLst>
            <pc:docMk/>
            <pc:sldMk cId="1135353687" sldId="329"/>
            <ac:cxnSpMk id="25" creationId="{6711EEF9-374E-4CC2-905E-B0E75655B228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48:37.333" v="630" actId="14100"/>
          <ac:cxnSpMkLst>
            <pc:docMk/>
            <pc:sldMk cId="1135353687" sldId="329"/>
            <ac:cxnSpMk id="32" creationId="{DD6BA057-E7BA-4B19-8E9F-D06F825B63B5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49:58.459" v="653" actId="1076"/>
          <ac:cxnSpMkLst>
            <pc:docMk/>
            <pc:sldMk cId="1135353687" sldId="329"/>
            <ac:cxnSpMk id="34" creationId="{07B2FF3A-B43D-47A1-AC52-3EC8B97CF71D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50:28.085" v="659" actId="14100"/>
          <ac:cxnSpMkLst>
            <pc:docMk/>
            <pc:sldMk cId="1135353687" sldId="329"/>
            <ac:cxnSpMk id="35" creationId="{5833404F-2FED-4855-A19C-1E6889DB9582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50:45.741" v="663" actId="14100"/>
          <ac:cxnSpMkLst>
            <pc:docMk/>
            <pc:sldMk cId="1135353687" sldId="329"/>
            <ac:cxnSpMk id="36" creationId="{AA7A212C-F063-4C53-819E-7561FEE19BCC}"/>
          </ac:cxnSpMkLst>
        </pc:cxnChg>
        <pc:cxnChg chg="add mod">
          <ac:chgData name="松田 雅孝" userId="S::masataka.matsuda@optim.co.jp::82102f7f-8328-4360-b269-e8bbb4d4dee0" providerId="AD" clId="Web-{6B185E19-5F2D-25DE-B908-92D172718DB5}" dt="2021-02-12T01:51:55.837" v="682" actId="1076"/>
          <ac:cxnSpMkLst>
            <pc:docMk/>
            <pc:sldMk cId="1135353687" sldId="329"/>
            <ac:cxnSpMk id="39" creationId="{3D3B59B9-9A2F-4081-AF35-DDE5C6722442}"/>
          </ac:cxnSpMkLst>
        </pc:cxnChg>
      </pc:sldChg>
      <pc:sldChg chg="addSp delSp modSp ord">
        <pc:chgData name="松田 雅孝" userId="S::masataka.matsuda@optim.co.jp::82102f7f-8328-4360-b269-e8bbb4d4dee0" providerId="AD" clId="Web-{6B185E19-5F2D-25DE-B908-92D172718DB5}" dt="2021-02-12T03:50:51.106" v="3287" actId="20577"/>
        <pc:sldMkLst>
          <pc:docMk/>
          <pc:sldMk cId="1333521870" sldId="331"/>
        </pc:sldMkLst>
        <pc:spChg chg="add mod">
          <ac:chgData name="松田 雅孝" userId="S::masataka.matsuda@optim.co.jp::82102f7f-8328-4360-b269-e8bbb4d4dee0" providerId="AD" clId="Web-{6B185E19-5F2D-25DE-B908-92D172718DB5}" dt="2021-02-12T02:28:46.128" v="1840" actId="14100"/>
          <ac:spMkLst>
            <pc:docMk/>
            <pc:sldMk cId="1333521870" sldId="331"/>
            <ac:spMk id="2" creationId="{1B4455B7-15E1-442D-A83F-73515AF9AF62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3:50:51.106" v="3287" actId="20577"/>
          <ac:spMkLst>
            <pc:docMk/>
            <pc:sldMk cId="1333521870" sldId="331"/>
            <ac:spMk id="3" creationId="{9D2EA1CA-A1CA-2A4E-A954-D36AF5AC6134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2:29:06.332" v="1842" actId="1076"/>
          <ac:spMkLst>
            <pc:docMk/>
            <pc:sldMk cId="1333521870" sldId="331"/>
            <ac:spMk id="5" creationId="{1EBFD8F2-AB40-4279-9629-CDCA028B8FD2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2:29:22.894" v="1846" actId="14100"/>
          <ac:spMkLst>
            <pc:docMk/>
            <pc:sldMk cId="1333521870" sldId="331"/>
            <ac:spMk id="7" creationId="{FBF5364A-AD00-4441-BD9E-035353E02197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2:29:40.348" v="1848" actId="1076"/>
          <ac:spMkLst>
            <pc:docMk/>
            <pc:sldMk cId="1333521870" sldId="331"/>
            <ac:spMk id="8" creationId="{52973711-580A-4D8D-A86B-222425BE08EC}"/>
          </ac:spMkLst>
        </pc:spChg>
        <pc:spChg chg="add del mod">
          <ac:chgData name="松田 雅孝" userId="S::masataka.matsuda@optim.co.jp::82102f7f-8328-4360-b269-e8bbb4d4dee0" providerId="AD" clId="Web-{6B185E19-5F2D-25DE-B908-92D172718DB5}" dt="2021-02-12T02:55:49.834" v="2676"/>
          <ac:spMkLst>
            <pc:docMk/>
            <pc:sldMk cId="1333521870" sldId="331"/>
            <ac:spMk id="10" creationId="{D5511AAE-F406-4355-B649-14E19AAACB55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16:40.651" v="3124" actId="20577"/>
          <ac:spMkLst>
            <pc:docMk/>
            <pc:sldMk cId="1333521870" sldId="331"/>
            <ac:spMk id="12" creationId="{1993C07E-4E56-4059-8D62-EE82F84D4490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3:46:02.351" v="3176" actId="20577"/>
          <ac:spMkLst>
            <pc:docMk/>
            <pc:sldMk cId="1333521870" sldId="331"/>
            <ac:spMk id="21" creationId="{F4480A6D-41AB-401B-B288-B1EE8EAB8B78}"/>
          </ac:spMkLst>
        </pc:spChg>
        <pc:spChg chg="del">
          <ac:chgData name="松田 雅孝" userId="S::masataka.matsuda@optim.co.jp::82102f7f-8328-4360-b269-e8bbb4d4dee0" providerId="AD" clId="Web-{6B185E19-5F2D-25DE-B908-92D172718DB5}" dt="2021-02-12T02:19:54.212" v="1409"/>
          <ac:spMkLst>
            <pc:docMk/>
            <pc:sldMk cId="1333521870" sldId="331"/>
            <ac:spMk id="24" creationId="{28E0A21C-D273-400E-8627-51D3EC8067B2}"/>
          </ac:spMkLst>
        </pc:spChg>
        <pc:spChg chg="del">
          <ac:chgData name="松田 雅孝" userId="S::masataka.matsuda@optim.co.jp::82102f7f-8328-4360-b269-e8bbb4d4dee0" providerId="AD" clId="Web-{6B185E19-5F2D-25DE-B908-92D172718DB5}" dt="2021-02-12T02:19:58.603" v="1410"/>
          <ac:spMkLst>
            <pc:docMk/>
            <pc:sldMk cId="1333521870" sldId="331"/>
            <ac:spMk id="26" creationId="{F9E8B028-A283-4958-8202-0434757C3918}"/>
          </ac:spMkLst>
        </pc:spChg>
        <pc:spChg chg="add del mod">
          <ac:chgData name="松田 雅孝" userId="S::masataka.matsuda@optim.co.jp::82102f7f-8328-4360-b269-e8bbb4d4dee0" providerId="AD" clId="Web-{6B185E19-5F2D-25DE-B908-92D172718DB5}" dt="2021-02-12T03:15:07.213" v="3064"/>
          <ac:spMkLst>
            <pc:docMk/>
            <pc:sldMk cId="1333521870" sldId="331"/>
            <ac:spMk id="28" creationId="{F99A2F88-CBD8-4277-A0EC-22F66779B8DE}"/>
          </ac:spMkLst>
        </pc:spChg>
        <pc:picChg chg="mod">
          <ac:chgData name="松田 雅孝" userId="S::masataka.matsuda@optim.co.jp::82102f7f-8328-4360-b269-e8bbb4d4dee0" providerId="AD" clId="Web-{6B185E19-5F2D-25DE-B908-92D172718DB5}" dt="2021-02-12T01:59:28.517" v="908"/>
          <ac:picMkLst>
            <pc:docMk/>
            <pc:sldMk cId="1333521870" sldId="331"/>
            <ac:picMk id="6" creationId="{36B2D9EA-4813-4126-AF68-89BD12FB73FC}"/>
          </ac:picMkLst>
        </pc:picChg>
      </pc:sldChg>
      <pc:sldChg chg="modSp">
        <pc:chgData name="松田 雅孝" userId="S::masataka.matsuda@optim.co.jp::82102f7f-8328-4360-b269-e8bbb4d4dee0" providerId="AD" clId="Web-{6B185E19-5F2D-25DE-B908-92D172718DB5}" dt="2021-02-12T03:50:45.340" v="3285" actId="20577"/>
        <pc:sldMkLst>
          <pc:docMk/>
          <pc:sldMk cId="117006167" sldId="332"/>
        </pc:sldMkLst>
        <pc:spChg chg="mod">
          <ac:chgData name="松田 雅孝" userId="S::masataka.matsuda@optim.co.jp::82102f7f-8328-4360-b269-e8bbb4d4dee0" providerId="AD" clId="Web-{6B185E19-5F2D-25DE-B908-92D172718DB5}" dt="2021-02-12T03:50:45.340" v="3285" actId="20577"/>
          <ac:spMkLst>
            <pc:docMk/>
            <pc:sldMk cId="117006167" sldId="332"/>
            <ac:spMk id="3" creationId="{9D2EA1CA-A1CA-2A4E-A954-D36AF5AC6134}"/>
          </ac:spMkLst>
        </pc:spChg>
      </pc:sldChg>
      <pc:sldChg chg="addSp modSp">
        <pc:chgData name="松田 雅孝" userId="S::masataka.matsuda@optim.co.jp::82102f7f-8328-4360-b269-e8bbb4d4dee0" providerId="AD" clId="Web-{6B185E19-5F2D-25DE-B908-92D172718DB5}" dt="2021-02-12T03:50:59.341" v="3289" actId="20577"/>
        <pc:sldMkLst>
          <pc:docMk/>
          <pc:sldMk cId="1065574258" sldId="333"/>
        </pc:sldMkLst>
        <pc:spChg chg="add mod">
          <ac:chgData name="松田 雅孝" userId="S::masataka.matsuda@optim.co.jp::82102f7f-8328-4360-b269-e8bbb4d4dee0" providerId="AD" clId="Web-{6B185E19-5F2D-25DE-B908-92D172718DB5}" dt="2021-02-12T03:49:18.464" v="3272" actId="1076"/>
          <ac:spMkLst>
            <pc:docMk/>
            <pc:sldMk cId="1065574258" sldId="333"/>
            <ac:spMk id="2" creationId="{A3B901BD-4248-49A7-8699-7C51EAA3992F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3:50:59.341" v="3289" actId="20577"/>
          <ac:spMkLst>
            <pc:docMk/>
            <pc:sldMk cId="1065574258" sldId="333"/>
            <ac:spMk id="3" creationId="{9D2EA1CA-A1CA-2A4E-A954-D36AF5AC6134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2:36:48.340" v="2025" actId="14100"/>
          <ac:spMkLst>
            <pc:docMk/>
            <pc:sldMk cId="1065574258" sldId="333"/>
            <ac:spMk id="8" creationId="{C2706924-C538-455E-A143-320AD1CD96A1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2:36:07.449" v="2008" actId="1076"/>
          <ac:spMkLst>
            <pc:docMk/>
            <pc:sldMk cId="1065574258" sldId="333"/>
            <ac:spMk id="9" creationId="{5F09A658-E8D5-461B-A82F-252B5FC4CF51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2:36:16.824" v="2011" actId="14100"/>
          <ac:spMkLst>
            <pc:docMk/>
            <pc:sldMk cId="1065574258" sldId="333"/>
            <ac:spMk id="10" creationId="{95BEBC35-9984-4E28-91CE-1ADBDB40F35F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2:36:26.871" v="2016" actId="20577"/>
          <ac:spMkLst>
            <pc:docMk/>
            <pc:sldMk cId="1065574258" sldId="333"/>
            <ac:spMk id="11" creationId="{8E6186AB-B293-4A74-937D-53F104F17ABE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2:36:43.325" v="2023" actId="14100"/>
          <ac:spMkLst>
            <pc:docMk/>
            <pc:sldMk cId="1065574258" sldId="333"/>
            <ac:spMk id="12" creationId="{5B50ABFA-51B3-46B3-A91A-50472B5135D8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2:37:43.810" v="2071" actId="20577"/>
          <ac:spMkLst>
            <pc:docMk/>
            <pc:sldMk cId="1065574258" sldId="333"/>
            <ac:spMk id="13" creationId="{D063ABD0-C5C4-40B6-BF4B-81442B8CB2DF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3:47:26.431" v="3224" actId="20577"/>
          <ac:spMkLst>
            <pc:docMk/>
            <pc:sldMk cId="1065574258" sldId="333"/>
            <ac:spMk id="21" creationId="{F4480A6D-41AB-401B-B288-B1EE8EAB8B78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2:34:19.759" v="1922" actId="14100"/>
          <ac:spMkLst>
            <pc:docMk/>
            <pc:sldMk cId="1065574258" sldId="333"/>
            <ac:spMk id="24" creationId="{28E0A21C-D273-400E-8627-51D3EC8067B2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2:34:32.963" v="1931" actId="20577"/>
          <ac:spMkLst>
            <pc:docMk/>
            <pc:sldMk cId="1065574258" sldId="333"/>
            <ac:spMk id="26" creationId="{F9E8B028-A283-4958-8202-0434757C3918}"/>
          </ac:spMkLst>
        </pc:spChg>
      </pc:sldChg>
      <pc:sldChg chg="modSp">
        <pc:chgData name="松田 雅孝" userId="S::masataka.matsuda@optim.co.jp::82102f7f-8328-4360-b269-e8bbb4d4dee0" providerId="AD" clId="Web-{6B185E19-5F2D-25DE-B908-92D172718DB5}" dt="2021-02-12T03:51:15.763" v="3296" actId="20577"/>
        <pc:sldMkLst>
          <pc:docMk/>
          <pc:sldMk cId="531660861" sldId="334"/>
        </pc:sldMkLst>
        <pc:spChg chg="mod">
          <ac:chgData name="松田 雅孝" userId="S::masataka.matsuda@optim.co.jp::82102f7f-8328-4360-b269-e8bbb4d4dee0" providerId="AD" clId="Web-{6B185E19-5F2D-25DE-B908-92D172718DB5}" dt="2021-02-12T03:51:15.763" v="3296" actId="20577"/>
          <ac:spMkLst>
            <pc:docMk/>
            <pc:sldMk cId="531660861" sldId="334"/>
            <ac:spMk id="3" creationId="{9D2EA1CA-A1CA-2A4E-A954-D36AF5AC6134}"/>
          </ac:spMkLst>
        </pc:spChg>
      </pc:sldChg>
      <pc:sldChg chg="addSp delSp modSp add replId">
        <pc:chgData name="松田 雅孝" userId="S::masataka.matsuda@optim.co.jp::82102f7f-8328-4360-b269-e8bbb4d4dee0" providerId="AD" clId="Web-{6B185E19-5F2D-25DE-B908-92D172718DB5}" dt="2021-02-12T03:51:08.091" v="3291" actId="20577"/>
        <pc:sldMkLst>
          <pc:docMk/>
          <pc:sldMk cId="2661154259" sldId="335"/>
        </pc:sldMkLst>
        <pc:spChg chg="mod">
          <ac:chgData name="松田 雅孝" userId="S::masataka.matsuda@optim.co.jp::82102f7f-8328-4360-b269-e8bbb4d4dee0" providerId="AD" clId="Web-{6B185E19-5F2D-25DE-B908-92D172718DB5}" dt="2021-02-12T03:51:08.091" v="3291" actId="20577"/>
          <ac:spMkLst>
            <pc:docMk/>
            <pc:sldMk cId="2661154259" sldId="335"/>
            <ac:spMk id="3" creationId="{9D2EA1CA-A1CA-2A4E-A954-D36AF5AC6134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09:48.378" v="2903" actId="14100"/>
          <ac:spMkLst>
            <pc:docMk/>
            <pc:sldMk cId="2661154259" sldId="335"/>
            <ac:spMk id="7" creationId="{7BBFC0EE-763A-4DF0-9872-DE88DC887D4B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13:13.569" v="3042"/>
          <ac:spMkLst>
            <pc:docMk/>
            <pc:sldMk cId="2661154259" sldId="335"/>
            <ac:spMk id="8" creationId="{4E6FD724-E41B-462A-9AC7-B0B6DCAAB0A1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07:49.094" v="2867" actId="1076"/>
          <ac:spMkLst>
            <pc:docMk/>
            <pc:sldMk cId="2661154259" sldId="335"/>
            <ac:spMk id="9" creationId="{8E91BB1D-97F3-4076-A901-0013EC861DBD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07:49.110" v="2868" actId="1076"/>
          <ac:spMkLst>
            <pc:docMk/>
            <pc:sldMk cId="2661154259" sldId="335"/>
            <ac:spMk id="10" creationId="{8A062D00-4F19-4F5C-BC04-4D4CCED28D93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14:11.805" v="3051" actId="1076"/>
          <ac:spMkLst>
            <pc:docMk/>
            <pc:sldMk cId="2661154259" sldId="335"/>
            <ac:spMk id="11" creationId="{8CA723F7-6556-452F-AFEF-6DC74AE70B7B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07:49.141" v="2870" actId="1076"/>
          <ac:spMkLst>
            <pc:docMk/>
            <pc:sldMk cId="2661154259" sldId="335"/>
            <ac:spMk id="12" creationId="{A65B67BA-9643-439B-BA47-A2B73FE1636E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07:49.157" v="2871" actId="1076"/>
          <ac:spMkLst>
            <pc:docMk/>
            <pc:sldMk cId="2661154259" sldId="335"/>
            <ac:spMk id="13" creationId="{EDE173EB-742E-4A7B-9720-974CC44B1010}"/>
          </ac:spMkLst>
        </pc:spChg>
        <pc:spChg chg="del">
          <ac:chgData name="松田 雅孝" userId="S::masataka.matsuda@optim.co.jp::82102f7f-8328-4360-b269-e8bbb4d4dee0" providerId="AD" clId="Web-{6B185E19-5F2D-25DE-B908-92D172718DB5}" dt="2021-02-12T03:07:04.968" v="2852"/>
          <ac:spMkLst>
            <pc:docMk/>
            <pc:sldMk cId="2661154259" sldId="335"/>
            <ac:spMk id="14" creationId="{A884BC81-A77B-4091-A6A4-4E90A88A05F5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14:15.664" v="3052" actId="1076"/>
          <ac:spMkLst>
            <pc:docMk/>
            <pc:sldMk cId="2661154259" sldId="335"/>
            <ac:spMk id="15" creationId="{A4035310-FDE9-4A3D-920E-3002E9E2C4CF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08:24.048" v="2877" actId="1076"/>
          <ac:spMkLst>
            <pc:docMk/>
            <pc:sldMk cId="2661154259" sldId="335"/>
            <ac:spMk id="18" creationId="{7D2EBFDB-3CBA-4D71-A318-DE82DB48E2DA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08:31.564" v="2879" actId="1076"/>
          <ac:spMkLst>
            <pc:docMk/>
            <pc:sldMk cId="2661154259" sldId="335"/>
            <ac:spMk id="19" creationId="{4ACBF48A-0FD4-4245-9DF4-36A10B98F3FB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09:54.081" v="2906" actId="14100"/>
          <ac:spMkLst>
            <pc:docMk/>
            <pc:sldMk cId="2661154259" sldId="335"/>
            <ac:spMk id="20" creationId="{8BA24E28-46DE-4FD9-A153-60685E5E4E72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3:11:24.786" v="3032" actId="20577"/>
          <ac:spMkLst>
            <pc:docMk/>
            <pc:sldMk cId="2661154259" sldId="335"/>
            <ac:spMk id="21" creationId="{F4480A6D-41AB-401B-B288-B1EE8EAB8B78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14:02.242" v="3048" actId="1076"/>
          <ac:spMkLst>
            <pc:docMk/>
            <pc:sldMk cId="2661154259" sldId="335"/>
            <ac:spMk id="22" creationId="{56CA84AC-5817-47DC-BAFB-6DCF8A2D0439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14:05.586" v="3050" actId="1076"/>
          <ac:spMkLst>
            <pc:docMk/>
            <pc:sldMk cId="2661154259" sldId="335"/>
            <ac:spMk id="23" creationId="{1F0E6C0E-C008-486E-83E8-9C349DC92C54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3:08:00.579" v="2874" actId="1076"/>
          <ac:spMkLst>
            <pc:docMk/>
            <pc:sldMk cId="2661154259" sldId="335"/>
            <ac:spMk id="24" creationId="{28E0A21C-D273-400E-8627-51D3EC8067B2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14:25.727" v="3059" actId="20577"/>
          <ac:spMkLst>
            <pc:docMk/>
            <pc:sldMk cId="2661154259" sldId="335"/>
            <ac:spMk id="25" creationId="{7D2E0CED-6773-4E15-8B78-F960477BA4A2}"/>
          </ac:spMkLst>
        </pc:spChg>
        <pc:spChg chg="mod">
          <ac:chgData name="松田 雅孝" userId="S::masataka.matsuda@optim.co.jp::82102f7f-8328-4360-b269-e8bbb4d4dee0" providerId="AD" clId="Web-{6B185E19-5F2D-25DE-B908-92D172718DB5}" dt="2021-02-12T03:08:05.641" v="2875" actId="1076"/>
          <ac:spMkLst>
            <pc:docMk/>
            <pc:sldMk cId="2661154259" sldId="335"/>
            <ac:spMk id="26" creationId="{F9E8B028-A283-4958-8202-0434757C3918}"/>
          </ac:spMkLst>
        </pc:spChg>
        <pc:spChg chg="add mod">
          <ac:chgData name="松田 雅孝" userId="S::masataka.matsuda@optim.co.jp::82102f7f-8328-4360-b269-e8bbb4d4dee0" providerId="AD" clId="Web-{6B185E19-5F2D-25DE-B908-92D172718DB5}" dt="2021-02-12T03:14:38.399" v="3063" actId="20577"/>
          <ac:spMkLst>
            <pc:docMk/>
            <pc:sldMk cId="2661154259" sldId="335"/>
            <ac:spMk id="27" creationId="{ACAD3876-5353-49FB-BA9B-CD5FFB25B4E2}"/>
          </ac:spMkLst>
        </pc:spChg>
        <pc:picChg chg="add mod ord modCrop">
          <ac:chgData name="松田 雅孝" userId="S::masataka.matsuda@optim.co.jp::82102f7f-8328-4360-b269-e8bbb4d4dee0" providerId="AD" clId="Web-{6B185E19-5F2D-25DE-B908-92D172718DB5}" dt="2021-02-12T03:07:23.188" v="2865" actId="14100"/>
          <ac:picMkLst>
            <pc:docMk/>
            <pc:sldMk cId="2661154259" sldId="335"/>
            <ac:picMk id="2" creationId="{0CCB6BD4-CDA7-4973-B859-7197AF58906E}"/>
          </ac:picMkLst>
        </pc:picChg>
        <pc:picChg chg="add del mod">
          <ac:chgData name="松田 雅孝" userId="S::masataka.matsuda@optim.co.jp::82102f7f-8328-4360-b269-e8bbb4d4dee0" providerId="AD" clId="Web-{6B185E19-5F2D-25DE-B908-92D172718DB5}" dt="2021-02-12T03:02:01.291" v="2785"/>
          <ac:picMkLst>
            <pc:docMk/>
            <pc:sldMk cId="2661154259" sldId="335"/>
            <ac:picMk id="4" creationId="{81FDE0C4-9E32-4B3B-BBE7-4332D7E2F9A7}"/>
          </ac:picMkLst>
        </pc:picChg>
        <pc:picChg chg="add mod modCrop">
          <ac:chgData name="松田 雅孝" userId="S::masataka.matsuda@optim.co.jp::82102f7f-8328-4360-b269-e8bbb4d4dee0" providerId="AD" clId="Web-{6B185E19-5F2D-25DE-B908-92D172718DB5}" dt="2021-02-12T03:09:10.690" v="2900"/>
          <ac:picMkLst>
            <pc:docMk/>
            <pc:sldMk cId="2661154259" sldId="335"/>
            <ac:picMk id="5" creationId="{42BD7931-4D25-4DA9-939B-77D248D363B5}"/>
          </ac:picMkLst>
        </pc:picChg>
        <pc:picChg chg="del">
          <ac:chgData name="松田 雅孝" userId="S::masataka.matsuda@optim.co.jp::82102f7f-8328-4360-b269-e8bbb4d4dee0" providerId="AD" clId="Web-{6B185E19-5F2D-25DE-B908-92D172718DB5}" dt="2021-02-12T02:32:57.883" v="1899"/>
          <ac:picMkLst>
            <pc:docMk/>
            <pc:sldMk cId="2661154259" sldId="335"/>
            <ac:picMk id="6" creationId="{36B2D9EA-4813-4126-AF68-89BD12FB73FC}"/>
          </ac:picMkLst>
        </pc:picChg>
      </pc:sldChg>
      <pc:sldChg chg="modSp">
        <pc:chgData name="松田 雅孝" userId="S::masataka.matsuda@optim.co.jp::82102f7f-8328-4360-b269-e8bbb4d4dee0" providerId="AD" clId="Web-{6B185E19-5F2D-25DE-B908-92D172718DB5}" dt="2021-02-12T03:51:38.545" v="3300" actId="20577"/>
        <pc:sldMkLst>
          <pc:docMk/>
          <pc:sldMk cId="3237190692" sldId="336"/>
        </pc:sldMkLst>
        <pc:spChg chg="mod">
          <ac:chgData name="松田 雅孝" userId="S::masataka.matsuda@optim.co.jp::82102f7f-8328-4360-b269-e8bbb4d4dee0" providerId="AD" clId="Web-{6B185E19-5F2D-25DE-B908-92D172718DB5}" dt="2021-02-12T03:51:38.545" v="3300" actId="20577"/>
          <ac:spMkLst>
            <pc:docMk/>
            <pc:sldMk cId="3237190692" sldId="336"/>
            <ac:spMk id="3" creationId="{9D2EA1CA-A1CA-2A4E-A954-D36AF5AC6134}"/>
          </ac:spMkLst>
        </pc:spChg>
      </pc:sldChg>
      <pc:sldChg chg="modSp">
        <pc:chgData name="松田 雅孝" userId="S::masataka.matsuda@optim.co.jp::82102f7f-8328-4360-b269-e8bbb4d4dee0" providerId="AD" clId="Web-{6B185E19-5F2D-25DE-B908-92D172718DB5}" dt="2021-02-12T03:51:23.404" v="3298" actId="20577"/>
        <pc:sldMkLst>
          <pc:docMk/>
          <pc:sldMk cId="3043137049" sldId="337"/>
        </pc:sldMkLst>
        <pc:spChg chg="mod">
          <ac:chgData name="松田 雅孝" userId="S::masataka.matsuda@optim.co.jp::82102f7f-8328-4360-b269-e8bbb4d4dee0" providerId="AD" clId="Web-{6B185E19-5F2D-25DE-B908-92D172718DB5}" dt="2021-02-12T03:51:23.404" v="3298" actId="20577"/>
          <ac:spMkLst>
            <pc:docMk/>
            <pc:sldMk cId="3043137049" sldId="337"/>
            <ac:spMk id="3" creationId="{9D2EA1CA-A1CA-2A4E-A954-D36AF5AC6134}"/>
          </ac:spMkLst>
        </pc:spChg>
      </pc:sldChg>
      <pc:sldChg chg="modSp">
        <pc:chgData name="松田 雅孝" userId="S::masataka.matsuda@optim.co.jp::82102f7f-8328-4360-b269-e8bbb4d4dee0" providerId="AD" clId="Web-{6B185E19-5F2D-25DE-B908-92D172718DB5}" dt="2021-02-12T03:51:47.717" v="3307" actId="20577"/>
        <pc:sldMkLst>
          <pc:docMk/>
          <pc:sldMk cId="1825714938" sldId="338"/>
        </pc:sldMkLst>
        <pc:spChg chg="mod">
          <ac:chgData name="松田 雅孝" userId="S::masataka.matsuda@optim.co.jp::82102f7f-8328-4360-b269-e8bbb4d4dee0" providerId="AD" clId="Web-{6B185E19-5F2D-25DE-B908-92D172718DB5}" dt="2021-02-12T03:51:47.717" v="3307" actId="20577"/>
          <ac:spMkLst>
            <pc:docMk/>
            <pc:sldMk cId="1825714938" sldId="338"/>
            <ac:spMk id="3" creationId="{9D2EA1CA-A1CA-2A4E-A954-D36AF5AC6134}"/>
          </ac:spMkLst>
        </pc:spChg>
      </pc:sldChg>
    </pc:docChg>
  </pc:docChgLst>
  <pc:docChgLst>
    <pc:chgData name="池田 幸高" userId="S::yukitaka.ikeda@optim.co.jp::698c31e5-383b-467c-bc20-a09d8c482264" providerId="AD" clId="Web-{E386168B-E5F2-BA8C-EA79-EB7EC1F6F1B7}"/>
    <pc:docChg chg="modSld">
      <pc:chgData name="池田 幸高" userId="S::yukitaka.ikeda@optim.co.jp::698c31e5-383b-467c-bc20-a09d8c482264" providerId="AD" clId="Web-{E386168B-E5F2-BA8C-EA79-EB7EC1F6F1B7}" dt="2021-01-05T01:48:23.211" v="1" actId="20577"/>
      <pc:docMkLst>
        <pc:docMk/>
      </pc:docMkLst>
      <pc:sldChg chg="modSp">
        <pc:chgData name="池田 幸高" userId="S::yukitaka.ikeda@optim.co.jp::698c31e5-383b-467c-bc20-a09d8c482264" providerId="AD" clId="Web-{E386168B-E5F2-BA8C-EA79-EB7EC1F6F1B7}" dt="2021-01-05T01:48:23.211" v="1" actId="20577"/>
        <pc:sldMkLst>
          <pc:docMk/>
          <pc:sldMk cId="4291880536" sldId="275"/>
        </pc:sldMkLst>
        <pc:spChg chg="mod">
          <ac:chgData name="池田 幸高" userId="S::yukitaka.ikeda@optim.co.jp::698c31e5-383b-467c-bc20-a09d8c482264" providerId="AD" clId="Web-{E386168B-E5F2-BA8C-EA79-EB7EC1F6F1B7}" dt="2021-01-05T01:48:23.211" v="1" actId="20577"/>
          <ac:spMkLst>
            <pc:docMk/>
            <pc:sldMk cId="4291880536" sldId="275"/>
            <ac:spMk id="10" creationId="{E8334325-A8D3-4C14-A3B7-A94E9EE587E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724DF-A85A-2047-B3C6-3D436C6C971D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EBEA1-DD2C-406D-994D-0509418666A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30931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A3941-B0CB-42B0-9DE5-FD9ABF97CA2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80737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5516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661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3149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723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277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117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313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261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145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900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8768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724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624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313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10050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027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83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628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6FD19B-1577-834A-BA76-72F646F88ED7}" type="datetime1">
              <a:rPr kumimoji="1" lang="ja-JP" altLang="en-US" smtClean="0"/>
              <a:t>2021/6/14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kumimoji="1" lang="en-US" altLang="ja-JP"/>
              <a:t>Copyright OPTiM Co. All Right Received.</a:t>
            </a:r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A3941-B0CB-42B0-9DE5-FD9ABF97CA2A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679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サブタイトル 2"/>
          <p:cNvSpPr>
            <a:spLocks noGrp="1"/>
          </p:cNvSpPr>
          <p:nvPr>
            <p:ph type="subTitle" idx="1"/>
          </p:nvPr>
        </p:nvSpPr>
        <p:spPr>
          <a:xfrm>
            <a:off x="349200" y="978694"/>
            <a:ext cx="7453370" cy="65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257175" indent="-257175">
              <a:buNone/>
              <a:defRPr lang="ja-JP" altLang="en-US" sz="1500" b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Verdana" panose="020B0604030504040204" pitchFamily="34" charset="0"/>
              </a:defRPr>
            </a:lvl1pPr>
          </a:lstStyle>
          <a:p>
            <a:pPr marL="0" lvl="0" indent="0" fontAlgn="auto">
              <a:spcAft>
                <a:spcPts val="0"/>
              </a:spcAft>
            </a:pPr>
            <a:r>
              <a:rPr kumimoji="1" lang="ja-JP" altLang="en-US" dirty="0" smtClean="0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7" name="タイトル 13"/>
          <p:cNvSpPr>
            <a:spLocks noGrp="1"/>
          </p:cNvSpPr>
          <p:nvPr>
            <p:ph type="title"/>
          </p:nvPr>
        </p:nvSpPr>
        <p:spPr>
          <a:xfrm>
            <a:off x="349200" y="1707356"/>
            <a:ext cx="7453370" cy="848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l">
              <a:defRPr lang="ja-JP" altLang="en-US" sz="2400" b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Verdana" panose="020B0604030504040204" pitchFamily="34" charset="0"/>
              </a:defRPr>
            </a:lvl1pPr>
          </a:lstStyle>
          <a:p>
            <a:pPr lvl="0" eaLnBrk="0" fontAlgn="base" hangingPunct="0">
              <a:spcAft>
                <a:spcPct val="0"/>
              </a:spcAft>
            </a:pPr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8" name="テキスト プレースホルダー 15"/>
          <p:cNvSpPr>
            <a:spLocks noGrp="1"/>
          </p:cNvSpPr>
          <p:nvPr>
            <p:ph type="body" sz="quarter" idx="10" hasCustomPrompt="1"/>
          </p:nvPr>
        </p:nvSpPr>
        <p:spPr>
          <a:xfrm>
            <a:off x="349200" y="2761097"/>
            <a:ext cx="4147039" cy="1215000"/>
          </a:xfrm>
          <a:prstGeom prst="rect">
            <a:avLst/>
          </a:prstGeom>
        </p:spPr>
        <p:txBody>
          <a:bodyPr lIns="0" rIns="0" anchor="t"/>
          <a:lstStyle>
            <a:lvl1pPr marL="0" indent="0">
              <a:buNone/>
              <a:defRPr sz="90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Verdana" panose="020B0604030504040204" pitchFamily="34" charset="0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 dirty="0" err="1" smtClean="0"/>
              <a:t>yyyy</a:t>
            </a:r>
            <a:r>
              <a:rPr kumimoji="1" lang="ja-JP" altLang="en-US" dirty="0" smtClean="0"/>
              <a:t>年</a:t>
            </a:r>
            <a:r>
              <a:rPr kumimoji="1" lang="en-US" altLang="ja-JP" dirty="0" smtClean="0"/>
              <a:t>mm</a:t>
            </a:r>
            <a:r>
              <a:rPr kumimoji="1" lang="ja-JP" altLang="en-US" dirty="0" smtClean="0"/>
              <a:t>月</a:t>
            </a:r>
            <a:r>
              <a:rPr kumimoji="1" lang="en-US" altLang="ja-JP" dirty="0" err="1" smtClean="0"/>
              <a:t>dd</a:t>
            </a:r>
            <a:r>
              <a:rPr kumimoji="1" lang="ja-JP" altLang="en-US" dirty="0" smtClean="0"/>
              <a:t>日</a:t>
            </a:r>
            <a:endParaRPr kumimoji="1" lang="ja-JP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00" y="2993940"/>
            <a:ext cx="2292887" cy="241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テキスト ボックス 9"/>
          <p:cNvSpPr txBox="1"/>
          <p:nvPr userDrawn="1"/>
        </p:nvSpPr>
        <p:spPr>
          <a:xfrm>
            <a:off x="337012" y="3235467"/>
            <a:ext cx="3100844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1" b="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PCR</a:t>
            </a:r>
            <a:r>
              <a:rPr kumimoji="1" lang="ja-JP" altLang="en-US" sz="1051" b="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事業総括部　システム開発部</a:t>
            </a:r>
          </a:p>
        </p:txBody>
      </p:sp>
      <p:pic>
        <p:nvPicPr>
          <p:cNvPr id="12" name="Picture 2" descr="C:\Users\sakamoto_kazu\Desktop\pptxtemplete1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" y="0"/>
            <a:ext cx="9181229" cy="516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144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コネクタ 5"/>
          <p:cNvCxnSpPr/>
          <p:nvPr userDrawn="1"/>
        </p:nvCxnSpPr>
        <p:spPr>
          <a:xfrm>
            <a:off x="133500" y="414343"/>
            <a:ext cx="8888036" cy="2036"/>
          </a:xfrm>
          <a:prstGeom prst="line">
            <a:avLst/>
          </a:prstGeom>
          <a:ln w="50800"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タイトル 1"/>
          <p:cNvSpPr>
            <a:spLocks noGrp="1"/>
          </p:cNvSpPr>
          <p:nvPr>
            <p:ph type="title"/>
          </p:nvPr>
        </p:nvSpPr>
        <p:spPr>
          <a:xfrm>
            <a:off x="178593" y="-3571"/>
            <a:ext cx="6343651" cy="50363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195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pic>
        <p:nvPicPr>
          <p:cNvPr id="7" name="図 6" descr="名称未設定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818831"/>
            <a:ext cx="9151938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0"/>
          <p:cNvSpPr txBox="1">
            <a:spLocks noChangeArrowheads="1"/>
          </p:cNvSpPr>
          <p:nvPr userDrawn="1"/>
        </p:nvSpPr>
        <p:spPr>
          <a:xfrm>
            <a:off x="268288" y="4876006"/>
            <a:ext cx="4908550" cy="161925"/>
          </a:xfrm>
          <a:prstGeom prst="rect">
            <a:avLst/>
          </a:prstGeom>
          <a:ln/>
        </p:spPr>
        <p:txBody>
          <a:bodyPr/>
          <a:lstStyle>
            <a:lvl1pPr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600" b="0" dirty="0">
                <a:solidFill>
                  <a:schemeClr val="bg1"/>
                </a:solidFill>
                <a:latin typeface="Verdana" pitchFamily="34" charset="0"/>
              </a:rPr>
              <a:t>© </a:t>
            </a:r>
            <a:r>
              <a:rPr lang="en-US" altLang="ja-JP" sz="600" b="0" dirty="0" smtClean="0">
                <a:solidFill>
                  <a:schemeClr val="bg1"/>
                </a:solidFill>
                <a:latin typeface="Verdana" pitchFamily="34" charset="0"/>
              </a:rPr>
              <a:t>Kawasaki </a:t>
            </a:r>
            <a:r>
              <a:rPr lang="en-US" altLang="ja-JP" sz="600" b="0" dirty="0">
                <a:solidFill>
                  <a:schemeClr val="bg1"/>
                </a:solidFill>
                <a:latin typeface="Verdana" pitchFamily="34" charset="0"/>
              </a:rPr>
              <a:t>Heavy Industries, Ltd. All Rights Reserved</a:t>
            </a:r>
          </a:p>
        </p:txBody>
      </p:sp>
      <p:sp>
        <p:nvSpPr>
          <p:cNvPr id="12" name="テキスト ボックス 10"/>
          <p:cNvSpPr txBox="1">
            <a:spLocks noChangeArrowheads="1"/>
          </p:cNvSpPr>
          <p:nvPr userDrawn="1"/>
        </p:nvSpPr>
        <p:spPr bwMode="auto">
          <a:xfrm>
            <a:off x="8856663" y="4881813"/>
            <a:ext cx="2667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l">
              <a:defRPr/>
            </a:pPr>
            <a:fld id="{85015394-6B59-4A28-A0C1-D3345481816E}" type="slidenum">
              <a:rPr lang="ja-JP" altLang="en-US" sz="1000" smtClean="0">
                <a:solidFill>
                  <a:schemeClr val="bg1"/>
                </a:solidFill>
              </a:rPr>
              <a:pPr algn="l">
                <a:defRPr/>
              </a:pPr>
              <a:t>‹#›</a:t>
            </a:fld>
            <a:endParaRPr lang="ja-JP" altLang="en-US" sz="1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4109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91" userDrawn="1">
          <p15:clr>
            <a:srgbClr val="FBAE40"/>
          </p15:clr>
        </p15:guide>
        <p15:guide id="2" pos="553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sakamoto_kazu\Desktop\ppt更新\end_c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71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04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5" r:id="rId2"/>
    <p:sldLayoutId id="2147483676" r:id="rId3"/>
  </p:sldLayoutIdLst>
  <p:hf hdr="0" ftr="0" dt="0"/>
  <p:txStyles>
    <p:titleStyle>
      <a:lvl1pPr algn="ctr" defTabSz="844104" rtl="0" eaLnBrk="1" latinLnBrk="0" hangingPunct="1">
        <a:spcBef>
          <a:spcPct val="0"/>
        </a:spcBef>
        <a:buNone/>
        <a:defRPr kumimoji="1" sz="2585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8" indent="-316538" algn="l" defTabSz="844104" rtl="0" eaLnBrk="1" latinLnBrk="0" hangingPunct="1">
        <a:lnSpc>
          <a:spcPct val="120000"/>
        </a:lnSpc>
        <a:spcBef>
          <a:spcPts val="0"/>
        </a:spcBef>
        <a:spcAft>
          <a:spcPts val="554"/>
        </a:spcAft>
        <a:buFont typeface="Arial" pitchFamily="34" charset="0"/>
        <a:buChar char="•"/>
        <a:defRPr kumimoji="1" sz="221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35" indent="-263783" algn="l" defTabSz="844104" rtl="0" eaLnBrk="1" latinLnBrk="0" hangingPunct="1">
        <a:lnSpc>
          <a:spcPct val="120000"/>
        </a:lnSpc>
        <a:spcBef>
          <a:spcPts val="0"/>
        </a:spcBef>
        <a:spcAft>
          <a:spcPts val="554"/>
        </a:spcAft>
        <a:buFont typeface="Arial" pitchFamily="34" charset="0"/>
        <a:buChar char="–"/>
        <a:defRPr kumimoji="1" sz="184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55129" indent="-211026" algn="l" defTabSz="844104" rtl="0" eaLnBrk="1" latinLnBrk="0" hangingPunct="1">
        <a:lnSpc>
          <a:spcPct val="120000"/>
        </a:lnSpc>
        <a:spcBef>
          <a:spcPts val="0"/>
        </a:spcBef>
        <a:spcAft>
          <a:spcPts val="554"/>
        </a:spcAft>
        <a:buFont typeface="Arial" pitchFamily="34" charset="0"/>
        <a:buChar char="•"/>
        <a:defRPr kumimoji="1" sz="166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77181" indent="-211026" algn="l" defTabSz="844104" rtl="0" eaLnBrk="1" latinLnBrk="0" hangingPunct="1">
        <a:lnSpc>
          <a:spcPct val="120000"/>
        </a:lnSpc>
        <a:spcBef>
          <a:spcPts val="0"/>
        </a:spcBef>
        <a:spcAft>
          <a:spcPts val="554"/>
        </a:spcAft>
        <a:buFont typeface="Arial" pitchFamily="34" charset="0"/>
        <a:buChar char="–"/>
        <a:defRPr kumimoji="1" sz="147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99234" indent="-211026" algn="l" defTabSz="844104" rtl="0" eaLnBrk="1" latinLnBrk="0" hangingPunct="1">
        <a:lnSpc>
          <a:spcPct val="120000"/>
        </a:lnSpc>
        <a:spcBef>
          <a:spcPts val="0"/>
        </a:spcBef>
        <a:spcAft>
          <a:spcPts val="554"/>
        </a:spcAft>
        <a:buFont typeface="Arial" pitchFamily="34" charset="0"/>
        <a:buChar char="»"/>
        <a:defRPr kumimoji="1" sz="129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321285" indent="-211026" algn="l" defTabSz="844104" rtl="0" eaLnBrk="1" latinLnBrk="0" hangingPunct="1">
        <a:spcBef>
          <a:spcPct val="20000"/>
        </a:spcBef>
        <a:buFont typeface="Arial" pitchFamily="34" charset="0"/>
        <a:buChar char="•"/>
        <a:defRPr kumimoji="1" sz="1847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indent="-211026" algn="l" defTabSz="844104" rtl="0" eaLnBrk="1" latinLnBrk="0" hangingPunct="1">
        <a:spcBef>
          <a:spcPct val="20000"/>
        </a:spcBef>
        <a:buFont typeface="Arial" pitchFamily="34" charset="0"/>
        <a:buChar char="•"/>
        <a:defRPr kumimoji="1" sz="1847" kern="1200">
          <a:solidFill>
            <a:schemeClr val="tx1"/>
          </a:solidFill>
          <a:latin typeface="+mn-lt"/>
          <a:ea typeface="+mn-ea"/>
          <a:cs typeface="+mn-cs"/>
        </a:defRPr>
      </a:lvl7pPr>
      <a:lvl8pPr marL="3165389" indent="-211026" algn="l" defTabSz="844104" rtl="0" eaLnBrk="1" latinLnBrk="0" hangingPunct="1">
        <a:spcBef>
          <a:spcPct val="20000"/>
        </a:spcBef>
        <a:buFont typeface="Arial" pitchFamily="34" charset="0"/>
        <a:buChar char="•"/>
        <a:defRPr kumimoji="1" sz="1847" kern="1200">
          <a:solidFill>
            <a:schemeClr val="tx1"/>
          </a:solidFill>
          <a:latin typeface="+mn-lt"/>
          <a:ea typeface="+mn-ea"/>
          <a:cs typeface="+mn-cs"/>
        </a:defRPr>
      </a:lvl8pPr>
      <a:lvl9pPr marL="3587441" indent="-211026" algn="l" defTabSz="844104" rtl="0" eaLnBrk="1" latinLnBrk="0" hangingPunct="1">
        <a:spcBef>
          <a:spcPct val="20000"/>
        </a:spcBef>
        <a:buFont typeface="Arial" pitchFamily="34" charset="0"/>
        <a:buChar char="•"/>
        <a:defRPr kumimoji="1" sz="18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844104" rtl="0" eaLnBrk="1" latinLnBrk="0" hangingPunct="1">
        <a:defRPr kumimoji="1" sz="1661" kern="1200">
          <a:solidFill>
            <a:schemeClr val="tx1"/>
          </a:solidFill>
          <a:latin typeface="+mn-lt"/>
          <a:ea typeface="+mn-ea"/>
          <a:cs typeface="+mn-cs"/>
        </a:defRPr>
      </a:lvl1pPr>
      <a:lvl2pPr marL="422053" algn="l" defTabSz="844104" rtl="0" eaLnBrk="1" latinLnBrk="0" hangingPunct="1">
        <a:defRPr kumimoji="1" sz="1661" kern="1200">
          <a:solidFill>
            <a:schemeClr val="tx1"/>
          </a:solidFill>
          <a:latin typeface="+mn-lt"/>
          <a:ea typeface="+mn-ea"/>
          <a:cs typeface="+mn-cs"/>
        </a:defRPr>
      </a:lvl2pPr>
      <a:lvl3pPr marL="844104" algn="l" defTabSz="844104" rtl="0" eaLnBrk="1" latinLnBrk="0" hangingPunct="1">
        <a:defRPr kumimoji="1"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266155" algn="l" defTabSz="844104" rtl="0" eaLnBrk="1" latinLnBrk="0" hangingPunct="1">
        <a:defRPr kumimoji="1" sz="1661" kern="1200">
          <a:solidFill>
            <a:schemeClr val="tx1"/>
          </a:solidFill>
          <a:latin typeface="+mn-lt"/>
          <a:ea typeface="+mn-ea"/>
          <a:cs typeface="+mn-cs"/>
        </a:defRPr>
      </a:lvl4pPr>
      <a:lvl5pPr marL="1688208" algn="l" defTabSz="844104" rtl="0" eaLnBrk="1" latinLnBrk="0" hangingPunct="1">
        <a:defRPr kumimoji="1" sz="1661" kern="1200">
          <a:solidFill>
            <a:schemeClr val="tx1"/>
          </a:solidFill>
          <a:latin typeface="+mn-lt"/>
          <a:ea typeface="+mn-ea"/>
          <a:cs typeface="+mn-cs"/>
        </a:defRPr>
      </a:lvl5pPr>
      <a:lvl6pPr marL="2110259" algn="l" defTabSz="844104" rtl="0" eaLnBrk="1" latinLnBrk="0" hangingPunct="1">
        <a:defRPr kumimoji="1" sz="1661" kern="1200">
          <a:solidFill>
            <a:schemeClr val="tx1"/>
          </a:solidFill>
          <a:latin typeface="+mn-lt"/>
          <a:ea typeface="+mn-ea"/>
          <a:cs typeface="+mn-cs"/>
        </a:defRPr>
      </a:lvl6pPr>
      <a:lvl7pPr marL="2532311" algn="l" defTabSz="844104" rtl="0" eaLnBrk="1" latinLnBrk="0" hangingPunct="1">
        <a:defRPr kumimoji="1" sz="1661" kern="1200">
          <a:solidFill>
            <a:schemeClr val="tx1"/>
          </a:solidFill>
          <a:latin typeface="+mn-lt"/>
          <a:ea typeface="+mn-ea"/>
          <a:cs typeface="+mn-cs"/>
        </a:defRPr>
      </a:lvl7pPr>
      <a:lvl8pPr marL="2954363" algn="l" defTabSz="844104" rtl="0" eaLnBrk="1" latinLnBrk="0" hangingPunct="1">
        <a:defRPr kumimoji="1" sz="1661" kern="1200">
          <a:solidFill>
            <a:schemeClr val="tx1"/>
          </a:solidFill>
          <a:latin typeface="+mn-lt"/>
          <a:ea typeface="+mn-ea"/>
          <a:cs typeface="+mn-cs"/>
        </a:defRPr>
      </a:lvl8pPr>
      <a:lvl9pPr marL="3376415" algn="l" defTabSz="844104" rtl="0" eaLnBrk="1" latinLnBrk="0" hangingPunct="1">
        <a:defRPr kumimoji="1" sz="1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サブタイトル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 smtClean="0"/>
              <a:t>自動</a:t>
            </a:r>
            <a:r>
              <a:rPr lang="en-US" altLang="ja-JP" dirty="0" smtClean="0"/>
              <a:t>PCR</a:t>
            </a:r>
            <a:r>
              <a:rPr lang="ja-JP" altLang="en-US" dirty="0" smtClean="0"/>
              <a:t>検査システム</a:t>
            </a: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1140976" y="1707356"/>
            <a:ext cx="5446661" cy="848916"/>
          </a:xfrm>
        </p:spPr>
        <p:txBody>
          <a:bodyPr>
            <a:normAutofit/>
          </a:bodyPr>
          <a:lstStyle/>
          <a:p>
            <a:r>
              <a:rPr kumimoji="1" lang="ja-JP" altLang="en-US" dirty="0" smtClean="0">
                <a:solidFill>
                  <a:schemeClr val="tx1"/>
                </a:solidFill>
              </a:rPr>
              <a:t>メディカル革命操作マニュアル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sz="1050" dirty="0" smtClean="0">
                <a:solidFill>
                  <a:schemeClr val="tx1"/>
                </a:solidFill>
              </a:rPr>
              <a:t>2021</a:t>
            </a:r>
            <a:r>
              <a:rPr kumimoji="1" lang="ja-JP" altLang="en-US" sz="1050" dirty="0" smtClean="0">
                <a:solidFill>
                  <a:schemeClr val="tx1"/>
                </a:solidFill>
              </a:rPr>
              <a:t>年</a:t>
            </a:r>
            <a:r>
              <a:rPr kumimoji="1" lang="ja-JP" altLang="en-US" sz="1050" dirty="0" smtClean="0">
                <a:solidFill>
                  <a:schemeClr val="tx1"/>
                </a:solidFill>
              </a:rPr>
              <a:t>６月</a:t>
            </a:r>
            <a:r>
              <a:rPr kumimoji="1" lang="en-US" altLang="ja-JP" sz="1050" dirty="0" smtClean="0">
                <a:solidFill>
                  <a:schemeClr val="tx1"/>
                </a:solidFill>
              </a:rPr>
              <a:t>10</a:t>
            </a:r>
            <a:r>
              <a:rPr kumimoji="1" lang="ja-JP" altLang="en-US" sz="1050" dirty="0" smtClean="0">
                <a:solidFill>
                  <a:schemeClr val="tx1"/>
                </a:solidFill>
              </a:rPr>
              <a:t>日</a:t>
            </a:r>
            <a:endParaRPr kumimoji="1"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64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532047D-1DAD-4921-A95C-548EE0DBE01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56552" y="590185"/>
            <a:ext cx="3339439" cy="39115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0" indent="0">
              <a:buNone/>
            </a:pPr>
            <a:r>
              <a:rPr lang="en-US" altLang="ja-JP" sz="2400" dirty="0">
                <a:latin typeface="+mj-ea"/>
                <a:ea typeface="+mj-ea"/>
                <a:cs typeface="+mn-ea"/>
              </a:rPr>
              <a:t>1.</a:t>
            </a:r>
            <a:r>
              <a:rPr lang="ja-JP" altLang="en-US" sz="2400" dirty="0">
                <a:latin typeface="+mj-ea"/>
                <a:ea typeface="+mj-ea"/>
                <a:cs typeface="+mn-ea"/>
              </a:rPr>
              <a:t> はじめに</a:t>
            </a:r>
            <a:endParaRPr lang="en-US" altLang="ja-JP" sz="2400" dirty="0">
              <a:latin typeface="+mj-ea"/>
              <a:ea typeface="+mj-ea"/>
              <a:cs typeface="+mn-ea"/>
            </a:endParaRPr>
          </a:p>
          <a:p>
            <a:pPr marL="0" indent="0">
              <a:buNone/>
            </a:pPr>
            <a:r>
              <a:rPr lang="en-US" altLang="ja-JP" sz="2400" dirty="0">
                <a:latin typeface="+mj-ea"/>
                <a:ea typeface="+mj-ea"/>
                <a:cs typeface="+mn-ea"/>
              </a:rPr>
              <a:t>2.</a:t>
            </a:r>
            <a:r>
              <a:rPr lang="ja-JP" altLang="en-US" sz="2400" dirty="0">
                <a:latin typeface="+mj-ea"/>
                <a:ea typeface="+mj-ea"/>
                <a:cs typeface="+mn-ea"/>
              </a:rPr>
              <a:t> </a:t>
            </a:r>
            <a:r>
              <a:rPr lang="ja-JP" altLang="en-US" sz="2400" dirty="0" smtClean="0">
                <a:latin typeface="+mj-ea"/>
                <a:ea typeface="+mj-ea"/>
                <a:cs typeface="+mn-ea"/>
              </a:rPr>
              <a:t>ユーザ登録手順</a:t>
            </a:r>
            <a:endParaRPr lang="en-US" altLang="ja-JP" sz="2400" dirty="0" smtClean="0">
              <a:latin typeface="+mj-ea"/>
              <a:ea typeface="+mj-ea"/>
              <a:cs typeface="+mn-ea"/>
            </a:endParaRPr>
          </a:p>
          <a:p>
            <a:pPr marL="0" indent="0">
              <a:buNone/>
            </a:pPr>
            <a:r>
              <a:rPr lang="en-US" altLang="ja-JP" sz="2400" dirty="0" smtClean="0">
                <a:latin typeface="+mj-ea"/>
                <a:cs typeface="+mn-ea"/>
              </a:rPr>
              <a:t>3.</a:t>
            </a:r>
            <a:r>
              <a:rPr lang="ja-JP" altLang="en-US" sz="2400" dirty="0" smtClean="0">
                <a:latin typeface="+mj-ea"/>
                <a:cs typeface="+mn-ea"/>
              </a:rPr>
              <a:t> ログイン手順</a:t>
            </a:r>
            <a:endParaRPr lang="en-US" altLang="ja-JP" sz="2400" dirty="0" smtClean="0">
              <a:latin typeface="+mj-ea"/>
              <a:cs typeface="+mn-ea"/>
            </a:endParaRPr>
          </a:p>
          <a:p>
            <a:pPr marL="215741" indent="-269558">
              <a:buNone/>
            </a:pPr>
            <a:r>
              <a:rPr lang="en-US" altLang="ja-JP" sz="2400" dirty="0" smtClean="0">
                <a:latin typeface="+mj-ea"/>
                <a:ea typeface="+mj-ea"/>
              </a:rPr>
              <a:t>4.</a:t>
            </a:r>
            <a:r>
              <a:rPr lang="ja-JP" altLang="en-US" sz="2400" dirty="0" smtClean="0">
                <a:latin typeface="+mj-ea"/>
                <a:ea typeface="+mj-ea"/>
              </a:rPr>
              <a:t> 検査予約手順</a:t>
            </a:r>
            <a:endParaRPr lang="en-US" altLang="ja-JP" sz="2400" dirty="0" smtClean="0">
              <a:latin typeface="+mj-ea"/>
              <a:ea typeface="+mj-ea"/>
            </a:endParaRPr>
          </a:p>
          <a:p>
            <a:pPr marL="215741" indent="-269558">
              <a:buNone/>
            </a:pPr>
            <a:r>
              <a:rPr lang="en-US" altLang="ja-JP" sz="2400" dirty="0">
                <a:latin typeface="+mj-ea"/>
                <a:ea typeface="+mj-ea"/>
              </a:rPr>
              <a:t>5</a:t>
            </a:r>
            <a:r>
              <a:rPr lang="en-US" altLang="ja-JP" sz="2400" dirty="0" smtClean="0">
                <a:latin typeface="+mj-ea"/>
                <a:ea typeface="+mj-ea"/>
              </a:rPr>
              <a:t>. </a:t>
            </a:r>
            <a:r>
              <a:rPr lang="ja-JP" altLang="en-US" sz="2400" dirty="0" smtClean="0">
                <a:latin typeface="+mj-ea"/>
                <a:ea typeface="+mj-ea"/>
              </a:rPr>
              <a:t>予約内容の確認手順</a:t>
            </a:r>
          </a:p>
          <a:p>
            <a:pPr marL="215741" indent="-269558">
              <a:buNone/>
            </a:pPr>
            <a:r>
              <a:rPr lang="en-US" altLang="ja-JP" sz="2400" dirty="0" smtClean="0">
                <a:latin typeface="+mj-ea"/>
                <a:ea typeface="+mj-ea"/>
              </a:rPr>
              <a:t>6. </a:t>
            </a:r>
            <a:r>
              <a:rPr lang="ja-JP" altLang="en-US" sz="2400" dirty="0" smtClean="0">
                <a:latin typeface="+mj-ea"/>
                <a:ea typeface="+mj-ea"/>
              </a:rPr>
              <a:t>予約キャンセル手順</a:t>
            </a:r>
            <a:endParaRPr lang="en-US" altLang="ja-JP" sz="2400" dirty="0" smtClean="0">
              <a:latin typeface="+mj-ea"/>
              <a:ea typeface="+mj-ea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684AEC8-8685-4FFE-937F-8469D58F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0532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ja-JP" altLang="en-US" dirty="0">
                <a:ea typeface="メイリオ"/>
                <a:cs typeface="Calibri"/>
              </a:rPr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260907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532047D-1DAD-4921-A95C-548EE0DBE01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83501" y="542647"/>
            <a:ext cx="8411135" cy="39115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marL="288900" indent="-342900">
              <a:buFont typeface="Wingdings" panose="05000000000000000000" pitchFamily="2" charset="2"/>
              <a:buChar char="p"/>
            </a:pPr>
            <a:r>
              <a:rPr lang="ja-JP" altLang="en-US" sz="2000" dirty="0">
                <a:latin typeface="+mj-ea"/>
                <a:ea typeface="+mj-ea"/>
              </a:rPr>
              <a:t>概要</a:t>
            </a:r>
          </a:p>
          <a:p>
            <a:pPr marL="511313" lvl="1" indent="-214313">
              <a:buFont typeface="Wingdings" panose="05000000000000000000" pitchFamily="2" charset="2"/>
              <a:buChar char="ü"/>
            </a:pPr>
            <a:r>
              <a:rPr lang="ja-JP" altLang="en-US" sz="1800" dirty="0" smtClean="0">
                <a:latin typeface="+mj-ea"/>
                <a:ea typeface="+mj-ea"/>
              </a:rPr>
              <a:t>本マニュアルは、PCR検査の事前予約に関する手順を説明します。</a:t>
            </a:r>
            <a:endParaRPr lang="en-US" altLang="ja-JP" sz="1800" dirty="0">
              <a:latin typeface="+mj-ea"/>
              <a:ea typeface="+mj-ea"/>
            </a:endParaRPr>
          </a:p>
          <a:p>
            <a:pPr marL="512921" lvl="2" indent="0">
              <a:buNone/>
            </a:pPr>
            <a:endParaRPr lang="en-US" altLang="ja-JP" sz="1800" dirty="0">
              <a:latin typeface="+mj-ea"/>
              <a:ea typeface="+mj-ea"/>
            </a:endParaRPr>
          </a:p>
          <a:p>
            <a:pPr marL="288900" indent="-342900">
              <a:buFont typeface="Wingdings" panose="020B0604020202020204" pitchFamily="34" charset="0"/>
              <a:buChar char="p"/>
            </a:pPr>
            <a:r>
              <a:rPr lang="ja-JP" altLang="en-US" sz="2000" dirty="0">
                <a:latin typeface="+mj-ea"/>
                <a:ea typeface="+mj-ea"/>
              </a:rPr>
              <a:t>対象ユーザー</a:t>
            </a:r>
          </a:p>
          <a:p>
            <a:pPr marL="511313" lvl="1" indent="-214313">
              <a:buFont typeface="Wingdings" panose="05000000000000000000" pitchFamily="2" charset="2"/>
              <a:buChar char="ü"/>
            </a:pPr>
            <a:r>
              <a:rPr lang="en-US" altLang="ja-JP" sz="1800" dirty="0" smtClean="0">
                <a:latin typeface="+mj-ea"/>
                <a:ea typeface="+mj-ea"/>
              </a:rPr>
              <a:t>PCR</a:t>
            </a:r>
            <a:r>
              <a:rPr lang="ja-JP" altLang="en-US" sz="1800" dirty="0" smtClean="0">
                <a:latin typeface="+mj-ea"/>
                <a:ea typeface="+mj-ea"/>
              </a:rPr>
              <a:t>検査ご希望の方</a:t>
            </a:r>
            <a:endParaRPr lang="en-US" altLang="ja-JP" sz="1800" dirty="0">
              <a:latin typeface="+mj-ea"/>
              <a:ea typeface="+mj-ea"/>
            </a:endParaRPr>
          </a:p>
          <a:p>
            <a:pPr marL="512921" lvl="2" indent="0">
              <a:buNone/>
            </a:pPr>
            <a:endParaRPr lang="en-US" altLang="ja-JP" sz="1800" dirty="0">
              <a:latin typeface="+mj-ea"/>
              <a:ea typeface="+mj-ea"/>
            </a:endParaRPr>
          </a:p>
          <a:p>
            <a:pPr marL="288900" indent="-342900">
              <a:buFont typeface="Wingdings" panose="020B0604020202020204" pitchFamily="34" charset="0"/>
              <a:buChar char="p"/>
            </a:pPr>
            <a:r>
              <a:rPr lang="ja-JP" altLang="en-US" sz="2000" dirty="0" smtClean="0">
                <a:latin typeface="+mj-ea"/>
                <a:ea typeface="+mj-ea"/>
              </a:rPr>
              <a:t>動作</a:t>
            </a:r>
            <a:r>
              <a:rPr lang="ja-JP" altLang="en-US" sz="2000" dirty="0">
                <a:latin typeface="+mj-ea"/>
                <a:ea typeface="+mj-ea"/>
              </a:rPr>
              <a:t>環境</a:t>
            </a:r>
          </a:p>
          <a:p>
            <a:pPr marL="511313" lvl="1" indent="-214313">
              <a:buFont typeface="Wingdings" panose="05000000000000000000" pitchFamily="2" charset="2"/>
              <a:buChar char="ü"/>
            </a:pPr>
            <a:r>
              <a:rPr lang="ja-JP" altLang="en-US" sz="1800" dirty="0" smtClean="0">
                <a:latin typeface="+mj-ea"/>
                <a:ea typeface="+mj-ea"/>
              </a:rPr>
              <a:t>スマート</a:t>
            </a:r>
            <a:r>
              <a:rPr lang="ja-JP" altLang="en-US" sz="1800" dirty="0">
                <a:latin typeface="+mj-ea"/>
                <a:ea typeface="+mj-ea"/>
              </a:rPr>
              <a:t>フォン</a:t>
            </a:r>
            <a:endParaRPr lang="en-US" altLang="ja-JP" sz="1800" dirty="0" smtClean="0">
              <a:latin typeface="+mj-ea"/>
              <a:ea typeface="+mj-ea"/>
            </a:endParaRPr>
          </a:p>
          <a:p>
            <a:pPr marL="511313" lvl="1" indent="-214313">
              <a:buFont typeface="Wingdings" panose="05000000000000000000" pitchFamily="2" charset="2"/>
              <a:buChar char="ü"/>
            </a:pPr>
            <a:r>
              <a:rPr lang="en-US" altLang="ja-JP" sz="1800" dirty="0" smtClean="0">
                <a:latin typeface="+mj-ea"/>
                <a:ea typeface="+mj-ea"/>
              </a:rPr>
              <a:t>P</a:t>
            </a:r>
            <a:r>
              <a:rPr lang="en-US" altLang="ja-JP" sz="1800" dirty="0">
                <a:latin typeface="+mj-ea"/>
                <a:ea typeface="+mj-ea"/>
              </a:rPr>
              <a:t>C</a:t>
            </a:r>
          </a:p>
          <a:p>
            <a:pPr marL="512921" lvl="2" indent="0">
              <a:buNone/>
            </a:pPr>
            <a:endParaRPr lang="ja-JP" altLang="en-US" sz="1100" dirty="0">
              <a:latin typeface="+mj-ea"/>
              <a:ea typeface="+mj-ea"/>
            </a:endParaRPr>
          </a:p>
          <a:p>
            <a:pPr marL="288900" indent="-342900">
              <a:buFont typeface="Wingdings" panose="020B0604020202020204" pitchFamily="34" charset="0"/>
              <a:buChar char="p"/>
            </a:pPr>
            <a:endParaRPr lang="ja-JP" altLang="en-US" sz="1100" dirty="0">
              <a:latin typeface="+mj-ea"/>
              <a:ea typeface="+mj-ea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684AEC8-8685-4FFE-937F-8469D58F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07347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ja-JP" altLang="en-US" dirty="0">
                <a:latin typeface="+mj-ea"/>
                <a:cs typeface="Calibri"/>
              </a:rPr>
              <a:t>1. はじめに</a:t>
            </a:r>
          </a:p>
        </p:txBody>
      </p:sp>
    </p:spTree>
    <p:extLst>
      <p:ext uri="{BB962C8B-B14F-4D97-AF65-F5344CB8AC3E}">
        <p14:creationId xmlns:p14="http://schemas.microsoft.com/office/powerpoint/2010/main" val="60779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09" y="605259"/>
            <a:ext cx="1801905" cy="3866400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2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ユーザ登録手順 </a:t>
            </a:r>
            <a:r>
              <a:rPr lang="en-US" altLang="ja-JP" dirty="0" smtClean="0">
                <a:latin typeface="+mj-ea"/>
              </a:rPr>
              <a:t>1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400" dirty="0" smtClean="0">
                <a:latin typeface="+mj-ea"/>
                <a:ea typeface="+mj-ea"/>
              </a:rPr>
              <a:t>以下の</a:t>
            </a:r>
            <a:r>
              <a:rPr lang="en-US" altLang="ja-JP" sz="1400" dirty="0" smtClean="0">
                <a:latin typeface="+mj-ea"/>
                <a:ea typeface="+mj-ea"/>
              </a:rPr>
              <a:t>URL</a:t>
            </a:r>
            <a:r>
              <a:rPr lang="ja-JP" altLang="en-US" sz="1400" dirty="0" smtClean="0">
                <a:latin typeface="+mj-ea"/>
                <a:ea typeface="+mj-ea"/>
              </a:rPr>
              <a:t>にアクセスし、予約サイトを表示する。</a:t>
            </a:r>
            <a:r>
              <a:rPr lang="en-US" altLang="ja-JP" sz="1400" dirty="0">
                <a:latin typeface="+mj-ea"/>
                <a:ea typeface="+mj-ea"/>
              </a:rPr>
              <a:t/>
            </a:r>
            <a:br>
              <a:rPr lang="en-US" altLang="ja-JP" sz="1400" dirty="0">
                <a:latin typeface="+mj-ea"/>
                <a:ea typeface="+mj-ea"/>
              </a:rPr>
            </a:br>
            <a:r>
              <a:rPr lang="en-US" altLang="ja-JP" sz="1400" dirty="0">
                <a:solidFill>
                  <a:srgbClr val="007EE5"/>
                </a:solidFill>
                <a:latin typeface="+mj-ea"/>
                <a:ea typeface="+mj-ea"/>
              </a:rPr>
              <a:t>https://kawasaki-pcr.reserve.ne.jp</a:t>
            </a:r>
            <a:endParaRPr lang="en-US" altLang="ja-JP" sz="1400" dirty="0" smtClean="0">
              <a:solidFill>
                <a:srgbClr val="007EE5"/>
              </a:solidFill>
              <a:latin typeface="+mj-ea"/>
              <a:ea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400" dirty="0" smtClean="0">
                <a:latin typeface="+mj-ea"/>
                <a:ea typeface="+mj-ea"/>
              </a:rPr>
              <a:t>初回登録</a:t>
            </a:r>
            <a:r>
              <a:rPr lang="en-US" altLang="ja-JP" sz="1400" dirty="0" smtClean="0">
                <a:latin typeface="+mj-ea"/>
                <a:ea typeface="+mj-ea"/>
              </a:rPr>
              <a:t>(</a:t>
            </a:r>
            <a:r>
              <a:rPr lang="ja-JP" altLang="en-US" sz="1400" dirty="0" smtClean="0">
                <a:latin typeface="+mj-ea"/>
                <a:ea typeface="+mj-ea"/>
              </a:rPr>
              <a:t>①</a:t>
            </a:r>
            <a:r>
              <a:rPr lang="en-US" altLang="ja-JP" sz="1400" dirty="0" smtClean="0">
                <a:latin typeface="+mj-ea"/>
                <a:ea typeface="+mj-ea"/>
              </a:rPr>
              <a:t>)</a:t>
            </a:r>
            <a:r>
              <a:rPr lang="ja-JP" altLang="en-US" sz="1400" dirty="0" smtClean="0">
                <a:latin typeface="+mj-ea"/>
                <a:ea typeface="+mj-ea"/>
              </a:rPr>
              <a:t>をタップする。</a:t>
            </a:r>
            <a:endParaRPr lang="en-US" altLang="ja-JP" sz="1400" dirty="0" smtClean="0">
              <a:latin typeface="+mj-ea"/>
              <a:ea typeface="+mj-ea"/>
            </a:endParaRPr>
          </a:p>
          <a:p>
            <a:pPr marL="283845" indent="-257175">
              <a:buClrTx/>
              <a:buAutoNum type="arabicPeriod"/>
            </a:pPr>
            <a:endParaRPr lang="en-US" altLang="ja-JP" sz="1400" dirty="0" smtClean="0">
              <a:latin typeface="+mj-ea"/>
              <a:ea typeface="+mj-ea"/>
            </a:endParaRPr>
          </a:p>
          <a:p>
            <a:pPr marL="240983" indent="-214313"/>
            <a:r>
              <a:rPr lang="ja-JP" altLang="en-US" sz="1800" dirty="0" smtClean="0">
                <a:latin typeface="+mj-ea"/>
                <a:cs typeface="+mn-ea"/>
              </a:rPr>
              <a:t>補足</a:t>
            </a:r>
            <a:endParaRPr lang="en-US" altLang="ja-JP" sz="1800" dirty="0">
              <a:latin typeface="+mj-ea"/>
              <a:cs typeface="+mn-ea"/>
            </a:endParaRPr>
          </a:p>
          <a:p>
            <a:pPr marL="26670" indent="0">
              <a:buClrTx/>
              <a:buNone/>
            </a:pPr>
            <a:r>
              <a:rPr lang="ja-JP" altLang="en-US" sz="1400" dirty="0" smtClean="0">
                <a:latin typeface="+mj-ea"/>
              </a:rPr>
              <a:t>本手順は、初回登録者のみ実施してください。</a:t>
            </a:r>
            <a:endParaRPr lang="en-US" altLang="ja-JP" sz="1400" dirty="0" smtClean="0">
              <a:latin typeface="+mj-ea"/>
            </a:endParaRPr>
          </a:p>
          <a:p>
            <a:pPr marL="26670" indent="0">
              <a:buClrTx/>
              <a:buNone/>
            </a:pPr>
            <a:r>
              <a:rPr lang="ja-JP" altLang="en-US" sz="1400" dirty="0" smtClean="0">
                <a:latin typeface="+mj-ea"/>
              </a:rPr>
              <a:t>予約サイトへのアクセスは、以下の</a:t>
            </a:r>
            <a:r>
              <a:rPr lang="en-US" altLang="ja-JP" sz="1400" dirty="0" smtClean="0">
                <a:latin typeface="+mj-ea"/>
              </a:rPr>
              <a:t>QR</a:t>
            </a:r>
            <a:r>
              <a:rPr lang="ja-JP" altLang="en-US" sz="1400" dirty="0" smtClean="0">
                <a:latin typeface="+mj-ea"/>
              </a:rPr>
              <a:t>コード読み込むことでも可能です。</a:t>
            </a:r>
            <a:endParaRPr lang="en-US" altLang="ja-JP" sz="1400" dirty="0">
              <a:latin typeface="+mj-ea"/>
            </a:endParaRPr>
          </a:p>
          <a:p>
            <a:pPr marL="26670" indent="0">
              <a:buClrTx/>
              <a:buNone/>
            </a:pPr>
            <a:endParaRPr lang="en-US" altLang="ja-JP" sz="900" dirty="0">
              <a:latin typeface="+mj-ea"/>
            </a:endParaRPr>
          </a:p>
          <a:p>
            <a:pPr marL="26670" indent="0">
              <a:buClrTx/>
              <a:buNone/>
            </a:pPr>
            <a:endParaRPr lang="en-US" altLang="ja-JP" sz="400" dirty="0">
              <a:latin typeface="+mj-ea"/>
            </a:endParaRPr>
          </a:p>
          <a:p>
            <a:pPr marL="283845" indent="-257175">
              <a:buClrTx/>
              <a:buAutoNum type="arabicPeriod"/>
            </a:pPr>
            <a:endParaRPr lang="en-US" altLang="ja-JP" sz="750" dirty="0" smtClean="0">
              <a:latin typeface="+mj-ea"/>
              <a:ea typeface="+mj-ea"/>
            </a:endParaRPr>
          </a:p>
          <a:p>
            <a:pPr marL="26670" indent="0">
              <a:buClrTx/>
              <a:buNone/>
            </a:pPr>
            <a:endParaRPr lang="en-US" altLang="ja-JP" sz="200" dirty="0">
              <a:latin typeface="+mj-ea"/>
            </a:endParaRPr>
          </a:p>
        </p:txBody>
      </p:sp>
      <p:sp>
        <p:nvSpPr>
          <p:cNvPr id="9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057402" y="1819260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722430" y="2017380"/>
            <a:ext cx="1411169" cy="32196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562" y="3672427"/>
            <a:ext cx="799232" cy="79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7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7" y="2109984"/>
            <a:ext cx="1803600" cy="2365525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27" y="605577"/>
            <a:ext cx="1803600" cy="1989398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2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>
                <a:latin typeface="+mj-ea"/>
              </a:rPr>
              <a:t>ユーザ登録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2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28202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5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400" dirty="0">
                <a:latin typeface="+mj-ea"/>
                <a:ea typeface="+mj-ea"/>
                <a:cs typeface="+mn-ea"/>
              </a:rPr>
              <a:t>操作</a:t>
            </a:r>
            <a:endParaRPr lang="en-US" altLang="ja-JP" sz="14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100" dirty="0" smtClean="0">
                <a:latin typeface="+mj-ea"/>
                <a:ea typeface="+mj-ea"/>
              </a:rPr>
              <a:t>以下のユーザ情報を入力する。</a:t>
            </a:r>
            <a:r>
              <a:rPr lang="en-US" altLang="ja-JP" sz="1100" dirty="0" smtClean="0">
                <a:latin typeface="+mj-ea"/>
                <a:ea typeface="+mj-ea"/>
              </a:rPr>
              <a:t/>
            </a:r>
            <a:br>
              <a:rPr lang="en-US" altLang="ja-JP" sz="1100" dirty="0" smtClean="0">
                <a:latin typeface="+mj-ea"/>
                <a:ea typeface="+mj-ea"/>
              </a:rPr>
            </a:br>
            <a:r>
              <a:rPr lang="ja-JP" altLang="en-US" sz="1100" dirty="0" smtClean="0">
                <a:latin typeface="+mj-ea"/>
                <a:ea typeface="+mj-ea"/>
              </a:rPr>
              <a:t>・ログイン</a:t>
            </a:r>
            <a:r>
              <a:rPr lang="en-US" altLang="ja-JP" sz="1100" dirty="0" smtClean="0">
                <a:latin typeface="+mj-ea"/>
                <a:ea typeface="+mj-ea"/>
              </a:rPr>
              <a:t>ID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  <a:ea typeface="+mj-ea"/>
              </a:rPr>
              <a:t>(※)</a:t>
            </a:r>
            <a:r>
              <a:rPr lang="ja-JP" altLang="en-US" sz="1100" dirty="0" smtClean="0">
                <a:solidFill>
                  <a:srgbClr val="007EE5"/>
                </a:solidFill>
                <a:latin typeface="+mj-ea"/>
                <a:ea typeface="+mj-ea"/>
              </a:rPr>
              <a:t>　任意の半角英数字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  <a:ea typeface="+mj-ea"/>
              </a:rPr>
              <a:t>(</a:t>
            </a:r>
            <a:r>
              <a:rPr lang="en-US" altLang="ja-JP" sz="1100" dirty="0">
                <a:solidFill>
                  <a:srgbClr val="007EE5"/>
                </a:solidFill>
                <a:latin typeface="+mj-ea"/>
              </a:rPr>
              <a:t>4</a:t>
            </a:r>
            <a:r>
              <a:rPr lang="ja-JP" altLang="en-US" sz="1100" dirty="0">
                <a:solidFill>
                  <a:srgbClr val="007EE5"/>
                </a:solidFill>
                <a:latin typeface="+mj-ea"/>
              </a:rPr>
              <a:t>文字以上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  <a:ea typeface="+mj-ea"/>
              </a:rPr>
              <a:t>)</a:t>
            </a:r>
            <a:r>
              <a:rPr lang="en-US" altLang="ja-JP" sz="1100" dirty="0" smtClean="0">
                <a:latin typeface="+mj-ea"/>
                <a:ea typeface="+mj-ea"/>
              </a:rPr>
              <a:t/>
            </a:r>
            <a:br>
              <a:rPr lang="en-US" altLang="ja-JP" sz="1100" dirty="0" smtClean="0">
                <a:latin typeface="+mj-ea"/>
                <a:ea typeface="+mj-ea"/>
              </a:rPr>
            </a:br>
            <a:r>
              <a:rPr lang="ja-JP" altLang="en-US" sz="1100" dirty="0" smtClean="0">
                <a:latin typeface="+mj-ea"/>
                <a:ea typeface="+mj-ea"/>
              </a:rPr>
              <a:t>・パスワード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ja-JP" altLang="en-US" sz="1100" dirty="0">
                <a:solidFill>
                  <a:srgbClr val="007EE5"/>
                </a:solidFill>
                <a:latin typeface="+mj-ea"/>
              </a:rPr>
              <a:t>　</a:t>
            </a:r>
            <a:r>
              <a:rPr lang="ja-JP" altLang="en-US" sz="1100" dirty="0" smtClean="0">
                <a:solidFill>
                  <a:srgbClr val="007EE5"/>
                </a:solidFill>
                <a:latin typeface="+mj-ea"/>
              </a:rPr>
              <a:t>任意の半角英数字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(8</a:t>
            </a:r>
            <a:r>
              <a:rPr lang="ja-JP" altLang="en-US" sz="1100" dirty="0" smtClean="0">
                <a:solidFill>
                  <a:srgbClr val="007EE5"/>
                </a:solidFill>
                <a:latin typeface="+mj-ea"/>
              </a:rPr>
              <a:t>文字以上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20</a:t>
            </a:r>
            <a:r>
              <a:rPr lang="ja-JP" altLang="en-US" sz="1100" dirty="0" smtClean="0">
                <a:solidFill>
                  <a:srgbClr val="007EE5"/>
                </a:solidFill>
                <a:latin typeface="+mj-ea"/>
              </a:rPr>
              <a:t>文字以内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)</a:t>
            </a:r>
            <a:r>
              <a:rPr lang="en-US" altLang="ja-JP" sz="1100" dirty="0" smtClean="0">
                <a:latin typeface="+mj-ea"/>
                <a:ea typeface="+mj-ea"/>
              </a:rPr>
              <a:t/>
            </a:r>
            <a:br>
              <a:rPr lang="en-US" altLang="ja-JP" sz="1100" dirty="0" smtClean="0">
                <a:latin typeface="+mj-ea"/>
                <a:ea typeface="+mj-ea"/>
              </a:rPr>
            </a:br>
            <a:r>
              <a:rPr lang="ja-JP" altLang="en-US" sz="1100" dirty="0" smtClean="0">
                <a:latin typeface="+mj-ea"/>
                <a:ea typeface="+mj-ea"/>
              </a:rPr>
              <a:t>・性（カタカナ）</a:t>
            </a:r>
            <a:r>
              <a:rPr lang="en-US" altLang="ja-JP" sz="1100" dirty="0">
                <a:latin typeface="+mj-ea"/>
              </a:rPr>
              <a:t>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ja-JP" altLang="en-US" sz="1100" dirty="0" smtClean="0">
                <a:solidFill>
                  <a:srgbClr val="007EE5"/>
                </a:solidFill>
                <a:latin typeface="+mj-ea"/>
              </a:rPr>
              <a:t>　</a:t>
            </a:r>
            <a:r>
              <a:rPr lang="en-US" altLang="ja-JP" sz="1100" dirty="0" smtClean="0">
                <a:latin typeface="+mj-ea"/>
                <a:ea typeface="+mj-ea"/>
              </a:rPr>
              <a:t/>
            </a:r>
            <a:br>
              <a:rPr lang="en-US" altLang="ja-JP" sz="1100" dirty="0" smtClean="0">
                <a:latin typeface="+mj-ea"/>
                <a:ea typeface="+mj-ea"/>
              </a:rPr>
            </a:br>
            <a:r>
              <a:rPr lang="ja-JP" altLang="en-US" sz="1100" dirty="0" smtClean="0">
                <a:latin typeface="+mj-ea"/>
                <a:ea typeface="+mj-ea"/>
              </a:rPr>
              <a:t>・名（カタカナ）</a:t>
            </a:r>
            <a:r>
              <a:rPr lang="en-US" altLang="ja-JP" sz="1100" dirty="0" smtClean="0">
                <a:latin typeface="+mj-ea"/>
              </a:rPr>
              <a:t> </a:t>
            </a:r>
            <a:r>
              <a:rPr lang="en-US" altLang="ja-JP" sz="1100" dirty="0">
                <a:solidFill>
                  <a:srgbClr val="007EE5"/>
                </a:solidFill>
                <a:latin typeface="+mj-ea"/>
              </a:rPr>
              <a:t>(※)</a:t>
            </a:r>
            <a:r>
              <a:rPr lang="en-US" altLang="ja-JP" sz="1100" dirty="0" smtClean="0">
                <a:latin typeface="+mj-ea"/>
                <a:ea typeface="+mj-ea"/>
              </a:rPr>
              <a:t/>
            </a:r>
            <a:br>
              <a:rPr lang="en-US" altLang="ja-JP" sz="1100" dirty="0" smtClean="0">
                <a:latin typeface="+mj-ea"/>
                <a:ea typeface="+mj-ea"/>
              </a:rPr>
            </a:br>
            <a:r>
              <a:rPr lang="ja-JP" altLang="en-US" sz="1100" dirty="0" smtClean="0">
                <a:latin typeface="+mj-ea"/>
                <a:ea typeface="+mj-ea"/>
              </a:rPr>
              <a:t>・ニックネーム</a:t>
            </a:r>
            <a:r>
              <a:rPr lang="en-US" altLang="ja-JP" sz="1100" dirty="0" smtClean="0">
                <a:latin typeface="+mj-ea"/>
                <a:ea typeface="+mj-ea"/>
              </a:rPr>
              <a:t/>
            </a:r>
            <a:br>
              <a:rPr lang="en-US" altLang="ja-JP" sz="1100" dirty="0" smtClean="0">
                <a:latin typeface="+mj-ea"/>
                <a:ea typeface="+mj-ea"/>
              </a:rPr>
            </a:br>
            <a:r>
              <a:rPr lang="ja-JP" altLang="en-US" sz="1100" dirty="0" smtClean="0">
                <a:latin typeface="+mj-ea"/>
                <a:ea typeface="+mj-ea"/>
              </a:rPr>
              <a:t>・メールアドレス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ja-JP" altLang="en-US" sz="1100" dirty="0" smtClean="0">
                <a:solidFill>
                  <a:srgbClr val="007EE5"/>
                </a:solidFill>
                <a:latin typeface="+mj-ea"/>
              </a:rPr>
              <a:t>　</a:t>
            </a:r>
            <a:r>
              <a:rPr lang="en-US" altLang="ja-JP" sz="1100" dirty="0" smtClean="0">
                <a:latin typeface="+mj-ea"/>
                <a:ea typeface="+mj-ea"/>
              </a:rPr>
              <a:t/>
            </a:r>
            <a:br>
              <a:rPr lang="en-US" altLang="ja-JP" sz="1100" dirty="0" smtClean="0">
                <a:latin typeface="+mj-ea"/>
                <a:ea typeface="+mj-ea"/>
              </a:rPr>
            </a:br>
            <a:r>
              <a:rPr lang="ja-JP" altLang="en-US" sz="1100" dirty="0" smtClean="0">
                <a:latin typeface="+mj-ea"/>
                <a:ea typeface="+mj-ea"/>
              </a:rPr>
              <a:t>・電話番号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en-US" altLang="ja-JP" sz="1100" dirty="0" smtClean="0">
                <a:latin typeface="+mj-ea"/>
                <a:ea typeface="+mj-ea"/>
              </a:rPr>
              <a:t/>
            </a:r>
            <a:br>
              <a:rPr lang="en-US" altLang="ja-JP" sz="1100" dirty="0" smtClean="0">
                <a:latin typeface="+mj-ea"/>
                <a:ea typeface="+mj-ea"/>
              </a:rPr>
            </a:br>
            <a:r>
              <a:rPr lang="ja-JP" altLang="en-US" sz="1100" dirty="0" smtClean="0">
                <a:latin typeface="+mj-ea"/>
                <a:ea typeface="+mj-ea"/>
              </a:rPr>
              <a:t>・生年月日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  <a:ea typeface="+mj-ea"/>
              </a:rPr>
              <a:t/>
            </a:r>
            <a:br>
              <a:rPr lang="en-US" altLang="ja-JP" sz="1100" dirty="0" smtClean="0">
                <a:solidFill>
                  <a:srgbClr val="007EE5"/>
                </a:solidFill>
                <a:latin typeface="+mj-ea"/>
                <a:ea typeface="+mj-ea"/>
              </a:rPr>
            </a:br>
            <a:r>
              <a:rPr lang="ja-JP" altLang="en-US" sz="1100" dirty="0" smtClean="0">
                <a:latin typeface="+mj-ea"/>
                <a:ea typeface="+mj-ea"/>
              </a:rPr>
              <a:t>・性別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br>
              <a:rPr lang="en-US" altLang="ja-JP" sz="1100" dirty="0" smtClean="0">
                <a:solidFill>
                  <a:srgbClr val="007EE5"/>
                </a:solidFill>
                <a:latin typeface="+mj-ea"/>
              </a:rPr>
            </a:br>
            <a:r>
              <a:rPr lang="ja-JP" altLang="en-US" sz="1100" dirty="0" smtClean="0">
                <a:solidFill>
                  <a:schemeClr val="tx1"/>
                </a:solidFill>
                <a:latin typeface="+mj-ea"/>
              </a:rPr>
              <a:t>・郵便番号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br>
              <a:rPr lang="en-US" altLang="ja-JP" sz="1100" dirty="0" smtClean="0">
                <a:solidFill>
                  <a:srgbClr val="007EE5"/>
                </a:solidFill>
                <a:latin typeface="+mj-ea"/>
              </a:rPr>
            </a:br>
            <a:r>
              <a:rPr lang="ja-JP" altLang="en-US" sz="1100" dirty="0" smtClean="0">
                <a:solidFill>
                  <a:schemeClr val="tx1"/>
                </a:solidFill>
                <a:latin typeface="+mj-ea"/>
              </a:rPr>
              <a:t>・都道府県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br>
              <a:rPr lang="en-US" altLang="ja-JP" sz="1100" dirty="0" smtClean="0">
                <a:solidFill>
                  <a:srgbClr val="007EE5"/>
                </a:solidFill>
                <a:latin typeface="+mj-ea"/>
              </a:rPr>
            </a:br>
            <a:r>
              <a:rPr lang="ja-JP" altLang="en-US" sz="1100" dirty="0" smtClean="0">
                <a:solidFill>
                  <a:schemeClr val="tx1"/>
                </a:solidFill>
                <a:latin typeface="+mj-ea"/>
              </a:rPr>
              <a:t>・市区町村・番地 </a:t>
            </a: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br>
              <a:rPr lang="en-US" altLang="ja-JP" sz="1100" dirty="0" smtClean="0">
                <a:solidFill>
                  <a:srgbClr val="007EE5"/>
                </a:solidFill>
                <a:latin typeface="+mj-ea"/>
              </a:rPr>
            </a:br>
            <a:r>
              <a:rPr lang="ja-JP" altLang="en-US" sz="1100" dirty="0" smtClean="0">
                <a:solidFill>
                  <a:schemeClr val="tx1"/>
                </a:solidFill>
                <a:latin typeface="+mj-ea"/>
              </a:rPr>
              <a:t>・建物名など</a:t>
            </a:r>
            <a:r>
              <a:rPr lang="en-US" altLang="ja-JP" sz="1100" dirty="0" smtClean="0">
                <a:latin typeface="+mj-ea"/>
              </a:rPr>
              <a:t/>
            </a:r>
            <a:br>
              <a:rPr lang="en-US" altLang="ja-JP" sz="1100" dirty="0" smtClean="0">
                <a:latin typeface="+mj-ea"/>
              </a:rPr>
            </a:br>
            <a:r>
              <a:rPr lang="en-US" altLang="ja-JP" sz="11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ja-JP" altLang="en-US" sz="1100" dirty="0" smtClean="0">
                <a:solidFill>
                  <a:srgbClr val="007EE5"/>
                </a:solidFill>
                <a:latin typeface="+mj-ea"/>
              </a:rPr>
              <a:t>は入力必須の項目</a:t>
            </a:r>
            <a:endParaRPr lang="en-US" altLang="ja-JP" sz="1100" dirty="0" smtClean="0">
              <a:solidFill>
                <a:srgbClr val="007EE5"/>
              </a:solidFill>
              <a:latin typeface="+mj-ea"/>
              <a:ea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100" dirty="0">
                <a:latin typeface="+mj-ea"/>
              </a:rPr>
              <a:t>利用規約、およびプライバシーポリシーを確認し、利用規約・プライバシーポリシー</a:t>
            </a:r>
            <a:r>
              <a:rPr lang="ja-JP" altLang="en-US" sz="1100" dirty="0" smtClean="0">
                <a:latin typeface="+mj-ea"/>
              </a:rPr>
              <a:t>に同意</a:t>
            </a:r>
            <a:r>
              <a:rPr lang="ja-JP" altLang="en-US" sz="1100" dirty="0">
                <a:latin typeface="+mj-ea"/>
              </a:rPr>
              <a:t>する</a:t>
            </a:r>
            <a:r>
              <a:rPr lang="en-US" altLang="ja-JP" sz="1100" dirty="0">
                <a:latin typeface="+mj-ea"/>
              </a:rPr>
              <a:t>(</a:t>
            </a:r>
            <a:r>
              <a:rPr lang="ja-JP" altLang="en-US" sz="1100" dirty="0">
                <a:latin typeface="+mj-ea"/>
              </a:rPr>
              <a:t>①</a:t>
            </a:r>
            <a:r>
              <a:rPr lang="en-US" altLang="ja-JP" sz="1100" dirty="0">
                <a:latin typeface="+mj-ea"/>
              </a:rPr>
              <a:t>)</a:t>
            </a:r>
            <a:r>
              <a:rPr lang="ja-JP" altLang="en-US" sz="1100" dirty="0">
                <a:latin typeface="+mj-ea"/>
              </a:rPr>
              <a:t>をチェックする。</a:t>
            </a:r>
            <a:endParaRPr lang="en-US" altLang="ja-JP" sz="1100" dirty="0" smtClean="0">
              <a:latin typeface="+mj-ea"/>
              <a:ea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100" dirty="0" smtClean="0">
                <a:latin typeface="+mj-ea"/>
                <a:ea typeface="+mj-ea"/>
              </a:rPr>
              <a:t>確認する</a:t>
            </a:r>
            <a:r>
              <a:rPr lang="en-US" altLang="ja-JP" sz="1100" dirty="0" smtClean="0">
                <a:latin typeface="+mj-ea"/>
                <a:ea typeface="+mj-ea"/>
              </a:rPr>
              <a:t>(</a:t>
            </a:r>
            <a:r>
              <a:rPr lang="ja-JP" altLang="en-US" sz="1100" dirty="0" smtClean="0">
                <a:latin typeface="+mj-ea"/>
                <a:ea typeface="+mj-ea"/>
              </a:rPr>
              <a:t>②</a:t>
            </a:r>
            <a:r>
              <a:rPr lang="en-US" altLang="ja-JP" sz="1100" dirty="0" smtClean="0">
                <a:latin typeface="+mj-ea"/>
                <a:ea typeface="+mj-ea"/>
              </a:rPr>
              <a:t>)</a:t>
            </a:r>
            <a:r>
              <a:rPr lang="ja-JP" altLang="en-US" sz="1100" dirty="0" smtClean="0">
                <a:latin typeface="+mj-ea"/>
                <a:ea typeface="+mj-ea"/>
              </a:rPr>
              <a:t>をタップする。</a:t>
            </a:r>
            <a:endParaRPr lang="en-US" altLang="ja-JP" sz="1100" dirty="0" smtClean="0">
              <a:latin typeface="+mj-ea"/>
              <a:ea typeface="+mj-ea"/>
            </a:endParaRPr>
          </a:p>
        </p:txBody>
      </p:sp>
      <p:sp>
        <p:nvSpPr>
          <p:cNvPr id="9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110650" y="3484356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68674" y="2587399"/>
            <a:ext cx="1922321" cy="3724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kumimoji="1" lang="ja-JP" altLang="en-US" sz="1400" dirty="0" smtClean="0">
                <a:solidFill>
                  <a:schemeClr val="tx2"/>
                </a:solidFill>
                <a:latin typeface="+mn-ea"/>
              </a:rPr>
              <a:t>　　　 　～　 　　　</a:t>
            </a:r>
            <a:endParaRPr kumimoji="1" lang="ja-JP" alt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73731" y="2633778"/>
            <a:ext cx="1922321" cy="3724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kumimoji="1" lang="ja-JP" altLang="en-US" sz="1400" dirty="0" smtClean="0">
                <a:solidFill>
                  <a:schemeClr val="tx2"/>
                </a:solidFill>
                <a:latin typeface="+mn-ea"/>
              </a:rPr>
              <a:t>　　　 　～　 　　　</a:t>
            </a:r>
            <a:endParaRPr kumimoji="1" lang="ja-JP" altLang="en-US" sz="14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14" name="直線コネクタ 13"/>
          <p:cNvCxnSpPr/>
          <p:nvPr/>
        </p:nvCxnSpPr>
        <p:spPr>
          <a:xfrm>
            <a:off x="542261" y="2595678"/>
            <a:ext cx="1785600" cy="0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544527" y="2955279"/>
            <a:ext cx="1785600" cy="0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85800" y="3695700"/>
            <a:ext cx="1485900" cy="31242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6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562412" y="4046923"/>
            <a:ext cx="1738828" cy="30409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7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69579" y="3869166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44263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56" y="603622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2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>
                <a:latin typeface="+mj-ea"/>
              </a:rPr>
              <a:t>ユーザ登録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3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8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dirty="0">
                <a:latin typeface="+mj-ea"/>
                <a:ea typeface="+mj-ea"/>
                <a:cs typeface="+mn-ea"/>
              </a:rPr>
              <a:t>操作</a:t>
            </a:r>
            <a:endParaRPr lang="en-US" altLang="ja-JP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600" dirty="0" smtClean="0">
                <a:latin typeface="+mj-ea"/>
                <a:ea typeface="+mj-ea"/>
              </a:rPr>
              <a:t>入力内容を確認し、はい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>
                <a:latin typeface="+mj-ea"/>
              </a:rPr>
              <a:t>①</a:t>
            </a:r>
            <a:r>
              <a:rPr lang="en-US" altLang="ja-JP" sz="1600" dirty="0">
                <a:latin typeface="+mj-ea"/>
              </a:rPr>
              <a:t>)</a:t>
            </a:r>
            <a:r>
              <a:rPr lang="ja-JP" altLang="en-US" sz="1600" dirty="0" smtClean="0">
                <a:latin typeface="+mj-ea"/>
              </a:rPr>
              <a:t>をタップする</a:t>
            </a:r>
            <a:r>
              <a:rPr lang="ja-JP" altLang="en-US" sz="1200" dirty="0" smtClean="0">
                <a:latin typeface="+mj-ea"/>
              </a:rPr>
              <a:t>。</a:t>
            </a:r>
            <a:endParaRPr lang="en-US" altLang="ja-JP" sz="1200" dirty="0" smtClean="0">
              <a:latin typeface="+mj-ea"/>
              <a:ea typeface="+mj-ea"/>
            </a:endParaRPr>
          </a:p>
        </p:txBody>
      </p:sp>
      <p:sp>
        <p:nvSpPr>
          <p:cNvPr id="9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1333410" y="2724896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32370" y="2928620"/>
            <a:ext cx="800190" cy="2286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5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358" y="2866490"/>
            <a:ext cx="4490561" cy="18425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" name="図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56" y="603622"/>
            <a:ext cx="1785938" cy="386715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2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>
                <a:latin typeface="+mj-ea"/>
              </a:rPr>
              <a:t>ユーザ登録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4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2771580" y="489684"/>
            <a:ext cx="4734119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600" dirty="0">
                <a:latin typeface="+mj-ea"/>
                <a:ea typeface="+mj-ea"/>
                <a:cs typeface="+mn-ea"/>
              </a:rPr>
              <a:t>操作</a:t>
            </a:r>
            <a:endParaRPr lang="en-US" altLang="ja-JP" sz="16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400" dirty="0" smtClean="0">
                <a:latin typeface="+mj-ea"/>
              </a:rPr>
              <a:t>閉じる</a:t>
            </a:r>
            <a:r>
              <a:rPr lang="en-US" altLang="ja-JP" sz="1400" dirty="0" smtClean="0">
                <a:latin typeface="+mj-ea"/>
              </a:rPr>
              <a:t>(</a:t>
            </a:r>
            <a:r>
              <a:rPr lang="ja-JP" altLang="en-US" sz="1400" dirty="0">
                <a:latin typeface="+mj-ea"/>
              </a:rPr>
              <a:t>①</a:t>
            </a:r>
            <a:r>
              <a:rPr lang="en-US" altLang="ja-JP" sz="1400" dirty="0">
                <a:latin typeface="+mj-ea"/>
              </a:rPr>
              <a:t>)</a:t>
            </a:r>
            <a:r>
              <a:rPr lang="ja-JP" altLang="en-US" sz="1400" dirty="0" smtClean="0">
                <a:latin typeface="+mj-ea"/>
              </a:rPr>
              <a:t>をタップする。</a:t>
            </a:r>
            <a:endParaRPr lang="en-US" altLang="ja-JP" sz="1400" dirty="0" smtClean="0">
              <a:latin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400" dirty="0" smtClean="0">
                <a:latin typeface="+mj-ea"/>
                <a:ea typeface="+mj-ea"/>
              </a:rPr>
              <a:t>入力したメールアドレス宛に、登録完了の</a:t>
            </a:r>
            <a:r>
              <a:rPr lang="en-US" altLang="ja-JP" sz="1400" dirty="0" smtClean="0">
                <a:latin typeface="+mj-ea"/>
                <a:ea typeface="+mj-ea"/>
              </a:rPr>
              <a:t>E-mail(※)</a:t>
            </a:r>
            <a:r>
              <a:rPr lang="ja-JP" altLang="en-US" sz="1400" dirty="0" smtClean="0">
                <a:latin typeface="+mj-ea"/>
                <a:ea typeface="+mj-ea"/>
              </a:rPr>
              <a:t>が受信されることを</a:t>
            </a:r>
            <a:r>
              <a:rPr lang="ja-JP" altLang="en-US" sz="1400" b="1" dirty="0" smtClean="0">
                <a:solidFill>
                  <a:srgbClr val="0000FF"/>
                </a:solidFill>
                <a:latin typeface="+mj-ea"/>
                <a:ea typeface="+mj-ea"/>
              </a:rPr>
              <a:t>確認</a:t>
            </a:r>
            <a:r>
              <a:rPr lang="ja-JP" altLang="en-US" sz="1400" dirty="0" smtClean="0">
                <a:latin typeface="+mj-ea"/>
                <a:ea typeface="+mj-ea"/>
              </a:rPr>
              <a:t>する。（迷惑メール防止機能のキャンセルをお願いします。）</a:t>
            </a:r>
            <a:endParaRPr lang="en-US" altLang="ja-JP" sz="1400" dirty="0" smtClean="0">
              <a:latin typeface="+mj-ea"/>
              <a:ea typeface="+mj-ea"/>
            </a:endParaRPr>
          </a:p>
          <a:p>
            <a:pPr marL="26670" indent="0">
              <a:buClrTx/>
              <a:buNone/>
            </a:pPr>
            <a:r>
              <a:rPr lang="en-US" altLang="ja-JP" sz="1400" dirty="0" smtClean="0">
                <a:latin typeface="+mj-ea"/>
                <a:ea typeface="+mj-ea"/>
              </a:rPr>
              <a:t>※</a:t>
            </a:r>
            <a:r>
              <a:rPr lang="ja-JP" altLang="en-US" sz="1400" dirty="0" smtClean="0">
                <a:latin typeface="+mj-ea"/>
                <a:ea typeface="+mj-ea"/>
              </a:rPr>
              <a:t>メールアドレスが届かない場合はメールアドレスの登録に誤りがないか再確認をお願いします</a:t>
            </a:r>
            <a:r>
              <a:rPr lang="ja-JP" altLang="en-US" sz="1050" dirty="0" smtClean="0">
                <a:latin typeface="+mj-ea"/>
                <a:ea typeface="+mj-ea"/>
              </a:rPr>
              <a:t>。</a:t>
            </a:r>
            <a:endParaRPr lang="en-US" altLang="ja-JP" sz="1050" dirty="0" smtClean="0">
              <a:latin typeface="+mj-ea"/>
              <a:ea typeface="+mj-ea"/>
            </a:endParaRPr>
          </a:p>
        </p:txBody>
      </p:sp>
      <p:sp>
        <p:nvSpPr>
          <p:cNvPr id="9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1775841" y="1412151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1036230" y="1569720"/>
            <a:ext cx="800190" cy="2286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771578" y="2633867"/>
            <a:ext cx="1965603" cy="290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en-US" altLang="ja-JP" sz="1050" dirty="0" smtClean="0">
                <a:solidFill>
                  <a:schemeClr val="tx2"/>
                </a:solidFill>
                <a:latin typeface="+mn-ea"/>
              </a:rPr>
              <a:t>(※)</a:t>
            </a:r>
            <a:r>
              <a:rPr lang="ja-JP" altLang="en-US" sz="1050" dirty="0">
                <a:solidFill>
                  <a:schemeClr val="tx2"/>
                </a:solidFill>
                <a:latin typeface="+mn-ea"/>
              </a:rPr>
              <a:t>登録</a:t>
            </a:r>
            <a:r>
              <a:rPr lang="ja-JP" altLang="en-US" sz="1050" dirty="0" smtClean="0">
                <a:solidFill>
                  <a:schemeClr val="tx2"/>
                </a:solidFill>
                <a:latin typeface="+mn-ea"/>
              </a:rPr>
              <a:t>完了メール イメージ</a:t>
            </a:r>
            <a:endParaRPr kumimoji="1" lang="ja-JP" altLang="en-US" sz="1050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892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09" y="605259"/>
            <a:ext cx="1801905" cy="3866400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 smtClean="0">
                <a:latin typeface="+mj-ea"/>
              </a:rPr>
              <a:t>3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ログイン手順 </a:t>
            </a:r>
            <a:r>
              <a:rPr lang="en-US" altLang="ja-JP" dirty="0" smtClean="0">
                <a:latin typeface="+mj-ea"/>
              </a:rPr>
              <a:t>1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0983" indent="-214313"/>
            <a:r>
              <a:rPr lang="ja-JP" altLang="en-US" sz="1600" dirty="0" smtClean="0">
                <a:latin typeface="+mj-ea"/>
                <a:ea typeface="+mj-ea"/>
                <a:cs typeface="+mn-ea"/>
              </a:rPr>
              <a:t>操作</a:t>
            </a:r>
            <a:endParaRPr lang="en-US" altLang="ja-JP" sz="16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ja-JP" altLang="en-US" sz="1600" dirty="0">
                <a:latin typeface="+mj-ea"/>
              </a:rPr>
              <a:t>以下の</a:t>
            </a:r>
            <a:r>
              <a:rPr lang="en-US" altLang="ja-JP" sz="1600" dirty="0">
                <a:latin typeface="+mj-ea"/>
              </a:rPr>
              <a:t>URL</a:t>
            </a:r>
            <a:r>
              <a:rPr lang="ja-JP" altLang="en-US" sz="1600" dirty="0">
                <a:latin typeface="+mj-ea"/>
              </a:rPr>
              <a:t>にアクセスし、予約サイトを表示する。</a:t>
            </a:r>
            <a:r>
              <a:rPr lang="en-US" altLang="ja-JP" sz="1600" dirty="0">
                <a:latin typeface="+mj-ea"/>
              </a:rPr>
              <a:t/>
            </a:r>
            <a:br>
              <a:rPr lang="en-US" altLang="ja-JP" sz="1600" dirty="0">
                <a:latin typeface="+mj-ea"/>
              </a:rPr>
            </a:br>
            <a:r>
              <a:rPr lang="en-US" altLang="ja-JP" sz="1600" dirty="0">
                <a:solidFill>
                  <a:srgbClr val="007EE5"/>
                </a:solidFill>
                <a:latin typeface="+mj-ea"/>
              </a:rPr>
              <a:t>https://</a:t>
            </a:r>
            <a:r>
              <a:rPr lang="en-US" altLang="ja-JP" sz="1600" dirty="0" smtClean="0">
                <a:solidFill>
                  <a:srgbClr val="007EE5"/>
                </a:solidFill>
                <a:latin typeface="+mj-ea"/>
              </a:rPr>
              <a:t>kawasaki-pcr.reserve.ne.jp</a:t>
            </a:r>
            <a:endParaRPr lang="en-US" altLang="ja-JP" sz="1600" dirty="0" smtClean="0">
              <a:latin typeface="+mj-ea"/>
              <a:ea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600" dirty="0">
                <a:latin typeface="+mj-ea"/>
                <a:ea typeface="+mj-ea"/>
              </a:rPr>
              <a:t>ログイン</a:t>
            </a:r>
            <a:r>
              <a:rPr lang="en-US" altLang="ja-JP" sz="1600" dirty="0" smtClean="0">
                <a:latin typeface="+mj-ea"/>
                <a:ea typeface="+mj-ea"/>
              </a:rPr>
              <a:t>(</a:t>
            </a:r>
            <a:r>
              <a:rPr lang="ja-JP" altLang="en-US" sz="1600" dirty="0" smtClean="0">
                <a:latin typeface="+mj-ea"/>
                <a:ea typeface="+mj-ea"/>
              </a:rPr>
              <a:t>①</a:t>
            </a:r>
            <a:r>
              <a:rPr lang="en-US" altLang="ja-JP" sz="1600" dirty="0" smtClean="0">
                <a:latin typeface="+mj-ea"/>
                <a:ea typeface="+mj-ea"/>
              </a:rPr>
              <a:t>)</a:t>
            </a:r>
            <a:r>
              <a:rPr lang="ja-JP" altLang="en-US" sz="1600" dirty="0" smtClean="0">
                <a:latin typeface="+mj-ea"/>
                <a:ea typeface="+mj-ea"/>
              </a:rPr>
              <a:t>をタップする。</a:t>
            </a:r>
            <a:endParaRPr lang="en-US" altLang="ja-JP" sz="1600" dirty="0">
              <a:latin typeface="+mj-ea"/>
              <a:ea typeface="+mj-ea"/>
            </a:endParaRPr>
          </a:p>
          <a:p>
            <a:pPr marL="26670" indent="0">
              <a:buClrTx/>
              <a:buNone/>
            </a:pPr>
            <a:endParaRPr lang="en-US" altLang="ja-JP" sz="1600" dirty="0">
              <a:latin typeface="+mj-ea"/>
            </a:endParaRPr>
          </a:p>
          <a:p>
            <a:pPr marL="240983" indent="-214313"/>
            <a:r>
              <a:rPr lang="ja-JP" altLang="en-US" sz="1600" dirty="0">
                <a:latin typeface="+mj-ea"/>
                <a:cs typeface="+mn-ea"/>
              </a:rPr>
              <a:t>補足</a:t>
            </a:r>
            <a:endParaRPr lang="en-US" altLang="ja-JP" sz="1600" dirty="0">
              <a:latin typeface="+mj-ea"/>
              <a:cs typeface="+mn-ea"/>
            </a:endParaRPr>
          </a:p>
          <a:p>
            <a:pPr marL="26670" indent="0">
              <a:buClrTx/>
              <a:buNone/>
            </a:pPr>
            <a:r>
              <a:rPr lang="ja-JP" altLang="en-US" sz="1600" dirty="0" smtClean="0">
                <a:latin typeface="+mj-ea"/>
              </a:rPr>
              <a:t>予約</a:t>
            </a:r>
            <a:r>
              <a:rPr lang="ja-JP" altLang="en-US" sz="1600" dirty="0">
                <a:latin typeface="+mj-ea"/>
              </a:rPr>
              <a:t>サイトへのアクセスは、以下の</a:t>
            </a:r>
            <a:r>
              <a:rPr lang="en-US" altLang="ja-JP" sz="1600" dirty="0">
                <a:latin typeface="+mj-ea"/>
              </a:rPr>
              <a:t>QR</a:t>
            </a:r>
            <a:r>
              <a:rPr lang="ja-JP" altLang="en-US" sz="1600" dirty="0">
                <a:latin typeface="+mj-ea"/>
              </a:rPr>
              <a:t>コード読み込むことでも可能です</a:t>
            </a:r>
            <a:r>
              <a:rPr lang="ja-JP" altLang="en-US" sz="1000" dirty="0">
                <a:latin typeface="+mj-ea"/>
              </a:rPr>
              <a:t>。</a:t>
            </a:r>
            <a:endParaRPr lang="en-US" altLang="ja-JP" sz="1000" dirty="0">
              <a:latin typeface="+mj-ea"/>
            </a:endParaRPr>
          </a:p>
          <a:p>
            <a:pPr marL="26670" indent="0">
              <a:buClrTx/>
              <a:buNone/>
            </a:pPr>
            <a:endParaRPr lang="en-US" altLang="ja-JP" sz="200" dirty="0">
              <a:latin typeface="+mj-ea"/>
            </a:endParaRPr>
          </a:p>
        </p:txBody>
      </p:sp>
      <p:sp>
        <p:nvSpPr>
          <p:cNvPr id="9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78382" y="462900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1882140" y="615300"/>
            <a:ext cx="426719" cy="20766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655" y="3617995"/>
            <a:ext cx="1099216" cy="109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3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56" y="603622"/>
            <a:ext cx="1785938" cy="386715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 smtClean="0">
                <a:latin typeface="+mj-ea"/>
              </a:rPr>
              <a:t>3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ログイン手順 </a:t>
            </a:r>
            <a:r>
              <a:rPr lang="en-US" altLang="ja-JP" dirty="0">
                <a:latin typeface="+mj-ea"/>
              </a:rPr>
              <a:t>2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800" dirty="0" smtClean="0">
                <a:latin typeface="+mj-ea"/>
              </a:rPr>
              <a:t>ログイン</a:t>
            </a:r>
            <a:r>
              <a:rPr lang="en-US" altLang="ja-JP" sz="1800" dirty="0" smtClean="0">
                <a:latin typeface="+mj-ea"/>
              </a:rPr>
              <a:t>ID(</a:t>
            </a:r>
            <a:r>
              <a:rPr lang="ja-JP" altLang="en-US" sz="1800" dirty="0" smtClean="0">
                <a:latin typeface="+mj-ea"/>
              </a:rPr>
              <a:t>①</a:t>
            </a:r>
            <a:r>
              <a:rPr lang="en-US" altLang="ja-JP" sz="1800" dirty="0" smtClean="0">
                <a:latin typeface="+mj-ea"/>
              </a:rPr>
              <a:t>)</a:t>
            </a:r>
            <a:r>
              <a:rPr lang="ja-JP" altLang="en-US" sz="1800" dirty="0" err="1" smtClean="0">
                <a:latin typeface="+mj-ea"/>
              </a:rPr>
              <a:t>、</a:t>
            </a:r>
            <a:r>
              <a:rPr lang="ja-JP" altLang="en-US" sz="1800" dirty="0" smtClean="0">
                <a:latin typeface="+mj-ea"/>
              </a:rPr>
              <a:t>およびパスワード</a:t>
            </a:r>
            <a:r>
              <a:rPr lang="en-US" altLang="ja-JP" sz="1800" dirty="0" smtClean="0">
                <a:latin typeface="+mj-ea"/>
              </a:rPr>
              <a:t>(</a:t>
            </a:r>
            <a:r>
              <a:rPr lang="ja-JP" altLang="en-US" sz="1800" dirty="0" smtClean="0">
                <a:latin typeface="+mj-ea"/>
              </a:rPr>
              <a:t>②</a:t>
            </a:r>
            <a:r>
              <a:rPr lang="en-US" altLang="ja-JP" sz="1800" dirty="0" smtClean="0">
                <a:latin typeface="+mj-ea"/>
              </a:rPr>
              <a:t>)</a:t>
            </a:r>
            <a:r>
              <a:rPr lang="ja-JP" altLang="en-US" sz="1800" dirty="0" smtClean="0">
                <a:latin typeface="+mj-ea"/>
              </a:rPr>
              <a:t>を入力する。</a:t>
            </a:r>
            <a:endParaRPr lang="en-US" altLang="ja-JP" sz="1800" dirty="0" smtClean="0">
              <a:latin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800" dirty="0" smtClean="0">
                <a:latin typeface="+mj-ea"/>
              </a:rPr>
              <a:t>予約確認</a:t>
            </a:r>
            <a:r>
              <a:rPr lang="ja-JP" altLang="en-US" sz="1800" dirty="0">
                <a:latin typeface="+mj-ea"/>
              </a:rPr>
              <a:t>へ</a:t>
            </a:r>
            <a:r>
              <a:rPr lang="en-US" altLang="ja-JP" sz="1800" dirty="0" smtClean="0">
                <a:latin typeface="+mj-ea"/>
              </a:rPr>
              <a:t>(</a:t>
            </a:r>
            <a:r>
              <a:rPr lang="ja-JP" altLang="en-US" sz="1800" dirty="0" smtClean="0">
                <a:latin typeface="+mj-ea"/>
              </a:rPr>
              <a:t>③</a:t>
            </a:r>
            <a:r>
              <a:rPr lang="en-US" altLang="ja-JP" sz="1800" dirty="0" smtClean="0">
                <a:latin typeface="+mj-ea"/>
              </a:rPr>
              <a:t>)</a:t>
            </a:r>
            <a:r>
              <a:rPr lang="ja-JP" altLang="en-US" sz="1800" dirty="0">
                <a:latin typeface="+mj-ea"/>
              </a:rPr>
              <a:t>をタップする</a:t>
            </a:r>
            <a:r>
              <a:rPr lang="ja-JP" altLang="en-US" sz="1050" dirty="0">
                <a:latin typeface="+mj-ea"/>
              </a:rPr>
              <a:t>。</a:t>
            </a:r>
            <a:endParaRPr lang="en-US" altLang="ja-JP" sz="1050" dirty="0" smtClean="0">
              <a:latin typeface="+mj-ea"/>
              <a:ea typeface="+mj-ea"/>
            </a:endParaRPr>
          </a:p>
        </p:txBody>
      </p:sp>
      <p:sp>
        <p:nvSpPr>
          <p:cNvPr id="9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309241" y="2623731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③</a:t>
            </a: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518070" y="2804160"/>
            <a:ext cx="1828890" cy="31242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8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41980" y="1074420"/>
            <a:ext cx="1651640" cy="24384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41980" y="1407633"/>
            <a:ext cx="1651640" cy="23066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93620" y="896640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13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93620" y="1270602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10854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46" y="603622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 smtClean="0">
                <a:latin typeface="+mj-ea"/>
              </a:rPr>
              <a:t>3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ログイン手順 </a:t>
            </a:r>
            <a:r>
              <a:rPr lang="en-US" altLang="ja-JP" dirty="0" smtClean="0">
                <a:latin typeface="+mj-ea"/>
              </a:rPr>
              <a:t>3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2891785" y="418245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600" dirty="0">
                <a:latin typeface="+mj-ea"/>
                <a:ea typeface="+mj-ea"/>
                <a:cs typeface="+mn-ea"/>
              </a:rPr>
              <a:t>操作</a:t>
            </a:r>
            <a:endParaRPr lang="en-US" altLang="ja-JP" sz="16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400" dirty="0" smtClean="0">
                <a:latin typeface="+mj-ea"/>
              </a:rPr>
              <a:t>自身のニックネームが表示されることを確認する。</a:t>
            </a:r>
            <a:r>
              <a:rPr lang="en-US" altLang="ja-JP" sz="1400" dirty="0" smtClean="0">
                <a:latin typeface="+mj-ea"/>
              </a:rPr>
              <a:t>(</a:t>
            </a:r>
            <a:r>
              <a:rPr lang="ja-JP" altLang="en-US" sz="1400" dirty="0" smtClean="0">
                <a:latin typeface="+mj-ea"/>
              </a:rPr>
              <a:t>①</a:t>
            </a:r>
            <a:r>
              <a:rPr lang="en-US" altLang="ja-JP" sz="1400" dirty="0" smtClean="0">
                <a:latin typeface="+mj-ea"/>
              </a:rPr>
              <a:t>)</a:t>
            </a:r>
          </a:p>
          <a:p>
            <a:pPr marL="283845" indent="-257175">
              <a:buClrTx/>
              <a:buAutoNum type="arabicPeriod"/>
            </a:pPr>
            <a:r>
              <a:rPr lang="ja-JP" altLang="en-US" sz="1400" dirty="0">
                <a:latin typeface="+mj-ea"/>
              </a:rPr>
              <a:t>トップ</a:t>
            </a:r>
            <a:r>
              <a:rPr lang="en-US" altLang="ja-JP" sz="1400" dirty="0">
                <a:latin typeface="+mj-ea"/>
              </a:rPr>
              <a:t>(</a:t>
            </a:r>
            <a:r>
              <a:rPr lang="ja-JP" altLang="en-US" sz="1400" dirty="0">
                <a:latin typeface="+mj-ea"/>
              </a:rPr>
              <a:t>②</a:t>
            </a:r>
            <a:r>
              <a:rPr lang="en-US" altLang="ja-JP" sz="1400" dirty="0">
                <a:latin typeface="+mj-ea"/>
              </a:rPr>
              <a:t>)</a:t>
            </a:r>
            <a:r>
              <a:rPr lang="ja-JP" altLang="en-US" sz="1400" dirty="0">
                <a:latin typeface="+mj-ea"/>
              </a:rPr>
              <a:t> をタップする</a:t>
            </a:r>
            <a:r>
              <a:rPr lang="ja-JP" altLang="en-US" sz="1200" dirty="0" smtClean="0">
                <a:latin typeface="+mj-ea"/>
              </a:rPr>
              <a:t>。</a:t>
            </a:r>
            <a:endParaRPr lang="en-US" altLang="ja-JP" sz="1200" dirty="0" smtClean="0">
              <a:latin typeface="+mj-ea"/>
            </a:endParaRPr>
          </a:p>
          <a:p>
            <a:pPr marL="283845" indent="-257175">
              <a:buClrTx/>
              <a:buAutoNum type="arabicPeriod"/>
            </a:pPr>
            <a:endParaRPr lang="en-US" altLang="ja-JP" sz="1200" dirty="0">
              <a:latin typeface="+mj-ea"/>
            </a:endParaRPr>
          </a:p>
          <a:p>
            <a:pPr marL="240983" indent="-214313"/>
            <a:r>
              <a:rPr lang="ja-JP" altLang="en-US" sz="1600" dirty="0" smtClean="0">
                <a:latin typeface="+mj-ea"/>
                <a:cs typeface="+mn-ea"/>
              </a:rPr>
              <a:t>補足</a:t>
            </a:r>
            <a:endParaRPr lang="en-US" altLang="ja-JP" sz="1600" dirty="0" smtClean="0">
              <a:latin typeface="+mj-ea"/>
              <a:cs typeface="+mn-ea"/>
            </a:endParaRPr>
          </a:p>
          <a:p>
            <a:pPr marL="26670" indent="0">
              <a:buClrTx/>
              <a:buNone/>
            </a:pPr>
            <a:r>
              <a:rPr lang="ja-JP" altLang="en-US" sz="1400" dirty="0" smtClean="0">
                <a:latin typeface="+mj-ea"/>
              </a:rPr>
              <a:t>ユーザ登録の際にニックネームを入力していない場合、</a:t>
            </a:r>
            <a:r>
              <a:rPr lang="en-US" altLang="ja-JP" sz="1400" dirty="0" smtClean="0">
                <a:latin typeface="+mj-ea"/>
              </a:rPr>
              <a:t>(</a:t>
            </a:r>
            <a:r>
              <a:rPr lang="ja-JP" altLang="en-US" sz="1400" dirty="0" smtClean="0">
                <a:latin typeface="+mj-ea"/>
              </a:rPr>
              <a:t>①</a:t>
            </a:r>
            <a:r>
              <a:rPr lang="en-US" altLang="ja-JP" sz="1400" dirty="0" smtClean="0">
                <a:latin typeface="+mj-ea"/>
              </a:rPr>
              <a:t>)</a:t>
            </a:r>
            <a:r>
              <a:rPr lang="ja-JP" altLang="en-US" sz="1400" dirty="0" err="1" smtClean="0">
                <a:latin typeface="+mj-ea"/>
              </a:rPr>
              <a:t>には</a:t>
            </a:r>
            <a:r>
              <a:rPr lang="ja-JP" altLang="en-US" sz="1400" dirty="0" smtClean="0">
                <a:latin typeface="+mj-ea"/>
              </a:rPr>
              <a:t>姓（カタカナ）、および名（カタカナ）の入力内容が表示</a:t>
            </a:r>
            <a:r>
              <a:rPr lang="en-US" altLang="ja-JP" sz="1400" dirty="0" smtClean="0">
                <a:latin typeface="+mj-ea"/>
              </a:rPr>
              <a:t>(※)</a:t>
            </a:r>
            <a:r>
              <a:rPr lang="ja-JP" altLang="en-US" sz="1400" dirty="0" smtClean="0">
                <a:latin typeface="+mj-ea"/>
              </a:rPr>
              <a:t>されます。</a:t>
            </a:r>
            <a:endParaRPr lang="en-US" altLang="ja-JP" sz="1400" dirty="0" smtClean="0">
              <a:latin typeface="+mj-ea"/>
            </a:endParaRPr>
          </a:p>
          <a:p>
            <a:pPr marL="26670" indent="0">
              <a:buClrTx/>
              <a:buNone/>
            </a:pPr>
            <a:endParaRPr lang="en-US" altLang="ja-JP" sz="750" dirty="0">
              <a:latin typeface="+mj-ea"/>
            </a:endParaRP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1143000" y="2600960"/>
            <a:ext cx="601980" cy="28956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1691640" y="2400320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②</a:t>
            </a:r>
          </a:p>
        </p:txBody>
      </p:sp>
      <p:sp>
        <p:nvSpPr>
          <p:cNvPr id="8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79450" y="961991"/>
            <a:ext cx="1498600" cy="28956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9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147301" y="771468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887" y="3658507"/>
            <a:ext cx="3108113" cy="10857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テキスト ボックス 10"/>
          <p:cNvSpPr txBox="1"/>
          <p:nvPr/>
        </p:nvSpPr>
        <p:spPr>
          <a:xfrm>
            <a:off x="2891785" y="3368235"/>
            <a:ext cx="1575158" cy="290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en-US" altLang="ja-JP" sz="1050" dirty="0" smtClean="0">
                <a:solidFill>
                  <a:schemeClr val="tx2"/>
                </a:solidFill>
                <a:latin typeface="+mn-ea"/>
              </a:rPr>
              <a:t>(※)</a:t>
            </a:r>
            <a:r>
              <a:rPr lang="ja-JP" altLang="en-US" sz="1050" dirty="0" smtClean="0">
                <a:solidFill>
                  <a:schemeClr val="tx2"/>
                </a:solidFill>
                <a:latin typeface="+mn-ea"/>
              </a:rPr>
              <a:t>姓名表示 イメージ</a:t>
            </a:r>
            <a:endParaRPr kumimoji="1" lang="ja-JP" altLang="en-US" sz="1050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503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65" y="608051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4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検査</a:t>
            </a:r>
            <a:r>
              <a:rPr lang="ja-JP" altLang="en-US" dirty="0">
                <a:latin typeface="+mj-ea"/>
              </a:rPr>
              <a:t>予約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>
                <a:latin typeface="+mj-ea"/>
              </a:rPr>
              <a:t>1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en-US" altLang="ja-JP" sz="1600" dirty="0" smtClean="0">
                <a:solidFill>
                  <a:srgbClr val="0000FF"/>
                </a:solidFill>
                <a:latin typeface="+mj-ea"/>
              </a:rPr>
              <a:t>3. </a:t>
            </a:r>
            <a:r>
              <a:rPr lang="ja-JP" altLang="en-US" sz="1600" dirty="0" smtClean="0">
                <a:solidFill>
                  <a:srgbClr val="0000FF"/>
                </a:solidFill>
                <a:latin typeface="+mj-ea"/>
              </a:rPr>
              <a:t>ログイン手順</a:t>
            </a:r>
            <a:r>
              <a:rPr lang="ja-JP" altLang="en-US" sz="1600" dirty="0" smtClean="0">
                <a:latin typeface="+mj-ea"/>
              </a:rPr>
              <a:t>を実施する。</a:t>
            </a:r>
            <a:endParaRPr lang="en-US" altLang="ja-JP" sz="1600" dirty="0" smtClean="0">
              <a:latin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600" dirty="0" smtClean="0">
                <a:latin typeface="+mj-ea"/>
              </a:rPr>
              <a:t>対面検査</a:t>
            </a:r>
            <a:r>
              <a:rPr lang="ja-JP" altLang="en-US" sz="1600" dirty="0">
                <a:latin typeface="+mj-ea"/>
              </a:rPr>
              <a:t>予約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 smtClean="0">
                <a:latin typeface="+mj-ea"/>
              </a:rPr>
              <a:t>①</a:t>
            </a:r>
            <a:r>
              <a:rPr lang="en-US" altLang="ja-JP" sz="1600" dirty="0" smtClean="0">
                <a:latin typeface="+mj-ea"/>
              </a:rPr>
              <a:t>)</a:t>
            </a:r>
            <a:r>
              <a:rPr lang="ja-JP" altLang="en-US" sz="1600" dirty="0" smtClean="0">
                <a:latin typeface="+mj-ea"/>
              </a:rPr>
              <a:t>をタップする。</a:t>
            </a:r>
            <a:endParaRPr lang="en-US" altLang="ja-JP" sz="1600" dirty="0" smtClean="0">
              <a:latin typeface="+mj-ea"/>
            </a:endParaRP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731520" y="2346960"/>
            <a:ext cx="1394460" cy="52059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042160" y="2176800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42502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1" y="610937"/>
            <a:ext cx="1785938" cy="386715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4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検査</a:t>
            </a:r>
            <a:r>
              <a:rPr lang="ja-JP" altLang="en-US" dirty="0">
                <a:latin typeface="+mj-ea"/>
              </a:rPr>
              <a:t>予約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2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600" dirty="0" smtClean="0">
                <a:latin typeface="+mj-ea"/>
              </a:rPr>
              <a:t>次へ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 smtClean="0">
                <a:latin typeface="+mj-ea"/>
              </a:rPr>
              <a:t>①</a:t>
            </a:r>
            <a:r>
              <a:rPr lang="en-US" altLang="ja-JP" sz="1600" dirty="0" smtClean="0">
                <a:latin typeface="+mj-ea"/>
              </a:rPr>
              <a:t>)</a:t>
            </a:r>
            <a:r>
              <a:rPr lang="ja-JP" altLang="en-US" sz="1600" dirty="0" smtClean="0">
                <a:latin typeface="+mj-ea"/>
              </a:rPr>
              <a:t>をタップする。</a:t>
            </a:r>
            <a:endParaRPr lang="en-US" altLang="ja-JP" sz="1600" dirty="0" smtClean="0">
              <a:latin typeface="+mj-ea"/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16810" y="1231615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8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01280" y="1432255"/>
            <a:ext cx="1668870" cy="31242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41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 rotWithShape="1">
          <a:blip r:embed="rId3"/>
          <a:srcRect t="1" b="41632"/>
          <a:stretch/>
        </p:blipFill>
        <p:spPr>
          <a:xfrm>
            <a:off x="543096" y="603622"/>
            <a:ext cx="1803600" cy="2258848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88" y="925404"/>
            <a:ext cx="1715536" cy="2083480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3"/>
          <a:srcRect t="60592"/>
          <a:stretch/>
        </p:blipFill>
        <p:spPr>
          <a:xfrm>
            <a:off x="543096" y="2524413"/>
            <a:ext cx="1803600" cy="1525095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4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検査</a:t>
            </a:r>
            <a:r>
              <a:rPr lang="ja-JP" altLang="en-US" dirty="0">
                <a:latin typeface="+mj-ea"/>
              </a:rPr>
              <a:t>予約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3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 smtClean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dirty="0" smtClean="0">
                <a:latin typeface="+mj-ea"/>
                <a:ea typeface="+mj-ea"/>
                <a:cs typeface="+mn-ea"/>
              </a:rPr>
              <a:t>操作</a:t>
            </a:r>
            <a:endParaRPr lang="en-US" altLang="ja-JP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ja-JP" altLang="en-US" sz="1600" dirty="0" smtClean="0">
                <a:latin typeface="+mj-ea"/>
              </a:rPr>
              <a:t>検査会場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>
                <a:latin typeface="+mj-ea"/>
              </a:rPr>
              <a:t>①</a:t>
            </a:r>
            <a:r>
              <a:rPr lang="en-US" altLang="ja-JP" sz="1600" dirty="0">
                <a:latin typeface="+mj-ea"/>
              </a:rPr>
              <a:t>)</a:t>
            </a:r>
            <a:r>
              <a:rPr lang="ja-JP" altLang="en-US" sz="1600" dirty="0">
                <a:latin typeface="+mj-ea"/>
              </a:rPr>
              <a:t>をタップする</a:t>
            </a:r>
            <a:r>
              <a:rPr lang="ja-JP" altLang="en-US" sz="1600" dirty="0" smtClean="0">
                <a:latin typeface="+mj-ea"/>
              </a:rPr>
              <a:t>。</a:t>
            </a:r>
            <a:r>
              <a:rPr lang="en-US" altLang="ja-JP" sz="1200" dirty="0">
                <a:latin typeface="+mj-ea"/>
              </a:rPr>
              <a:t/>
            </a:r>
            <a:br>
              <a:rPr lang="en-US" altLang="ja-JP" sz="1200" dirty="0">
                <a:latin typeface="+mj-ea"/>
              </a:rPr>
            </a:br>
            <a:r>
              <a:rPr lang="en-US" altLang="ja-JP" sz="2400" dirty="0" smtClean="0">
                <a:solidFill>
                  <a:srgbClr val="0000FF"/>
                </a:solidFill>
                <a:latin typeface="+mj-ea"/>
              </a:rPr>
              <a:t>※</a:t>
            </a:r>
            <a:r>
              <a:rPr lang="ja-JP" altLang="en-US" sz="2400" dirty="0" smtClean="0">
                <a:solidFill>
                  <a:srgbClr val="0000FF"/>
                </a:solidFill>
                <a:latin typeface="+mj-ea"/>
              </a:rPr>
              <a:t>東京工業大学</a:t>
            </a:r>
            <a:r>
              <a:rPr lang="ja-JP" altLang="en-US" sz="2400" dirty="0" smtClean="0">
                <a:solidFill>
                  <a:srgbClr val="0000FF"/>
                </a:solidFill>
                <a:latin typeface="+mj-ea"/>
              </a:rPr>
              <a:t>様は</a:t>
            </a:r>
            <a:r>
              <a:rPr lang="ja-JP" altLang="en-US" sz="2400" dirty="0" smtClean="0">
                <a:solidFill>
                  <a:srgbClr val="0000FF"/>
                </a:solidFill>
                <a:latin typeface="+mj-ea"/>
              </a:rPr>
              <a:t>、</a:t>
            </a:r>
            <a:endParaRPr lang="en-US" altLang="ja-JP" sz="2400" dirty="0" smtClean="0">
              <a:solidFill>
                <a:srgbClr val="0000FF"/>
              </a:solidFill>
              <a:latin typeface="+mj-ea"/>
            </a:endParaRPr>
          </a:p>
          <a:p>
            <a:pPr marL="26670" indent="0">
              <a:buClrTx/>
              <a:buNone/>
            </a:pPr>
            <a:r>
              <a:rPr lang="ja-JP" altLang="en-US" sz="2400" b="1" dirty="0">
                <a:solidFill>
                  <a:srgbClr val="0000FF"/>
                </a:solidFill>
                <a:latin typeface="+mj-ea"/>
              </a:rPr>
              <a:t>　</a:t>
            </a:r>
            <a:r>
              <a:rPr lang="ja-JP" altLang="en-US" sz="2400" b="1" dirty="0" smtClean="0">
                <a:solidFill>
                  <a:srgbClr val="0000FF"/>
                </a:solidFill>
                <a:latin typeface="+mj-ea"/>
              </a:rPr>
              <a:t>区分「</a:t>
            </a:r>
            <a:r>
              <a:rPr lang="en-US" altLang="ja-JP" sz="2400" b="1" dirty="0" smtClean="0">
                <a:solidFill>
                  <a:srgbClr val="0000FF"/>
                </a:solidFill>
                <a:latin typeface="+mj-ea"/>
              </a:rPr>
              <a:t>B</a:t>
            </a:r>
            <a:r>
              <a:rPr lang="ja-JP" altLang="en-US" sz="2400" b="1" dirty="0" smtClean="0">
                <a:solidFill>
                  <a:srgbClr val="0000FF"/>
                </a:solidFill>
                <a:latin typeface="+mj-ea"/>
              </a:rPr>
              <a:t>」</a:t>
            </a:r>
            <a:r>
              <a:rPr lang="ja-JP" altLang="en-US" sz="2400" dirty="0" smtClean="0">
                <a:solidFill>
                  <a:srgbClr val="0000FF"/>
                </a:solidFill>
                <a:latin typeface="+mj-ea"/>
              </a:rPr>
              <a:t>を選択して下さい。</a:t>
            </a:r>
            <a:endParaRPr lang="en-US" altLang="ja-JP" sz="2400" dirty="0" smtClean="0">
              <a:solidFill>
                <a:srgbClr val="0000FF"/>
              </a:solidFill>
              <a:latin typeface="+mj-ea"/>
            </a:endParaRPr>
          </a:p>
          <a:p>
            <a:pPr marL="26670" indent="0">
              <a:buClrTx/>
              <a:buNone/>
            </a:pPr>
            <a:r>
              <a:rPr lang="ja-JP" altLang="en-US" sz="1200" dirty="0">
                <a:solidFill>
                  <a:srgbClr val="0000FF"/>
                </a:solidFill>
                <a:latin typeface="+mj-ea"/>
              </a:rPr>
              <a:t>　</a:t>
            </a:r>
            <a:r>
              <a:rPr lang="ja-JP" altLang="en-US" sz="1200" dirty="0" smtClean="0">
                <a:solidFill>
                  <a:srgbClr val="0000FF"/>
                </a:solidFill>
                <a:latin typeface="+mj-ea"/>
              </a:rPr>
              <a:t>　　　</a:t>
            </a:r>
            <a:endParaRPr lang="en-US" altLang="ja-JP" sz="1200" dirty="0" smtClean="0">
              <a:solidFill>
                <a:srgbClr val="0000FF"/>
              </a:solidFill>
              <a:latin typeface="+mj-ea"/>
            </a:endParaRPr>
          </a:p>
          <a:p>
            <a:pPr marL="283845" indent="-257175">
              <a:buClrTx/>
              <a:buFont typeface="+mj-lt"/>
              <a:buAutoNum type="arabicPeriod" startAt="2"/>
            </a:pPr>
            <a:r>
              <a:rPr lang="ja-JP" altLang="en-US" sz="1600" dirty="0" smtClean="0">
                <a:latin typeface="+mj-ea"/>
              </a:rPr>
              <a:t>次へ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 smtClean="0">
                <a:latin typeface="+mj-ea"/>
              </a:rPr>
              <a:t>②</a:t>
            </a:r>
            <a:r>
              <a:rPr lang="en-US" altLang="ja-JP" sz="1600" dirty="0" smtClean="0">
                <a:latin typeface="+mj-ea"/>
              </a:rPr>
              <a:t>)</a:t>
            </a:r>
            <a:r>
              <a:rPr lang="ja-JP" altLang="en-US" sz="1600" dirty="0" smtClean="0">
                <a:latin typeface="+mj-ea"/>
              </a:rPr>
              <a:t>をタップする</a:t>
            </a:r>
            <a:r>
              <a:rPr lang="ja-JP" altLang="en-US" sz="1050" dirty="0" smtClean="0">
                <a:latin typeface="+mj-ea"/>
              </a:rPr>
              <a:t>。</a:t>
            </a:r>
            <a:endParaRPr lang="en-US" altLang="ja-JP" sz="1050" dirty="0" smtClean="0">
              <a:latin typeface="+mj-ea"/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63863" y="1571370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8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594993" y="1632905"/>
            <a:ext cx="1668870" cy="259061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16998" y="1980693"/>
            <a:ext cx="1608041" cy="23305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01245" y="2013432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 smtClean="0">
                <a:solidFill>
                  <a:srgbClr val="FF0000"/>
                </a:solidFill>
                <a:latin typeface="メイリオ"/>
                <a:ea typeface="メイリオ"/>
              </a:rPr>
              <a:t>②</a:t>
            </a:r>
            <a:endParaRPr lang="ja-JP" altLang="en-US" sz="1013" dirty="0">
              <a:solidFill>
                <a:srgbClr val="FF0000"/>
              </a:solidFill>
              <a:latin typeface="メイリオ"/>
              <a:ea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28008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603622"/>
            <a:ext cx="1785938" cy="386715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4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検査</a:t>
            </a:r>
            <a:r>
              <a:rPr lang="ja-JP" altLang="en-US" dirty="0">
                <a:latin typeface="+mj-ea"/>
              </a:rPr>
              <a:t>予約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4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ja-JP" altLang="en-US" sz="1400" dirty="0" smtClean="0">
                <a:latin typeface="+mj-ea"/>
              </a:rPr>
              <a:t>週、または月の移動を行い、予約する日を表示する。</a:t>
            </a:r>
            <a:r>
              <a:rPr lang="en-US" altLang="ja-JP" sz="1400" dirty="0" smtClean="0">
                <a:latin typeface="+mj-ea"/>
              </a:rPr>
              <a:t>(</a:t>
            </a:r>
            <a:r>
              <a:rPr lang="ja-JP" altLang="en-US" sz="1400" dirty="0">
                <a:latin typeface="+mj-ea"/>
              </a:rPr>
              <a:t>①</a:t>
            </a:r>
            <a:r>
              <a:rPr lang="en-US" altLang="ja-JP" sz="1400" dirty="0" smtClean="0">
                <a:latin typeface="+mj-ea"/>
              </a:rPr>
              <a:t>)</a:t>
            </a: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ja-JP" altLang="en-US" sz="1400" dirty="0" smtClean="0">
                <a:latin typeface="+mj-ea"/>
              </a:rPr>
              <a:t>予約する日時</a:t>
            </a:r>
            <a:r>
              <a:rPr lang="en-US" altLang="ja-JP" sz="1400" dirty="0" smtClean="0">
                <a:latin typeface="+mj-ea"/>
              </a:rPr>
              <a:t>(</a:t>
            </a:r>
            <a:r>
              <a:rPr lang="ja-JP" altLang="en-US" sz="1400" dirty="0" smtClean="0">
                <a:latin typeface="+mj-ea"/>
              </a:rPr>
              <a:t>②</a:t>
            </a:r>
            <a:r>
              <a:rPr lang="en-US" altLang="ja-JP" sz="1400" dirty="0" smtClean="0">
                <a:latin typeface="+mj-ea"/>
              </a:rPr>
              <a:t>)</a:t>
            </a:r>
            <a:r>
              <a:rPr lang="ja-JP" altLang="en-US" sz="1400" dirty="0" smtClean="0">
                <a:latin typeface="+mj-ea"/>
              </a:rPr>
              <a:t>をタップする。</a:t>
            </a:r>
            <a:r>
              <a:rPr lang="en-US" altLang="ja-JP" sz="1400" dirty="0" smtClean="0">
                <a:latin typeface="+mj-ea"/>
              </a:rPr>
              <a:t/>
            </a:r>
            <a:br>
              <a:rPr lang="en-US" altLang="ja-JP" sz="1400" dirty="0" smtClean="0">
                <a:latin typeface="+mj-ea"/>
              </a:rPr>
            </a:br>
            <a:r>
              <a:rPr lang="ja-JP" altLang="en-US" sz="1400" dirty="0" smtClean="0">
                <a:latin typeface="+mj-ea"/>
              </a:rPr>
              <a:t>なお、予約の空き状況に基づき、以下の表示がされます。</a:t>
            </a:r>
            <a:endParaRPr lang="en-US" altLang="ja-JP" sz="1400" dirty="0" smtClean="0">
              <a:latin typeface="+mj-ea"/>
            </a:endParaRPr>
          </a:p>
          <a:p>
            <a:pPr marL="26670" indent="0">
              <a:buClrTx/>
              <a:buNone/>
            </a:pPr>
            <a:r>
              <a:rPr lang="ja-JP" altLang="en-US" sz="1400" dirty="0" smtClean="0">
                <a:latin typeface="+mj-ea"/>
              </a:rPr>
              <a:t>　　</a:t>
            </a:r>
            <a:r>
              <a:rPr lang="en-US" altLang="ja-JP" sz="1400" dirty="0" smtClean="0">
                <a:latin typeface="+mj-ea"/>
              </a:rPr>
              <a:t>※</a:t>
            </a:r>
            <a:r>
              <a:rPr lang="ja-JP" altLang="en-US" sz="1400" smtClean="0">
                <a:latin typeface="+mj-ea"/>
              </a:rPr>
              <a:t>予約は候補日</a:t>
            </a:r>
            <a:r>
              <a:rPr lang="ja-JP" altLang="en-US" sz="1400" dirty="0" smtClean="0">
                <a:latin typeface="+mj-ea"/>
              </a:rPr>
              <a:t>の</a:t>
            </a:r>
            <a:r>
              <a:rPr lang="en-US" altLang="ja-JP" sz="1400" dirty="0" smtClean="0">
                <a:latin typeface="+mj-ea"/>
              </a:rPr>
              <a:t>3</a:t>
            </a:r>
            <a:r>
              <a:rPr lang="ja-JP" altLang="en-US" sz="1400" dirty="0" smtClean="0">
                <a:latin typeface="+mj-ea"/>
              </a:rPr>
              <a:t>日前から可能です。</a:t>
            </a:r>
            <a:endParaRPr lang="en-US" altLang="ja-JP" sz="1400" dirty="0" smtClean="0">
              <a:latin typeface="+mj-ea"/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63140" y="995700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8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535781" y="1191368"/>
            <a:ext cx="1785938" cy="248811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518069" y="1686540"/>
            <a:ext cx="1803649" cy="27842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70759" y="1497242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 smtClean="0">
                <a:solidFill>
                  <a:srgbClr val="FF0000"/>
                </a:solidFill>
                <a:latin typeface="メイリオ"/>
                <a:ea typeface="メイリオ"/>
              </a:rPr>
              <a:t>②</a:t>
            </a:r>
            <a:endParaRPr lang="ja-JP" altLang="en-US" sz="1013" dirty="0">
              <a:solidFill>
                <a:srgbClr val="FF0000"/>
              </a:solidFill>
              <a:latin typeface="メイリオ"/>
              <a:ea typeface="メイリオ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371" y="2783743"/>
            <a:ext cx="272415" cy="27241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371" y="3166559"/>
            <a:ext cx="272415" cy="27241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15" name="テキスト ボックス 14"/>
          <p:cNvSpPr txBox="1"/>
          <p:nvPr/>
        </p:nvSpPr>
        <p:spPr>
          <a:xfrm>
            <a:off x="5073786" y="2807221"/>
            <a:ext cx="1943310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kumimoji="1" lang="ja-JP" altLang="en-US" sz="900" dirty="0" smtClean="0">
                <a:solidFill>
                  <a:schemeClr val="tx2"/>
                </a:solidFill>
                <a:latin typeface="+mn-ea"/>
              </a:rPr>
              <a:t>：空きがあり、予約可能</a:t>
            </a:r>
            <a:endParaRPr kumimoji="1" lang="ja-JP" altLang="en-US" sz="9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073786" y="3114597"/>
            <a:ext cx="2490158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kumimoji="1" lang="ja-JP" altLang="en-US" sz="900" dirty="0" smtClean="0">
                <a:solidFill>
                  <a:schemeClr val="tx2"/>
                </a:solidFill>
                <a:latin typeface="+mn-ea"/>
              </a:rPr>
              <a:t>：予約可能だが、空きが残りわずか</a:t>
            </a:r>
            <a:endParaRPr kumimoji="1" lang="ja-JP" altLang="en-US" sz="900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371" y="3553276"/>
            <a:ext cx="260033" cy="27241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19" name="テキスト ボックス 18"/>
          <p:cNvSpPr txBox="1"/>
          <p:nvPr/>
        </p:nvSpPr>
        <p:spPr>
          <a:xfrm>
            <a:off x="5073786" y="3502148"/>
            <a:ext cx="3417258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ja-JP" altLang="en-US" sz="900" dirty="0">
                <a:solidFill>
                  <a:schemeClr val="tx2"/>
                </a:solidFill>
                <a:latin typeface="+mn-ea"/>
              </a:rPr>
              <a:t>：上限数に到達したため、予約不可能</a:t>
            </a:r>
          </a:p>
          <a:p>
            <a:pPr algn="l" fontAlgn="base">
              <a:lnSpc>
                <a:spcPct val="130000"/>
              </a:lnSpc>
            </a:pPr>
            <a:r>
              <a:rPr kumimoji="1" lang="ja-JP" altLang="en-US" sz="900" dirty="0" smtClean="0">
                <a:solidFill>
                  <a:schemeClr val="tx2"/>
                </a:solidFill>
                <a:latin typeface="+mn-ea"/>
              </a:rPr>
              <a:t>　または診療時間外、予約受付時間外等のため、予約不可能</a:t>
            </a:r>
            <a:endParaRPr kumimoji="1" lang="ja-JP" altLang="en-US" sz="900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635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96" y="608051"/>
            <a:ext cx="1803600" cy="3870036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96" y="3693014"/>
            <a:ext cx="1803600" cy="783977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4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検査</a:t>
            </a:r>
            <a:r>
              <a:rPr lang="ja-JP" altLang="en-US" dirty="0">
                <a:latin typeface="+mj-ea"/>
              </a:rPr>
              <a:t>予約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5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2861829" y="450737"/>
            <a:ext cx="5696543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5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en-US" altLang="ja-JP" sz="1400" dirty="0" smtClean="0">
                <a:latin typeface="+mj-ea"/>
              </a:rPr>
              <a:t>PCR</a:t>
            </a:r>
            <a:r>
              <a:rPr lang="ja-JP" altLang="en-US" sz="1400" dirty="0" smtClean="0">
                <a:latin typeface="+mj-ea"/>
              </a:rPr>
              <a:t>検査同意文を確認</a:t>
            </a:r>
            <a:r>
              <a:rPr lang="ja-JP" altLang="en-US" sz="1400" dirty="0">
                <a:latin typeface="+mj-ea"/>
              </a:rPr>
              <a:t>し</a:t>
            </a:r>
            <a:r>
              <a:rPr lang="ja-JP" altLang="en-US" sz="1400" dirty="0" smtClean="0">
                <a:latin typeface="+mj-ea"/>
              </a:rPr>
              <a:t>、内容を理解し同意します</a:t>
            </a:r>
            <a:r>
              <a:rPr lang="en-US" altLang="ja-JP" sz="1400" dirty="0" smtClean="0">
                <a:latin typeface="+mj-ea"/>
              </a:rPr>
              <a:t>(</a:t>
            </a:r>
            <a:r>
              <a:rPr lang="ja-JP" altLang="en-US" sz="1400" dirty="0">
                <a:latin typeface="+mj-ea"/>
              </a:rPr>
              <a:t>①</a:t>
            </a:r>
            <a:r>
              <a:rPr lang="en-US" altLang="ja-JP" sz="1400" dirty="0">
                <a:latin typeface="+mj-ea"/>
              </a:rPr>
              <a:t>)</a:t>
            </a:r>
            <a:r>
              <a:rPr lang="ja-JP" altLang="en-US" sz="1400" dirty="0" smtClean="0">
                <a:latin typeface="+mj-ea"/>
              </a:rPr>
              <a:t>をタップ</a:t>
            </a:r>
            <a:r>
              <a:rPr lang="ja-JP" altLang="en-US" sz="1400" dirty="0">
                <a:latin typeface="+mj-ea"/>
              </a:rPr>
              <a:t>する</a:t>
            </a:r>
            <a:r>
              <a:rPr lang="ja-JP" altLang="en-US" sz="1400" dirty="0" smtClean="0">
                <a:latin typeface="+mj-ea"/>
              </a:rPr>
              <a:t>。</a:t>
            </a:r>
            <a:endParaRPr lang="en-US" altLang="ja-JP" sz="1400" dirty="0" smtClean="0">
              <a:latin typeface="+mj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ja-JP" altLang="en-US" sz="1400" dirty="0" smtClean="0">
                <a:latin typeface="+mj-ea"/>
              </a:rPr>
              <a:t>以下の項目を入力する。</a:t>
            </a:r>
            <a:endParaRPr lang="en-US" altLang="ja-JP" sz="1400" dirty="0">
              <a:latin typeface="+mj-ea"/>
            </a:endParaRPr>
          </a:p>
          <a:p>
            <a:pPr marL="26670" indent="0">
              <a:buClrTx/>
              <a:buNone/>
            </a:pPr>
            <a:r>
              <a:rPr lang="ja-JP" altLang="en-US" sz="1400" dirty="0" smtClean="0">
                <a:latin typeface="+mj-ea"/>
              </a:rPr>
              <a:t>　　　・会場コード</a:t>
            </a:r>
            <a:r>
              <a:rPr lang="en-US" altLang="ja-JP" sz="1400" dirty="0" smtClean="0">
                <a:latin typeface="+mj-ea"/>
              </a:rPr>
              <a:t> </a:t>
            </a:r>
            <a:r>
              <a:rPr lang="en-US" altLang="ja-JP" sz="1400" dirty="0" smtClean="0">
                <a:solidFill>
                  <a:srgbClr val="007EE5"/>
                </a:solidFill>
                <a:latin typeface="+mj-ea"/>
              </a:rPr>
              <a:t>(※) </a:t>
            </a:r>
            <a:r>
              <a:rPr lang="ja-JP" altLang="en-US" sz="1400" dirty="0">
                <a:solidFill>
                  <a:srgbClr val="007EE5"/>
                </a:solidFill>
                <a:latin typeface="+mj-ea"/>
              </a:rPr>
              <a:t>　</a:t>
            </a:r>
            <a:r>
              <a:rPr lang="ja-JP" altLang="en-US" sz="1400" dirty="0" smtClean="0">
                <a:solidFill>
                  <a:srgbClr val="007EE5"/>
                </a:solidFill>
                <a:latin typeface="+mj-ea"/>
              </a:rPr>
              <a:t>入力内容　</a:t>
            </a:r>
            <a:r>
              <a:rPr lang="ja-JP" altLang="en-US" sz="1400" b="1" dirty="0">
                <a:solidFill>
                  <a:srgbClr val="007EE5"/>
                </a:solidFill>
                <a:latin typeface="+mj-ea"/>
              </a:rPr>
              <a:t> </a:t>
            </a:r>
            <a:r>
              <a:rPr lang="ja-JP" altLang="en-US" sz="1400" b="1" dirty="0" smtClean="0">
                <a:solidFill>
                  <a:srgbClr val="007EE5"/>
                </a:solidFill>
                <a:latin typeface="+mj-ea"/>
              </a:rPr>
              <a:t>「日付</a:t>
            </a:r>
            <a:r>
              <a:rPr lang="ja-JP" altLang="en-US" sz="1400" b="1" dirty="0">
                <a:solidFill>
                  <a:srgbClr val="007EE5"/>
                </a:solidFill>
                <a:latin typeface="+mj-ea"/>
              </a:rPr>
              <a:t>＋</a:t>
            </a:r>
            <a:r>
              <a:rPr lang="en-US" altLang="ja-JP" sz="1400" b="1" dirty="0" smtClean="0">
                <a:solidFill>
                  <a:srgbClr val="007EE5"/>
                </a:solidFill>
                <a:latin typeface="+mj-ea"/>
              </a:rPr>
              <a:t>AC</a:t>
            </a:r>
            <a:r>
              <a:rPr lang="ja-JP" altLang="en-US" sz="1400" b="1" dirty="0" smtClean="0">
                <a:solidFill>
                  <a:srgbClr val="007EE5"/>
                </a:solidFill>
                <a:latin typeface="+mj-ea"/>
              </a:rPr>
              <a:t>」</a:t>
            </a:r>
            <a:r>
              <a:rPr lang="ja-JP" altLang="en-US" sz="1400" b="1" dirty="0" smtClean="0">
                <a:solidFill>
                  <a:srgbClr val="007EE5"/>
                </a:solidFill>
                <a:latin typeface="+mj-ea"/>
              </a:rPr>
              <a:t>例「</a:t>
            </a:r>
            <a:r>
              <a:rPr lang="en-US" altLang="ja-JP" sz="1400" b="1" dirty="0" smtClean="0">
                <a:solidFill>
                  <a:srgbClr val="007EE5"/>
                </a:solidFill>
                <a:latin typeface="+mj-ea"/>
              </a:rPr>
              <a:t>0616AC</a:t>
            </a:r>
            <a:r>
              <a:rPr lang="ja-JP" altLang="en-US" sz="1400" b="1" dirty="0" smtClean="0">
                <a:solidFill>
                  <a:srgbClr val="007EE5"/>
                </a:solidFill>
                <a:latin typeface="+mj-ea"/>
              </a:rPr>
              <a:t>」</a:t>
            </a:r>
            <a:r>
              <a:rPr lang="en-US" altLang="ja-JP" sz="1400" dirty="0" smtClean="0">
                <a:solidFill>
                  <a:schemeClr val="bg1"/>
                </a:solidFill>
                <a:latin typeface="+mj-ea"/>
              </a:rPr>
              <a:t>)</a:t>
            </a:r>
            <a:r>
              <a:rPr lang="ja-JP" altLang="en-US" sz="1400" dirty="0" smtClean="0">
                <a:solidFill>
                  <a:schemeClr val="bg1"/>
                </a:solidFill>
                <a:latin typeface="+mj-ea"/>
              </a:rPr>
              <a:t>「</a:t>
            </a:r>
            <a:r>
              <a:rPr lang="en-US" altLang="ja-JP" sz="1400" dirty="0" smtClean="0">
                <a:solidFill>
                  <a:schemeClr val="bg1"/>
                </a:solidFill>
                <a:latin typeface="+mj-ea"/>
              </a:rPr>
              <a:t>06</a:t>
            </a:r>
            <a:r>
              <a:rPr lang="ja-JP" altLang="en-US" sz="1400" dirty="0" smtClean="0">
                <a:solidFill>
                  <a:schemeClr val="bg1"/>
                </a:solidFill>
                <a:latin typeface="+mj-ea"/>
              </a:rPr>
              <a:t>  </a:t>
            </a:r>
            <a:r>
              <a:rPr lang="ja-JP" altLang="en-US" sz="1400" dirty="0" smtClean="0">
                <a:latin typeface="+mj-ea"/>
              </a:rPr>
              <a:t>・所属団体名 </a:t>
            </a:r>
            <a:r>
              <a:rPr lang="en-US" altLang="ja-JP" sz="14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ja-JP" altLang="en-US" sz="1400" dirty="0" smtClean="0">
                <a:solidFill>
                  <a:srgbClr val="007EE5"/>
                </a:solidFill>
                <a:latin typeface="+mj-ea"/>
              </a:rPr>
              <a:t>　入力内容</a:t>
            </a:r>
            <a:r>
              <a:rPr lang="ja-JP" altLang="en-US" sz="1400" dirty="0" smtClean="0">
                <a:solidFill>
                  <a:srgbClr val="007EE5"/>
                </a:solidFill>
                <a:latin typeface="+mj-ea"/>
              </a:rPr>
              <a:t>：</a:t>
            </a:r>
            <a:r>
              <a:rPr lang="ja-JP" altLang="en-US" sz="1400" b="1" dirty="0" smtClean="0">
                <a:solidFill>
                  <a:srgbClr val="007EE5"/>
                </a:solidFill>
                <a:latin typeface="+mj-ea"/>
              </a:rPr>
              <a:t>東京工業大学</a:t>
            </a:r>
            <a:r>
              <a:rPr lang="en-US" altLang="ja-JP" sz="1400" dirty="0" smtClean="0">
                <a:latin typeface="+mj-ea"/>
              </a:rPr>
              <a:t/>
            </a:r>
            <a:br>
              <a:rPr lang="en-US" altLang="ja-JP" sz="1400" dirty="0" smtClean="0">
                <a:latin typeface="+mj-ea"/>
              </a:rPr>
            </a:br>
            <a:r>
              <a:rPr lang="ja-JP" altLang="en-US" sz="1400" dirty="0" smtClean="0">
                <a:latin typeface="+mj-ea"/>
              </a:rPr>
              <a:t>　　　・業種</a:t>
            </a:r>
            <a:r>
              <a:rPr lang="en-US" altLang="ja-JP" sz="1400" dirty="0" smtClean="0">
                <a:latin typeface="+mj-ea"/>
              </a:rPr>
              <a:t> </a:t>
            </a:r>
            <a:r>
              <a:rPr lang="en-US" altLang="ja-JP" sz="14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en-US" altLang="ja-JP" sz="1400" dirty="0" smtClean="0">
                <a:latin typeface="+mj-ea"/>
              </a:rPr>
              <a:t/>
            </a:r>
            <a:br>
              <a:rPr lang="en-US" altLang="ja-JP" sz="1400" dirty="0" smtClean="0">
                <a:latin typeface="+mj-ea"/>
              </a:rPr>
            </a:br>
            <a:r>
              <a:rPr lang="ja-JP" altLang="en-US" sz="1400" dirty="0" smtClean="0">
                <a:latin typeface="+mj-ea"/>
              </a:rPr>
              <a:t>　　　・職種 </a:t>
            </a:r>
            <a:r>
              <a:rPr lang="en-US" altLang="ja-JP" sz="14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en-US" altLang="ja-JP" sz="1400" dirty="0" smtClean="0">
                <a:latin typeface="+mj-ea"/>
              </a:rPr>
              <a:t/>
            </a:r>
            <a:br>
              <a:rPr lang="en-US" altLang="ja-JP" sz="1400" dirty="0" smtClean="0">
                <a:latin typeface="+mj-ea"/>
              </a:rPr>
            </a:br>
            <a:r>
              <a:rPr lang="ja-JP" altLang="en-US" sz="1400" dirty="0" smtClean="0">
                <a:latin typeface="+mj-ea"/>
              </a:rPr>
              <a:t>　　　・新型コロナウイルスワクチン接種履歴 </a:t>
            </a:r>
            <a:r>
              <a:rPr lang="en-US" altLang="ja-JP" sz="1400" dirty="0" smtClean="0">
                <a:solidFill>
                  <a:srgbClr val="007EE5"/>
                </a:solidFill>
                <a:latin typeface="+mj-ea"/>
              </a:rPr>
              <a:t>(※)</a:t>
            </a:r>
            <a:br>
              <a:rPr lang="en-US" altLang="ja-JP" sz="1400" dirty="0" smtClean="0">
                <a:solidFill>
                  <a:srgbClr val="007EE5"/>
                </a:solidFill>
                <a:latin typeface="+mj-ea"/>
              </a:rPr>
            </a:br>
            <a:r>
              <a:rPr lang="ja-JP" altLang="en-US" sz="1400" dirty="0" smtClean="0">
                <a:solidFill>
                  <a:srgbClr val="007EE5"/>
                </a:solidFill>
                <a:latin typeface="+mj-ea"/>
              </a:rPr>
              <a:t>　　　　</a:t>
            </a:r>
            <a:r>
              <a:rPr lang="en-US" altLang="ja-JP" sz="1400" dirty="0" smtClean="0">
                <a:solidFill>
                  <a:srgbClr val="007EE5"/>
                </a:solidFill>
                <a:latin typeface="+mj-ea"/>
              </a:rPr>
              <a:t>(※)</a:t>
            </a:r>
            <a:r>
              <a:rPr lang="ja-JP" altLang="en-US" sz="1400" dirty="0" smtClean="0">
                <a:solidFill>
                  <a:srgbClr val="007EE5"/>
                </a:solidFill>
                <a:latin typeface="+mj-ea"/>
              </a:rPr>
              <a:t>は入力必須の項目</a:t>
            </a:r>
            <a:endParaRPr lang="en-US" altLang="ja-JP" sz="1400" dirty="0" smtClean="0">
              <a:latin typeface="+mj-ea"/>
            </a:endParaRPr>
          </a:p>
          <a:p>
            <a:pPr marL="255270" indent="-228600">
              <a:buClrTx/>
              <a:buFont typeface="+mj-lt"/>
              <a:buAutoNum type="arabicPeriod" startAt="3"/>
            </a:pPr>
            <a:r>
              <a:rPr lang="ja-JP" altLang="en-US" sz="1400" dirty="0" smtClean="0">
                <a:latin typeface="+mj-ea"/>
              </a:rPr>
              <a:t>予約確定へ</a:t>
            </a:r>
            <a:r>
              <a:rPr lang="en-US" altLang="ja-JP" sz="1400" dirty="0" smtClean="0">
                <a:latin typeface="+mj-ea"/>
              </a:rPr>
              <a:t>(</a:t>
            </a:r>
            <a:r>
              <a:rPr lang="ja-JP" altLang="en-US" sz="1400" dirty="0" smtClean="0">
                <a:latin typeface="+mj-ea"/>
              </a:rPr>
              <a:t>②</a:t>
            </a:r>
            <a:r>
              <a:rPr lang="en-US" altLang="ja-JP" sz="1400" dirty="0" smtClean="0">
                <a:latin typeface="+mj-ea"/>
              </a:rPr>
              <a:t>)</a:t>
            </a:r>
            <a:r>
              <a:rPr lang="ja-JP" altLang="en-US" sz="1400" dirty="0" smtClean="0">
                <a:latin typeface="+mj-ea"/>
              </a:rPr>
              <a:t>をタップする</a:t>
            </a:r>
            <a:r>
              <a:rPr lang="ja-JP" altLang="en-US" sz="1100" dirty="0" smtClean="0">
                <a:latin typeface="+mj-ea"/>
              </a:rPr>
              <a:t>。</a:t>
            </a:r>
            <a:endParaRPr lang="en-US" altLang="ja-JP" sz="1100" dirty="0" smtClean="0">
              <a:latin typeface="+mj-ea"/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177431" y="3037464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grpSp>
        <p:nvGrpSpPr>
          <p:cNvPr id="6" name="グループ化 5"/>
          <p:cNvGrpSpPr/>
          <p:nvPr/>
        </p:nvGrpSpPr>
        <p:grpSpPr>
          <a:xfrm>
            <a:off x="475221" y="3522087"/>
            <a:ext cx="1927378" cy="418789"/>
            <a:chOff x="468674" y="2587399"/>
            <a:chExt cx="1927378" cy="418789"/>
          </a:xfrm>
        </p:grpSpPr>
        <p:sp>
          <p:nvSpPr>
            <p:cNvPr id="13" name="テキスト ボックス 12"/>
            <p:cNvSpPr txBox="1"/>
            <p:nvPr/>
          </p:nvSpPr>
          <p:spPr>
            <a:xfrm>
              <a:off x="468674" y="2587399"/>
              <a:ext cx="1922321" cy="3724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l" fontAlgn="base">
                <a:lnSpc>
                  <a:spcPct val="130000"/>
                </a:lnSpc>
              </a:pPr>
              <a:r>
                <a:rPr kumimoji="1" lang="ja-JP" altLang="en-US" sz="1400" dirty="0" smtClean="0">
                  <a:solidFill>
                    <a:schemeClr val="tx2"/>
                  </a:solidFill>
                  <a:latin typeface="+mn-ea"/>
                </a:rPr>
                <a:t>　　　 　～　 　　　</a:t>
              </a:r>
              <a:endParaRPr kumimoji="1" lang="ja-JP" altLang="en-US" sz="1400" dirty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14" name="テキスト ボックス 13"/>
            <p:cNvSpPr txBox="1"/>
            <p:nvPr/>
          </p:nvSpPr>
          <p:spPr>
            <a:xfrm>
              <a:off x="473731" y="2633778"/>
              <a:ext cx="1922321" cy="3724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fontAlgn="base">
                <a:lnSpc>
                  <a:spcPct val="130000"/>
                </a:lnSpc>
              </a:pPr>
              <a:r>
                <a:rPr kumimoji="1" lang="ja-JP" altLang="en-US" sz="1400" dirty="0" smtClean="0">
                  <a:solidFill>
                    <a:schemeClr val="tx2"/>
                  </a:solidFill>
                  <a:latin typeface="+mn-ea"/>
                </a:rPr>
                <a:t>　　　 　～　 　　　</a:t>
              </a:r>
              <a:endParaRPr kumimoji="1" lang="ja-JP" altLang="en-US" sz="1400" dirty="0">
                <a:solidFill>
                  <a:schemeClr val="tx2"/>
                </a:solidFill>
                <a:latin typeface="+mn-ea"/>
              </a:endParaRPr>
            </a:p>
          </p:txBody>
        </p:sp>
        <p:cxnSp>
          <p:nvCxnSpPr>
            <p:cNvPr id="15" name="直線コネクタ 14"/>
            <p:cNvCxnSpPr/>
            <p:nvPr/>
          </p:nvCxnSpPr>
          <p:spPr>
            <a:xfrm>
              <a:off x="542261" y="2595678"/>
              <a:ext cx="1785600" cy="0"/>
            </a:xfrm>
            <a:prstGeom prst="line">
              <a:avLst/>
            </a:prstGeom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/>
            <p:cNvCxnSpPr/>
            <p:nvPr/>
          </p:nvCxnSpPr>
          <p:spPr>
            <a:xfrm>
              <a:off x="544527" y="2955279"/>
              <a:ext cx="1785600" cy="0"/>
            </a:xfrm>
            <a:prstGeom prst="line">
              <a:avLst/>
            </a:prstGeom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572691" y="3933190"/>
            <a:ext cx="1712118" cy="2667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63139" y="3758147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 smtClean="0">
                <a:solidFill>
                  <a:srgbClr val="FF0000"/>
                </a:solidFill>
                <a:latin typeface="メイリオ"/>
                <a:ea typeface="メイリオ"/>
              </a:rPr>
              <a:t>②</a:t>
            </a:r>
            <a:endParaRPr lang="ja-JP" altLang="en-US" sz="1013" dirty="0">
              <a:solidFill>
                <a:srgbClr val="FF0000"/>
              </a:solidFill>
              <a:latin typeface="メイリオ"/>
              <a:ea typeface="メイリオ"/>
            </a:endParaRPr>
          </a:p>
        </p:txBody>
      </p:sp>
      <p:sp>
        <p:nvSpPr>
          <p:cNvPr id="8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65409" y="3222841"/>
            <a:ext cx="1544086" cy="292111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54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0" y="603622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4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検査</a:t>
            </a:r>
            <a:r>
              <a:rPr lang="ja-JP" altLang="en-US" dirty="0">
                <a:latin typeface="+mj-ea"/>
              </a:rPr>
              <a:t>予約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6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4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600" dirty="0">
                <a:latin typeface="+mj-ea"/>
                <a:ea typeface="+mj-ea"/>
                <a:cs typeface="+mn-ea"/>
              </a:rPr>
              <a:t>操作</a:t>
            </a:r>
            <a:endParaRPr lang="en-US" altLang="ja-JP" sz="16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ja-JP" altLang="en-US" sz="1600" dirty="0">
                <a:latin typeface="+mj-ea"/>
              </a:rPr>
              <a:t>予約</a:t>
            </a:r>
            <a:r>
              <a:rPr lang="ja-JP" altLang="en-US" sz="1600" dirty="0" smtClean="0">
                <a:latin typeface="+mj-ea"/>
              </a:rPr>
              <a:t>内容</a:t>
            </a:r>
            <a:r>
              <a:rPr lang="ja-JP" altLang="en-US" sz="1600" dirty="0">
                <a:latin typeface="+mj-ea"/>
              </a:rPr>
              <a:t>を確認し、はい</a:t>
            </a:r>
            <a:r>
              <a:rPr lang="en-US" altLang="ja-JP" sz="1600" dirty="0">
                <a:latin typeface="+mj-ea"/>
              </a:rPr>
              <a:t>(</a:t>
            </a:r>
            <a:r>
              <a:rPr lang="ja-JP" altLang="en-US" sz="1600" dirty="0">
                <a:latin typeface="+mj-ea"/>
              </a:rPr>
              <a:t>①</a:t>
            </a:r>
            <a:r>
              <a:rPr lang="en-US" altLang="ja-JP" sz="1600" dirty="0">
                <a:latin typeface="+mj-ea"/>
              </a:rPr>
              <a:t>)</a:t>
            </a:r>
            <a:r>
              <a:rPr lang="ja-JP" altLang="en-US" sz="1600" dirty="0" smtClean="0">
                <a:latin typeface="+mj-ea"/>
              </a:rPr>
              <a:t>をタップする。</a:t>
            </a:r>
            <a:endParaRPr lang="en-US" altLang="ja-JP" sz="1600" dirty="0" smtClean="0">
              <a:latin typeface="+mj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endParaRPr lang="en-US" altLang="ja-JP" sz="750" dirty="0" smtClean="0">
              <a:latin typeface="+mj-ea"/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1371207" y="2320397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8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26030" y="2529489"/>
            <a:ext cx="806530" cy="249271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70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79" y="600736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4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検査</a:t>
            </a:r>
            <a:r>
              <a:rPr lang="ja-JP" altLang="en-US" dirty="0">
                <a:latin typeface="+mj-ea"/>
              </a:rPr>
              <a:t>予約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7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2738005" y="4944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600" dirty="0">
                <a:latin typeface="+mj-ea"/>
                <a:ea typeface="+mj-ea"/>
                <a:cs typeface="+mn-ea"/>
              </a:rPr>
              <a:t>操作</a:t>
            </a:r>
            <a:endParaRPr lang="en-US" altLang="ja-JP" sz="16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400" dirty="0" smtClean="0">
                <a:latin typeface="+mj-ea"/>
              </a:rPr>
              <a:t>閉じる</a:t>
            </a:r>
            <a:r>
              <a:rPr lang="en-US" altLang="ja-JP" sz="1400" dirty="0" smtClean="0">
                <a:latin typeface="+mj-ea"/>
              </a:rPr>
              <a:t>(</a:t>
            </a:r>
            <a:r>
              <a:rPr lang="ja-JP" altLang="en-US" sz="1400" dirty="0">
                <a:latin typeface="+mj-ea"/>
              </a:rPr>
              <a:t>①</a:t>
            </a:r>
            <a:r>
              <a:rPr lang="en-US" altLang="ja-JP" sz="1400" dirty="0">
                <a:latin typeface="+mj-ea"/>
              </a:rPr>
              <a:t>)</a:t>
            </a:r>
            <a:r>
              <a:rPr lang="ja-JP" altLang="en-US" sz="1400" dirty="0">
                <a:latin typeface="+mj-ea"/>
              </a:rPr>
              <a:t>をタップする。</a:t>
            </a:r>
            <a:endParaRPr lang="en-US" altLang="ja-JP" sz="1400" dirty="0">
              <a:latin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400" dirty="0" smtClean="0">
                <a:latin typeface="+mj-ea"/>
              </a:rPr>
              <a:t>登録した</a:t>
            </a:r>
            <a:r>
              <a:rPr lang="ja-JP" altLang="en-US" sz="1400" dirty="0">
                <a:latin typeface="+mj-ea"/>
              </a:rPr>
              <a:t>メールアドレス宛に</a:t>
            </a:r>
            <a:r>
              <a:rPr lang="ja-JP" altLang="en-US" sz="1400" dirty="0" smtClean="0">
                <a:latin typeface="+mj-ea"/>
              </a:rPr>
              <a:t>、予約完了</a:t>
            </a:r>
            <a:r>
              <a:rPr lang="ja-JP" altLang="en-US" sz="1400" dirty="0">
                <a:latin typeface="+mj-ea"/>
              </a:rPr>
              <a:t>の</a:t>
            </a:r>
            <a:r>
              <a:rPr lang="en-US" altLang="ja-JP" sz="1400" dirty="0" smtClean="0">
                <a:latin typeface="+mj-ea"/>
              </a:rPr>
              <a:t>E-mail(※)</a:t>
            </a:r>
            <a:r>
              <a:rPr lang="ja-JP" altLang="en-US" sz="1400" dirty="0" smtClean="0">
                <a:latin typeface="+mj-ea"/>
              </a:rPr>
              <a:t>が受信される</a:t>
            </a:r>
            <a:r>
              <a:rPr lang="ja-JP" altLang="en-US" sz="1400" dirty="0">
                <a:latin typeface="+mj-ea"/>
              </a:rPr>
              <a:t>ことを確認する</a:t>
            </a:r>
            <a:r>
              <a:rPr lang="ja-JP" altLang="en-US" sz="1400" dirty="0" smtClean="0">
                <a:latin typeface="+mj-ea"/>
              </a:rPr>
              <a:t>。</a:t>
            </a:r>
            <a:endParaRPr lang="en-US" altLang="ja-JP" sz="1400" dirty="0" smtClean="0">
              <a:latin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400" dirty="0" smtClean="0">
                <a:latin typeface="+mj-ea"/>
              </a:rPr>
              <a:t>メールに記載されている</a:t>
            </a:r>
            <a:r>
              <a:rPr lang="en-US" altLang="ja-JP" sz="1400" dirty="0" smtClean="0">
                <a:latin typeface="+mj-ea"/>
              </a:rPr>
              <a:t>URL</a:t>
            </a:r>
            <a:r>
              <a:rPr lang="ja-JP" altLang="en-US" sz="1400" dirty="0" smtClean="0">
                <a:latin typeface="+mj-ea"/>
              </a:rPr>
              <a:t>にアクセスし、</a:t>
            </a:r>
            <a:r>
              <a:rPr lang="ja-JP" altLang="en-US" sz="1400" dirty="0">
                <a:latin typeface="+mj-ea"/>
              </a:rPr>
              <a:t>表示</a:t>
            </a:r>
            <a:r>
              <a:rPr lang="ja-JP" altLang="en-US" sz="1400" dirty="0" smtClean="0">
                <a:latin typeface="+mj-ea"/>
              </a:rPr>
              <a:t>された</a:t>
            </a:r>
            <a:r>
              <a:rPr lang="en-US" altLang="ja-JP" sz="1400" dirty="0" smtClean="0">
                <a:latin typeface="+mj-ea"/>
              </a:rPr>
              <a:t>QR</a:t>
            </a:r>
            <a:r>
              <a:rPr lang="ja-JP" altLang="en-US" sz="1400" dirty="0" smtClean="0">
                <a:latin typeface="+mj-ea"/>
              </a:rPr>
              <a:t>コードを検査受付にご</a:t>
            </a:r>
            <a:r>
              <a:rPr lang="ja-JP" altLang="en-US" sz="1400" dirty="0">
                <a:latin typeface="+mj-ea"/>
              </a:rPr>
              <a:t>提示</a:t>
            </a:r>
            <a:r>
              <a:rPr lang="ja-JP" altLang="en-US" sz="1400" dirty="0" smtClean="0">
                <a:latin typeface="+mj-ea"/>
              </a:rPr>
              <a:t>ください</a:t>
            </a:r>
            <a:r>
              <a:rPr lang="ja-JP" altLang="en-US" sz="1100" dirty="0" smtClean="0">
                <a:latin typeface="+mj-ea"/>
              </a:rPr>
              <a:t>。</a:t>
            </a:r>
            <a:endParaRPr lang="en-US" altLang="ja-JP" sz="1100" dirty="0" smtClean="0">
              <a:latin typeface="+mj-ea"/>
            </a:endParaRPr>
          </a:p>
          <a:p>
            <a:pPr marL="283845" indent="-257175">
              <a:buClrTx/>
              <a:buAutoNum type="arabicPeriod"/>
            </a:pPr>
            <a:endParaRPr lang="en-US" altLang="ja-JP" sz="750" dirty="0" smtClean="0">
              <a:latin typeface="+mj-ea"/>
            </a:endParaRPr>
          </a:p>
          <a:p>
            <a:pPr marL="283845" indent="-257175">
              <a:buClrTx/>
              <a:buAutoNum type="arabicPeriod"/>
            </a:pPr>
            <a:endParaRPr lang="en-US" altLang="ja-JP" sz="750" dirty="0" smtClean="0">
              <a:latin typeface="+mj-ea"/>
            </a:endParaRPr>
          </a:p>
          <a:p>
            <a:pPr marL="26670" indent="0">
              <a:buClrTx/>
              <a:buNone/>
            </a:pPr>
            <a:endParaRPr lang="en-US" altLang="ja-JP" sz="750" dirty="0">
              <a:latin typeface="+mj-ea"/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1801263" y="1726804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 smtClean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  <a:endParaRPr lang="ja-JP" altLang="en-US" sz="1013" dirty="0">
              <a:solidFill>
                <a:srgbClr val="FF0000"/>
              </a:solidFill>
              <a:latin typeface="メイリオ"/>
              <a:ea typeface="メイリオ"/>
            </a:endParaRPr>
          </a:p>
        </p:txBody>
      </p:sp>
      <p:sp>
        <p:nvSpPr>
          <p:cNvPr id="8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1031834" y="1870359"/>
            <a:ext cx="803316" cy="317851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738005" y="2395331"/>
            <a:ext cx="1879041" cy="280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en-US" altLang="ja-JP" sz="1000" dirty="0" smtClean="0">
                <a:solidFill>
                  <a:schemeClr val="tx2"/>
                </a:solidFill>
                <a:latin typeface="+mn-ea"/>
              </a:rPr>
              <a:t>(※)</a:t>
            </a:r>
            <a:r>
              <a:rPr lang="ja-JP" altLang="en-US" sz="1000" dirty="0" smtClean="0">
                <a:solidFill>
                  <a:schemeClr val="tx2"/>
                </a:solidFill>
                <a:latin typeface="+mn-ea"/>
              </a:rPr>
              <a:t>予約完了メール イメージ</a:t>
            </a:r>
            <a:endParaRPr kumimoji="1" lang="ja-JP" altLang="en-US" sz="1000" dirty="0">
              <a:solidFill>
                <a:schemeClr val="tx2"/>
              </a:solidFill>
              <a:latin typeface="+mn-ea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790" y="2673441"/>
            <a:ext cx="4489200" cy="20505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2804790" y="3806307"/>
            <a:ext cx="2052959" cy="6777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4924535" y="3676207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73988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65" y="608051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5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予約内容の確認手順 </a:t>
            </a:r>
            <a:r>
              <a:rPr lang="en-US" altLang="ja-JP" dirty="0">
                <a:latin typeface="+mj-ea"/>
              </a:rPr>
              <a:t>1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4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en-US" altLang="ja-JP" sz="1600" dirty="0">
                <a:solidFill>
                  <a:srgbClr val="0000FF"/>
                </a:solidFill>
                <a:latin typeface="+mj-ea"/>
              </a:rPr>
              <a:t>3. </a:t>
            </a:r>
            <a:r>
              <a:rPr lang="ja-JP" altLang="en-US" sz="1600" dirty="0">
                <a:solidFill>
                  <a:srgbClr val="0000FF"/>
                </a:solidFill>
                <a:latin typeface="+mj-ea"/>
              </a:rPr>
              <a:t>ログイン手順</a:t>
            </a:r>
            <a:r>
              <a:rPr lang="ja-JP" altLang="en-US" sz="1600" dirty="0">
                <a:latin typeface="+mj-ea"/>
              </a:rPr>
              <a:t>を実施する。</a:t>
            </a:r>
            <a:endParaRPr lang="en-US" altLang="ja-JP" sz="1600" dirty="0">
              <a:latin typeface="+mj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600" dirty="0" smtClean="0">
                <a:latin typeface="+mj-ea"/>
              </a:rPr>
              <a:t>予約</a:t>
            </a:r>
            <a:r>
              <a:rPr lang="ja-JP" altLang="en-US" sz="1600" dirty="0">
                <a:latin typeface="+mj-ea"/>
              </a:rPr>
              <a:t>の</a:t>
            </a:r>
            <a:r>
              <a:rPr lang="ja-JP" altLang="en-US" sz="1600" dirty="0" smtClean="0">
                <a:latin typeface="+mj-ea"/>
              </a:rPr>
              <a:t>確認</a:t>
            </a:r>
            <a:r>
              <a:rPr lang="en-US" altLang="ja-JP" sz="1600" dirty="0" smtClean="0">
                <a:latin typeface="+mj-ea"/>
              </a:rPr>
              <a:t>/</a:t>
            </a:r>
            <a:r>
              <a:rPr lang="ja-JP" altLang="en-US" sz="1600" dirty="0" smtClean="0">
                <a:latin typeface="+mj-ea"/>
              </a:rPr>
              <a:t>キャンセル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>
                <a:latin typeface="+mj-ea"/>
              </a:rPr>
              <a:t>①</a:t>
            </a:r>
            <a:r>
              <a:rPr lang="en-US" altLang="ja-JP" sz="1600" dirty="0">
                <a:latin typeface="+mj-ea"/>
              </a:rPr>
              <a:t>)</a:t>
            </a:r>
            <a:r>
              <a:rPr lang="ja-JP" altLang="en-US" sz="1600" dirty="0">
                <a:latin typeface="+mj-ea"/>
              </a:rPr>
              <a:t>をタップする</a:t>
            </a:r>
            <a:r>
              <a:rPr lang="ja-JP" altLang="en-US" sz="1050" dirty="0" smtClean="0">
                <a:latin typeface="+mj-ea"/>
              </a:rPr>
              <a:t>。</a:t>
            </a:r>
            <a:endParaRPr lang="en-US" altLang="ja-JP" sz="1050" dirty="0">
              <a:latin typeface="+mj-ea"/>
            </a:endParaRP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718820" y="3371850"/>
            <a:ext cx="1433830" cy="36830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112010" y="3181775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279934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31" y="609972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5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予約内容の確認手順 </a:t>
            </a:r>
            <a:r>
              <a:rPr lang="en-US" altLang="ja-JP" dirty="0">
                <a:latin typeface="+mj-ea"/>
              </a:rPr>
              <a:t>2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4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AutoNum type="arabicPeriod"/>
            </a:pPr>
            <a:r>
              <a:rPr lang="ja-JP" altLang="en-US" sz="1600" dirty="0" smtClean="0">
                <a:latin typeface="+mj-ea"/>
              </a:rPr>
              <a:t>現在の予約内容を確認する。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 smtClean="0">
                <a:latin typeface="+mj-ea"/>
              </a:rPr>
              <a:t>①</a:t>
            </a:r>
            <a:r>
              <a:rPr lang="en-US" altLang="ja-JP" sz="1600" dirty="0" smtClean="0">
                <a:latin typeface="+mj-ea"/>
              </a:rPr>
              <a:t>)</a:t>
            </a:r>
            <a:endParaRPr lang="en-US" altLang="ja-JP" sz="1600" dirty="0">
              <a:latin typeface="+mj-ea"/>
            </a:endParaRP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35266" y="1260684"/>
            <a:ext cx="1613845" cy="108246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06420" y="1068957"/>
            <a:ext cx="432004" cy="333168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400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242348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31" y="609972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kumimoji="1" lang="en-US" altLang="ja-JP" dirty="0" smtClean="0">
                <a:latin typeface="+mj-ea"/>
              </a:rPr>
              <a:t>6.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予約</a:t>
            </a:r>
            <a:r>
              <a:rPr lang="ja-JP" altLang="en-US" dirty="0">
                <a:latin typeface="+mj-ea"/>
              </a:rPr>
              <a:t>キャンセル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>
                <a:latin typeface="+mj-ea"/>
              </a:rPr>
              <a:t>1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4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en-US" altLang="ja-JP" sz="1600" dirty="0" smtClean="0">
                <a:solidFill>
                  <a:srgbClr val="0000FF"/>
                </a:solidFill>
                <a:latin typeface="+mj-ea"/>
              </a:rPr>
              <a:t>5. </a:t>
            </a:r>
            <a:r>
              <a:rPr lang="ja-JP" altLang="en-US" sz="1600" dirty="0" smtClean="0">
                <a:solidFill>
                  <a:srgbClr val="0000FF"/>
                </a:solidFill>
                <a:latin typeface="+mj-ea"/>
              </a:rPr>
              <a:t>予約内容の確認手順</a:t>
            </a:r>
            <a:r>
              <a:rPr lang="ja-JP" altLang="en-US" sz="1600" dirty="0" smtClean="0">
                <a:latin typeface="+mj-ea"/>
              </a:rPr>
              <a:t>を実施する。</a:t>
            </a:r>
          </a:p>
          <a:p>
            <a:pPr marL="283845" indent="-257175">
              <a:buClrTx/>
              <a:buAutoNum type="arabicPeriod"/>
            </a:pPr>
            <a:r>
              <a:rPr lang="ja-JP" altLang="en-US" sz="1600" dirty="0" smtClean="0">
                <a:latin typeface="+mj-ea"/>
              </a:rPr>
              <a:t>予約</a:t>
            </a:r>
            <a:r>
              <a:rPr lang="ja-JP" altLang="en-US" sz="1600" dirty="0">
                <a:latin typeface="+mj-ea"/>
              </a:rPr>
              <a:t>キャンセル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 smtClean="0">
                <a:latin typeface="+mj-ea"/>
              </a:rPr>
              <a:t>①</a:t>
            </a:r>
            <a:r>
              <a:rPr lang="en-US" altLang="ja-JP" sz="1600" dirty="0" smtClean="0">
                <a:latin typeface="+mj-ea"/>
              </a:rPr>
              <a:t>)</a:t>
            </a:r>
            <a:r>
              <a:rPr lang="ja-JP" altLang="en-US" sz="1600" dirty="0" smtClean="0">
                <a:latin typeface="+mj-ea"/>
              </a:rPr>
              <a:t>をタップする</a:t>
            </a:r>
            <a:r>
              <a:rPr lang="ja-JP" altLang="en-US" sz="1100" dirty="0" smtClean="0">
                <a:latin typeface="+mj-ea"/>
              </a:rPr>
              <a:t>。</a:t>
            </a:r>
            <a:endParaRPr lang="en-US" altLang="ja-JP" sz="1100" dirty="0">
              <a:latin typeface="+mj-ea"/>
            </a:endParaRPr>
          </a:p>
        </p:txBody>
      </p:sp>
      <p:sp>
        <p:nvSpPr>
          <p:cNvPr id="10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59493" y="1486515"/>
            <a:ext cx="1573904" cy="217481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2219646" y="1259887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82626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50" y="607086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kumimoji="1" lang="en-US" altLang="ja-JP" dirty="0" smtClean="0">
                <a:latin typeface="+mj-ea"/>
              </a:rPr>
              <a:t>6.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予約</a:t>
            </a:r>
            <a:r>
              <a:rPr lang="ja-JP" altLang="en-US" dirty="0">
                <a:latin typeface="+mj-ea"/>
              </a:rPr>
              <a:t>キャンセル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2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4509655" y="532547"/>
            <a:ext cx="4494074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4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ja-JP" altLang="en-US" sz="1600" dirty="0" smtClean="0">
                <a:latin typeface="+mj-ea"/>
              </a:rPr>
              <a:t>はい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>
                <a:latin typeface="+mj-ea"/>
              </a:rPr>
              <a:t>①</a:t>
            </a:r>
            <a:r>
              <a:rPr lang="en-US" altLang="ja-JP" sz="1600" dirty="0" smtClean="0">
                <a:latin typeface="+mj-ea"/>
              </a:rPr>
              <a:t>)</a:t>
            </a:r>
            <a:r>
              <a:rPr lang="ja-JP" altLang="en-US" sz="1600" dirty="0" smtClean="0">
                <a:latin typeface="+mj-ea"/>
              </a:rPr>
              <a:t>をタップする。</a:t>
            </a:r>
            <a:endParaRPr lang="en-US" altLang="ja-JP" sz="1600" dirty="0" smtClean="0">
              <a:latin typeface="+mj-ea"/>
            </a:endParaRPr>
          </a:p>
        </p:txBody>
      </p:sp>
      <p:sp>
        <p:nvSpPr>
          <p:cNvPr id="12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1393204" y="1528222"/>
            <a:ext cx="303205" cy="27186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8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627507" y="1736487"/>
            <a:ext cx="826643" cy="248811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93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31" y="607086"/>
            <a:ext cx="1803600" cy="3870036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9D2EA1CA-A1CA-2A4E-A954-D36AF5AC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00" y="128698"/>
            <a:ext cx="7862400" cy="28954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altLang="ja-JP" dirty="0">
                <a:latin typeface="+mj-ea"/>
              </a:rPr>
              <a:t>6</a:t>
            </a:r>
            <a:r>
              <a:rPr kumimoji="1" lang="en-US" altLang="ja-JP" dirty="0" smtClean="0">
                <a:latin typeface="+mj-ea"/>
              </a:rPr>
              <a:t>.</a:t>
            </a:r>
            <a:r>
              <a:rPr lang="en-US" altLang="ja-JP" dirty="0">
                <a:latin typeface="+mj-ea"/>
              </a:rPr>
              <a:t> </a:t>
            </a:r>
            <a:r>
              <a:rPr lang="ja-JP" altLang="en-US" dirty="0" smtClean="0">
                <a:latin typeface="+mj-ea"/>
              </a:rPr>
              <a:t>予約</a:t>
            </a:r>
            <a:r>
              <a:rPr lang="ja-JP" altLang="en-US" dirty="0">
                <a:latin typeface="+mj-ea"/>
              </a:rPr>
              <a:t>キャンセル</a:t>
            </a:r>
            <a:r>
              <a:rPr lang="ja-JP" altLang="en-US" dirty="0" smtClean="0">
                <a:latin typeface="+mj-ea"/>
              </a:rPr>
              <a:t>手順 </a:t>
            </a:r>
            <a:r>
              <a:rPr lang="en-US" altLang="ja-JP" dirty="0" smtClean="0">
                <a:latin typeface="+mj-ea"/>
              </a:rPr>
              <a:t>3</a:t>
            </a:r>
            <a:endParaRPr lang="en-US" altLang="ja-JP" dirty="0">
              <a:latin typeface="+mj-ea"/>
              <a:cs typeface="Calibri"/>
            </a:endParaRPr>
          </a:p>
        </p:txBody>
      </p:sp>
      <p:sp>
        <p:nvSpPr>
          <p:cNvPr id="7" name="コンテンツ プレースホルダー 1">
            <a:extLst>
              <a:ext uri="{FF2B5EF4-FFF2-40B4-BE49-F238E27FC236}">
                <a16:creationId xmlns:a16="http://schemas.microsoft.com/office/drawing/2014/main" id="{F4480A6D-41AB-401B-B288-B1EE8EAB8B78}"/>
              </a:ext>
            </a:extLst>
          </p:cNvPr>
          <p:cNvSpPr>
            <a:spLocks noGrp="1"/>
          </p:cNvSpPr>
          <p:nvPr/>
        </p:nvSpPr>
        <p:spPr>
          <a:xfrm>
            <a:off x="2825949" y="513497"/>
            <a:ext cx="4590182" cy="418466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288000" indent="-360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Wingdings" pitchFamily="2" charset="2"/>
              <a:buChar char="p"/>
              <a:defRPr kumimoji="1" sz="20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1pPr>
            <a:lvl2pPr marL="648000" indent="-252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8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2pPr>
            <a:lvl3pPr marL="90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kumimoji="1" sz="1600" b="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3pPr>
            <a:lvl4pPr marL="108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-"/>
              <a:defRPr kumimoji="1" sz="16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4pPr>
            <a:lvl5pPr marL="1440000" indent="-216000" algn="l" defTabSz="1125472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738"/>
              </a:spcAft>
              <a:buClr>
                <a:schemeClr val="accent1"/>
              </a:buClr>
              <a:buFont typeface="システムフォント"/>
              <a:buChar char="‣"/>
              <a:defRPr kumimoji="1" sz="1200" kern="1200">
                <a:solidFill>
                  <a:schemeClr val="tx2"/>
                </a:solidFill>
                <a:latin typeface="+mn-ea"/>
                <a:ea typeface="+mn-ea"/>
                <a:cs typeface="+mn-cs"/>
              </a:defRPr>
            </a:lvl5pPr>
            <a:lvl6pPr marL="3095047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519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254" indent="-281368" algn="l" defTabSz="112547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" indent="0">
              <a:buNone/>
            </a:pPr>
            <a:endParaRPr lang="en-US" altLang="ja-JP" sz="200" dirty="0">
              <a:latin typeface="+mj-ea"/>
              <a:ea typeface="+mj-ea"/>
              <a:cs typeface="+mn-ea"/>
            </a:endParaRPr>
          </a:p>
          <a:p>
            <a:pPr marL="240983" indent="-214313"/>
            <a:r>
              <a:rPr lang="ja-JP" altLang="en-US" sz="1800" dirty="0" smtClean="0">
                <a:latin typeface="+mj-ea"/>
                <a:ea typeface="+mj-ea"/>
                <a:cs typeface="+mn-ea"/>
              </a:rPr>
              <a:t>操作</a:t>
            </a:r>
            <a:endParaRPr lang="en-US" altLang="ja-JP" sz="1800" dirty="0">
              <a:latin typeface="+mj-ea"/>
              <a:ea typeface="+mj-ea"/>
              <a:cs typeface="+mn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ja-JP" altLang="en-US" sz="1600" dirty="0">
                <a:latin typeface="+mj-ea"/>
              </a:rPr>
              <a:t>閉</a:t>
            </a:r>
            <a:r>
              <a:rPr lang="ja-JP" altLang="en-US" sz="1600" dirty="0" smtClean="0">
                <a:latin typeface="+mj-ea"/>
              </a:rPr>
              <a:t>じる</a:t>
            </a:r>
            <a:r>
              <a:rPr lang="en-US" altLang="ja-JP" sz="1600" dirty="0" smtClean="0">
                <a:latin typeface="+mj-ea"/>
              </a:rPr>
              <a:t>(</a:t>
            </a:r>
            <a:r>
              <a:rPr lang="ja-JP" altLang="en-US" sz="1600" dirty="0">
                <a:latin typeface="+mj-ea"/>
              </a:rPr>
              <a:t>①</a:t>
            </a:r>
            <a:r>
              <a:rPr lang="en-US" altLang="ja-JP" sz="1600" dirty="0" smtClean="0">
                <a:latin typeface="+mj-ea"/>
              </a:rPr>
              <a:t>)</a:t>
            </a:r>
            <a:r>
              <a:rPr lang="ja-JP" altLang="en-US" sz="1600" dirty="0" smtClean="0">
                <a:latin typeface="+mj-ea"/>
              </a:rPr>
              <a:t>をタップする。</a:t>
            </a:r>
            <a:endParaRPr lang="en-US" altLang="ja-JP" sz="1600" dirty="0" smtClean="0">
              <a:latin typeface="+mj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r>
              <a:rPr lang="ja-JP" altLang="en-US" sz="1600" dirty="0">
                <a:latin typeface="+mj-ea"/>
              </a:rPr>
              <a:t>登録したメールアドレス宛に、</a:t>
            </a:r>
            <a:r>
              <a:rPr lang="ja-JP" altLang="en-US" sz="1600" dirty="0" smtClean="0">
                <a:latin typeface="+mj-ea"/>
              </a:rPr>
              <a:t>予約キャンセル完了</a:t>
            </a:r>
            <a:r>
              <a:rPr lang="ja-JP" altLang="en-US" sz="1600" dirty="0">
                <a:latin typeface="+mj-ea"/>
              </a:rPr>
              <a:t>の</a:t>
            </a:r>
            <a:r>
              <a:rPr lang="en-US" altLang="ja-JP" sz="1600" dirty="0">
                <a:latin typeface="+mj-ea"/>
              </a:rPr>
              <a:t>E-mail(※)</a:t>
            </a:r>
            <a:r>
              <a:rPr lang="ja-JP" altLang="en-US" sz="1600" dirty="0">
                <a:latin typeface="+mj-ea"/>
              </a:rPr>
              <a:t>が送信されることを確認する</a:t>
            </a:r>
            <a:r>
              <a:rPr lang="ja-JP" altLang="en-US" sz="1200" dirty="0">
                <a:latin typeface="+mj-ea"/>
              </a:rPr>
              <a:t>。</a:t>
            </a:r>
            <a:endParaRPr lang="en-US" altLang="ja-JP" sz="1200" dirty="0">
              <a:latin typeface="+mj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endParaRPr lang="en-US" altLang="ja-JP" sz="750" dirty="0" smtClean="0">
              <a:latin typeface="+mj-ea"/>
            </a:endParaRPr>
          </a:p>
          <a:p>
            <a:pPr marL="283845" indent="-257175">
              <a:buClrTx/>
              <a:buFont typeface="Wingdings" pitchFamily="2" charset="2"/>
              <a:buAutoNum type="arabicPeriod"/>
            </a:pPr>
            <a:endParaRPr lang="en-US" altLang="ja-JP" sz="750" dirty="0">
              <a:latin typeface="+mj-ea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C2706924-C538-455E-A143-320AD1CD96A1}"/>
              </a:ext>
            </a:extLst>
          </p:cNvPr>
          <p:cNvSpPr/>
          <p:nvPr/>
        </p:nvSpPr>
        <p:spPr>
          <a:xfrm>
            <a:off x="1022349" y="1804670"/>
            <a:ext cx="830659" cy="22733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200">
              <a:solidFill>
                <a:schemeClr val="tx2"/>
              </a:solidFill>
            </a:endParaRP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1EBFD8F2-AB40-4279-9629-CDCA028B8FD2}"/>
              </a:ext>
            </a:extLst>
          </p:cNvPr>
          <p:cNvSpPr txBox="1"/>
          <p:nvPr/>
        </p:nvSpPr>
        <p:spPr>
          <a:xfrm flipH="1">
            <a:off x="1831339" y="1629627"/>
            <a:ext cx="303205" cy="26019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ja-JP" altLang="en-US" sz="1013" dirty="0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725" y="2646161"/>
            <a:ext cx="4492406" cy="2052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2" name="テキスト ボックス 11"/>
          <p:cNvSpPr txBox="1"/>
          <p:nvPr/>
        </p:nvSpPr>
        <p:spPr>
          <a:xfrm>
            <a:off x="2825949" y="2298532"/>
            <a:ext cx="2520242" cy="280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base">
              <a:lnSpc>
                <a:spcPct val="130000"/>
              </a:lnSpc>
            </a:pPr>
            <a:r>
              <a:rPr lang="en-US" altLang="ja-JP" sz="1000" dirty="0" smtClean="0">
                <a:solidFill>
                  <a:schemeClr val="tx2"/>
                </a:solidFill>
                <a:latin typeface="+mn-ea"/>
              </a:rPr>
              <a:t>(※)</a:t>
            </a:r>
            <a:r>
              <a:rPr lang="ja-JP" altLang="en-US" sz="1000" dirty="0" smtClean="0">
                <a:solidFill>
                  <a:schemeClr val="tx2"/>
                </a:solidFill>
                <a:latin typeface="+mn-ea"/>
              </a:rPr>
              <a:t>予約</a:t>
            </a:r>
            <a:r>
              <a:rPr lang="ja-JP" altLang="en-US" sz="1000" dirty="0">
                <a:solidFill>
                  <a:schemeClr val="tx2"/>
                </a:solidFill>
                <a:latin typeface="+mn-ea"/>
              </a:rPr>
              <a:t>キャンセル</a:t>
            </a:r>
            <a:r>
              <a:rPr lang="ja-JP" altLang="en-US" sz="1000" dirty="0" smtClean="0">
                <a:solidFill>
                  <a:schemeClr val="tx2"/>
                </a:solidFill>
                <a:latin typeface="+mn-ea"/>
              </a:rPr>
              <a:t>完了メール イメージ</a:t>
            </a:r>
            <a:endParaRPr kumimoji="1" lang="ja-JP" altLang="en-US" sz="1000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876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sakamoto_kazu\Desktop\ppt更新\missio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162" y="2052358"/>
            <a:ext cx="7429676" cy="95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63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_Internal_plain_1121a">
  <a:themeElements>
    <a:clrScheme name="OPTiM Corp">
      <a:dk1>
        <a:srgbClr val="000000"/>
      </a:dk1>
      <a:lt1>
        <a:srgbClr val="FFFFFF"/>
      </a:lt1>
      <a:dk2>
        <a:srgbClr val="3C464D"/>
      </a:dk2>
      <a:lt2>
        <a:srgbClr val="DCDCDC"/>
      </a:lt2>
      <a:accent1>
        <a:srgbClr val="014187"/>
      </a:accent1>
      <a:accent2>
        <a:srgbClr val="037DE4"/>
      </a:accent2>
      <a:accent3>
        <a:srgbClr val="2CB5A9"/>
      </a:accent3>
      <a:accent4>
        <a:srgbClr val="FFA94D"/>
      </a:accent4>
      <a:accent5>
        <a:srgbClr val="FC636B"/>
      </a:accent5>
      <a:accent6>
        <a:srgbClr val="EFDB50"/>
      </a:accent6>
      <a:hlink>
        <a:srgbClr val="007EE5"/>
      </a:hlink>
      <a:folHlink>
        <a:srgbClr val="00559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 sz="1600">
            <a:solidFill>
              <a:schemeClr val="tx2"/>
            </a:solidFill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ln w="317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 fontAlgn="base">
          <a:lnSpc>
            <a:spcPct val="130000"/>
          </a:lnSpc>
          <a:defRPr sz="1600" dirty="0" err="1">
            <a:solidFill>
              <a:schemeClr val="tx2"/>
            </a:solidFill>
            <a:latin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AD643EEBFDC9343986DCF5F41CC1CBE" ma:contentTypeVersion="8" ma:contentTypeDescription="新しいドキュメントを作成します。" ma:contentTypeScope="" ma:versionID="a77fd555586a2f024dc2bc0d4b7690cd">
  <xsd:schema xmlns:xsd="http://www.w3.org/2001/XMLSchema" xmlns:xs="http://www.w3.org/2001/XMLSchema" xmlns:p="http://schemas.microsoft.com/office/2006/metadata/properties" xmlns:ns2="b164b1f7-dafc-4709-8d95-9e5f77faaee7" targetNamespace="http://schemas.microsoft.com/office/2006/metadata/properties" ma:root="true" ma:fieldsID="fe11d0c9f763c5789e572bc419c5d9b4" ns2:_="">
    <xsd:import namespace="b164b1f7-dafc-4709-8d95-9e5f77faae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64b1f7-dafc-4709-8d95-9e5f77faae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70A2BD-AB5D-436A-BCB1-45D79AB731C4}">
  <ds:schemaRefs>
    <ds:schemaRef ds:uri="b164b1f7-dafc-4709-8d95-9e5f77faae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524C462-0912-44CD-A952-F5E74544D715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b164b1f7-dafc-4709-8d95-9e5f77faaee7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54E6C19-9E9F-4FCF-AE44-03E9C168CF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PPT_Internal_plain_1121a</Template>
  <TotalTime>2842</TotalTime>
  <Words>1318</Words>
  <Application>Microsoft Office PowerPoint</Application>
  <PresentationFormat>画面に合わせる (16:9)</PresentationFormat>
  <Paragraphs>226</Paragraphs>
  <Slides>23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ＭＳ Ｐゴシック</vt:lpstr>
      <vt:lpstr>メイリオ</vt:lpstr>
      <vt:lpstr>Arial</vt:lpstr>
      <vt:lpstr>Calibri</vt:lpstr>
      <vt:lpstr>Verdana</vt:lpstr>
      <vt:lpstr>Wingdings</vt:lpstr>
      <vt:lpstr>PPT_Internal_plain_1121a</vt:lpstr>
      <vt:lpstr>メディカル革命操作マニュアル</vt:lpstr>
      <vt:lpstr>目次</vt:lpstr>
      <vt:lpstr>1. はじめに</vt:lpstr>
      <vt:lpstr>2. ユーザ登録手順 1</vt:lpstr>
      <vt:lpstr>2. ユーザ登録手順 2</vt:lpstr>
      <vt:lpstr>2. ユーザ登録手順 3</vt:lpstr>
      <vt:lpstr>2. ユーザ登録手順 4</vt:lpstr>
      <vt:lpstr>3. ログイン手順 1</vt:lpstr>
      <vt:lpstr>3. ログイン手順 2</vt:lpstr>
      <vt:lpstr>3. ログイン手順 3</vt:lpstr>
      <vt:lpstr>4. 検査予約手順 1</vt:lpstr>
      <vt:lpstr>4. 検査予約手順 2</vt:lpstr>
      <vt:lpstr>4. 検査予約手順 3</vt:lpstr>
      <vt:lpstr>4. 検査予約手順 4</vt:lpstr>
      <vt:lpstr>4. 検査予約手順 5</vt:lpstr>
      <vt:lpstr>4. 検査予約手順 6</vt:lpstr>
      <vt:lpstr>4. 検査予約手順 7</vt:lpstr>
      <vt:lpstr>5. 予約内容の確認手順 1</vt:lpstr>
      <vt:lpstr>5. 予約内容の確認手順 2</vt:lpstr>
      <vt:lpstr>6. 予約キャンセル手順 1</vt:lpstr>
      <vt:lpstr>6. 予約キャンセル手順 2</vt:lpstr>
      <vt:lpstr>6. 予約キャンセル手順 3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taniguchi</dc:creator>
  <cp:lastModifiedBy>東原</cp:lastModifiedBy>
  <cp:revision>326</cp:revision>
  <cp:lastPrinted>2021-06-04T10:37:14Z</cp:lastPrinted>
  <dcterms:created xsi:type="dcterms:W3CDTF">2014-04-16T16:16:55Z</dcterms:created>
  <dcterms:modified xsi:type="dcterms:W3CDTF">2021-06-14T10:32:21Z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0x010100AAD643EEBFDC9343986DCF5F41CC1CBE</vt:lpwstr>
  </property>
</Properties>
</file>