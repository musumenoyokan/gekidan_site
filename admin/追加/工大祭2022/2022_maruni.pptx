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7"/>
  </p:notesMasterIdLst>
  <p:sldIdLst>
    <p:sldId id="256" r:id="rId5"/>
    <p:sldId id="379" r:id="rId6"/>
    <p:sldId id="316" r:id="rId7"/>
    <p:sldId id="380" r:id="rId8"/>
    <p:sldId id="552" r:id="rId9"/>
    <p:sldId id="550" r:id="rId10"/>
    <p:sldId id="553" r:id="rId11"/>
    <p:sldId id="554" r:id="rId12"/>
    <p:sldId id="555" r:id="rId13"/>
    <p:sldId id="556" r:id="rId14"/>
    <p:sldId id="597" r:id="rId15"/>
    <p:sldId id="598" r:id="rId16"/>
    <p:sldId id="599" r:id="rId17"/>
    <p:sldId id="600" r:id="rId18"/>
    <p:sldId id="545" r:id="rId19"/>
    <p:sldId id="549" r:id="rId20"/>
    <p:sldId id="601" r:id="rId21"/>
    <p:sldId id="620" r:id="rId22"/>
    <p:sldId id="621" r:id="rId23"/>
    <p:sldId id="622" r:id="rId24"/>
    <p:sldId id="623" r:id="rId25"/>
    <p:sldId id="624" r:id="rId26"/>
    <p:sldId id="625" r:id="rId27"/>
    <p:sldId id="465" r:id="rId28"/>
    <p:sldId id="558" r:id="rId29"/>
    <p:sldId id="557" r:id="rId30"/>
    <p:sldId id="619" r:id="rId31"/>
    <p:sldId id="559" r:id="rId32"/>
    <p:sldId id="564" r:id="rId33"/>
    <p:sldId id="613" r:id="rId34"/>
    <p:sldId id="565" r:id="rId35"/>
    <p:sldId id="566" r:id="rId36"/>
    <p:sldId id="567" r:id="rId37"/>
    <p:sldId id="568" r:id="rId38"/>
    <p:sldId id="569" r:id="rId39"/>
    <p:sldId id="570" r:id="rId40"/>
    <p:sldId id="617" r:id="rId41"/>
    <p:sldId id="560" r:id="rId42"/>
    <p:sldId id="572" r:id="rId43"/>
    <p:sldId id="573" r:id="rId44"/>
    <p:sldId id="574" r:id="rId45"/>
    <p:sldId id="561" r:id="rId46"/>
    <p:sldId id="575" r:id="rId47"/>
    <p:sldId id="576" r:id="rId48"/>
    <p:sldId id="614" r:id="rId49"/>
    <p:sldId id="577" r:id="rId50"/>
    <p:sldId id="578" r:id="rId51"/>
    <p:sldId id="579" r:id="rId52"/>
    <p:sldId id="580" r:id="rId53"/>
    <p:sldId id="581" r:id="rId54"/>
    <p:sldId id="582" r:id="rId55"/>
    <p:sldId id="583" r:id="rId56"/>
    <p:sldId id="584" r:id="rId57"/>
    <p:sldId id="585" r:id="rId58"/>
    <p:sldId id="586" r:id="rId59"/>
    <p:sldId id="587" r:id="rId60"/>
    <p:sldId id="588" r:id="rId61"/>
    <p:sldId id="589" r:id="rId62"/>
    <p:sldId id="590" r:id="rId63"/>
    <p:sldId id="591" r:id="rId64"/>
    <p:sldId id="592" r:id="rId65"/>
    <p:sldId id="593" r:id="rId66"/>
    <p:sldId id="562" r:id="rId67"/>
    <p:sldId id="615" r:id="rId68"/>
    <p:sldId id="594" r:id="rId69"/>
    <p:sldId id="595" r:id="rId70"/>
    <p:sldId id="603" r:id="rId71"/>
    <p:sldId id="596" r:id="rId72"/>
    <p:sldId id="604" r:id="rId73"/>
    <p:sldId id="616" r:id="rId74"/>
    <p:sldId id="563" r:id="rId75"/>
    <p:sldId id="466" r:id="rId76"/>
    <p:sldId id="605" r:id="rId77"/>
    <p:sldId id="606" r:id="rId78"/>
    <p:sldId id="612" r:id="rId79"/>
    <p:sldId id="607" r:id="rId80"/>
    <p:sldId id="608" r:id="rId81"/>
    <p:sldId id="618" r:id="rId82"/>
    <p:sldId id="609" r:id="rId83"/>
    <p:sldId id="610" r:id="rId84"/>
    <p:sldId id="611" r:id="rId85"/>
    <p:sldId id="389" r:id="rId8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20200007872" initials="T" lastIdx="1" clrIdx="0">
    <p:extLst>
      <p:ext uri="{19B8F6BF-5375-455C-9EA6-DF929625EA0E}">
        <p15:presenceInfo xmlns:p15="http://schemas.microsoft.com/office/powerpoint/2012/main" userId="S::t20200007872@o365.tokyotech.jp::2642deb6-3ee5-4c17-ac40-2b0abcd54f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5A13"/>
    <a:srgbClr val="F5AD54"/>
    <a:srgbClr val="9CC3E8"/>
    <a:srgbClr val="2F5598"/>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C90DD1-E1F6-494B-AB42-2E474AC32CEC}" v="34" dt="2022-09-21T12:30:01.75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83" autoAdjust="0"/>
    <p:restoredTop sz="94444" autoAdjust="0"/>
  </p:normalViewPr>
  <p:slideViewPr>
    <p:cSldViewPr snapToGrid="0">
      <p:cViewPr varScale="1">
        <p:scale>
          <a:sx n="120" d="100"/>
          <a:sy n="120" d="100"/>
        </p:scale>
        <p:origin x="456" y="176"/>
      </p:cViewPr>
      <p:guideLst/>
    </p:cSldViewPr>
  </p:slideViewPr>
  <p:outlineViewPr>
    <p:cViewPr>
      <p:scale>
        <a:sx n="33" d="100"/>
        <a:sy n="33" d="100"/>
      </p:scale>
      <p:origin x="0" y="-9778"/>
    </p:cViewPr>
  </p:outlineViewPr>
  <p:notesTextViewPr>
    <p:cViewPr>
      <p:scale>
        <a:sx n="1" d="1"/>
        <a:sy n="1" d="1"/>
      </p:scale>
      <p:origin x="0" y="0"/>
    </p:cViewPr>
  </p:notesTextViewPr>
  <p:sorterViewPr>
    <p:cViewPr>
      <p:scale>
        <a:sx n="100" d="100"/>
        <a:sy n="100" d="100"/>
      </p:scale>
      <p:origin x="0" y="-598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沢明子" userId="ab3d093b-16fb-4a7e-9919-6303f8bb516a" providerId="ADAL" clId="{17C90DD1-E1F6-494B-AB42-2E474AC32CEC}"/>
    <pc:docChg chg="undo redo custSel addSld delSld modSld">
      <pc:chgData name="吉沢明子" userId="ab3d093b-16fb-4a7e-9919-6303f8bb516a" providerId="ADAL" clId="{17C90DD1-E1F6-494B-AB42-2E474AC32CEC}" dt="2022-09-21T12:34:54.331" v="11962" actId="27636"/>
      <pc:docMkLst>
        <pc:docMk/>
      </pc:docMkLst>
      <pc:sldChg chg="del">
        <pc:chgData name="吉沢明子" userId="ab3d093b-16fb-4a7e-9919-6303f8bb516a" providerId="ADAL" clId="{17C90DD1-E1F6-494B-AB42-2E474AC32CEC}" dt="2022-09-18T13:23:33.229" v="10071" actId="47"/>
        <pc:sldMkLst>
          <pc:docMk/>
          <pc:sldMk cId="2643588785" sldId="388"/>
        </pc:sldMkLst>
      </pc:sldChg>
      <pc:sldChg chg="modSp add del mod">
        <pc:chgData name="吉沢明子" userId="ab3d093b-16fb-4a7e-9919-6303f8bb516a" providerId="ADAL" clId="{17C90DD1-E1F6-494B-AB42-2E474AC32CEC}" dt="2022-09-21T09:23:46.095" v="10113" actId="20577"/>
        <pc:sldMkLst>
          <pc:docMk/>
          <pc:sldMk cId="575269301" sldId="389"/>
        </pc:sldMkLst>
        <pc:spChg chg="mod">
          <ac:chgData name="吉沢明子" userId="ab3d093b-16fb-4a7e-9919-6303f8bb516a" providerId="ADAL" clId="{17C90DD1-E1F6-494B-AB42-2E474AC32CEC}" dt="2022-09-21T09:23:38.049" v="10103" actId="20577"/>
          <ac:spMkLst>
            <pc:docMk/>
            <pc:sldMk cId="575269301" sldId="389"/>
            <ac:spMk id="3" creationId="{F05C50D6-5CBB-4010-8781-F262C941F009}"/>
          </ac:spMkLst>
        </pc:spChg>
        <pc:spChg chg="mod">
          <ac:chgData name="吉沢明子" userId="ab3d093b-16fb-4a7e-9919-6303f8bb516a" providerId="ADAL" clId="{17C90DD1-E1F6-494B-AB42-2E474AC32CEC}" dt="2022-09-21T09:23:46.095" v="10113" actId="20577"/>
          <ac:spMkLst>
            <pc:docMk/>
            <pc:sldMk cId="575269301" sldId="389"/>
            <ac:spMk id="8" creationId="{64D32364-7E6E-45D5-9E7D-A352E5B41662}"/>
          </ac:spMkLst>
        </pc:spChg>
      </pc:sldChg>
      <pc:sldChg chg="del">
        <pc:chgData name="吉沢明子" userId="ab3d093b-16fb-4a7e-9919-6303f8bb516a" providerId="ADAL" clId="{17C90DD1-E1F6-494B-AB42-2E474AC32CEC}" dt="2022-09-18T13:23:25.672" v="10068" actId="47"/>
        <pc:sldMkLst>
          <pc:docMk/>
          <pc:sldMk cId="2067413838" sldId="424"/>
        </pc:sldMkLst>
      </pc:sldChg>
      <pc:sldChg chg="modSp mod">
        <pc:chgData name="吉沢明子" userId="ab3d093b-16fb-4a7e-9919-6303f8bb516a" providerId="ADAL" clId="{17C90DD1-E1F6-494B-AB42-2E474AC32CEC}" dt="2022-09-21T09:37:25.412" v="10550" actId="255"/>
        <pc:sldMkLst>
          <pc:docMk/>
          <pc:sldMk cId="928463068" sldId="466"/>
        </pc:sldMkLst>
        <pc:spChg chg="mod">
          <ac:chgData name="吉沢明子" userId="ab3d093b-16fb-4a7e-9919-6303f8bb516a" providerId="ADAL" clId="{17C90DD1-E1F6-494B-AB42-2E474AC32CEC}" dt="2022-09-18T12:50:12.158" v="9562" actId="20577"/>
          <ac:spMkLst>
            <pc:docMk/>
            <pc:sldMk cId="928463068" sldId="466"/>
            <ac:spMk id="2" creationId="{A0E93004-9CAB-4494-9880-CE07EE5BFF80}"/>
          </ac:spMkLst>
        </pc:spChg>
        <pc:spChg chg="mod">
          <ac:chgData name="吉沢明子" userId="ab3d093b-16fb-4a7e-9919-6303f8bb516a" providerId="ADAL" clId="{17C90DD1-E1F6-494B-AB42-2E474AC32CEC}" dt="2022-09-18T12:49:47.391" v="9531"/>
          <ac:spMkLst>
            <pc:docMk/>
            <pc:sldMk cId="928463068" sldId="466"/>
            <ac:spMk id="7" creationId="{B79B0D5C-ECA7-4B54-8B74-9A64C87DE473}"/>
          </ac:spMkLst>
        </pc:spChg>
        <pc:spChg chg="mod">
          <ac:chgData name="吉沢明子" userId="ab3d093b-16fb-4a7e-9919-6303f8bb516a" providerId="ADAL" clId="{17C90DD1-E1F6-494B-AB42-2E474AC32CEC}" dt="2022-09-21T09:37:25.412" v="10550" actId="255"/>
          <ac:spMkLst>
            <pc:docMk/>
            <pc:sldMk cId="928463068" sldId="466"/>
            <ac:spMk id="10" creationId="{EDC2F6EC-33FC-7A45-B9F6-8DF0DA6B322A}"/>
          </ac:spMkLst>
        </pc:spChg>
      </pc:sldChg>
      <pc:sldChg chg="add del">
        <pc:chgData name="吉沢明子" userId="ab3d093b-16fb-4a7e-9919-6303f8bb516a" providerId="ADAL" clId="{17C90DD1-E1F6-494B-AB42-2E474AC32CEC}" dt="2022-09-21T09:23:09.698" v="10094" actId="47"/>
        <pc:sldMkLst>
          <pc:docMk/>
          <pc:sldMk cId="1328901928" sldId="467"/>
        </pc:sldMkLst>
      </pc:sldChg>
      <pc:sldChg chg="del">
        <pc:chgData name="吉沢明子" userId="ab3d093b-16fb-4a7e-9919-6303f8bb516a" providerId="ADAL" clId="{17C90DD1-E1F6-494B-AB42-2E474AC32CEC}" dt="2022-09-18T13:22:57.223" v="10015" actId="47"/>
        <pc:sldMkLst>
          <pc:docMk/>
          <pc:sldMk cId="1044741922" sldId="468"/>
        </pc:sldMkLst>
      </pc:sldChg>
      <pc:sldChg chg="del">
        <pc:chgData name="吉沢明子" userId="ab3d093b-16fb-4a7e-9919-6303f8bb516a" providerId="ADAL" clId="{17C90DD1-E1F6-494B-AB42-2E474AC32CEC}" dt="2022-09-18T13:22:58.896" v="10016" actId="47"/>
        <pc:sldMkLst>
          <pc:docMk/>
          <pc:sldMk cId="225026114" sldId="469"/>
        </pc:sldMkLst>
      </pc:sldChg>
      <pc:sldChg chg="del">
        <pc:chgData name="吉沢明子" userId="ab3d093b-16fb-4a7e-9919-6303f8bb516a" providerId="ADAL" clId="{17C90DD1-E1F6-494B-AB42-2E474AC32CEC}" dt="2022-09-18T13:22:59.748" v="10017" actId="47"/>
        <pc:sldMkLst>
          <pc:docMk/>
          <pc:sldMk cId="3862064230" sldId="470"/>
        </pc:sldMkLst>
      </pc:sldChg>
      <pc:sldChg chg="del">
        <pc:chgData name="吉沢明子" userId="ab3d093b-16fb-4a7e-9919-6303f8bb516a" providerId="ADAL" clId="{17C90DD1-E1F6-494B-AB42-2E474AC32CEC}" dt="2022-09-18T13:23:00.872" v="10019" actId="47"/>
        <pc:sldMkLst>
          <pc:docMk/>
          <pc:sldMk cId="690730597" sldId="471"/>
        </pc:sldMkLst>
      </pc:sldChg>
      <pc:sldChg chg="del">
        <pc:chgData name="吉沢明子" userId="ab3d093b-16fb-4a7e-9919-6303f8bb516a" providerId="ADAL" clId="{17C90DD1-E1F6-494B-AB42-2E474AC32CEC}" dt="2022-09-18T13:23:00.453" v="10018" actId="47"/>
        <pc:sldMkLst>
          <pc:docMk/>
          <pc:sldMk cId="3452769369" sldId="472"/>
        </pc:sldMkLst>
      </pc:sldChg>
      <pc:sldChg chg="del">
        <pc:chgData name="吉沢明子" userId="ab3d093b-16fb-4a7e-9919-6303f8bb516a" providerId="ADAL" clId="{17C90DD1-E1F6-494B-AB42-2E474AC32CEC}" dt="2022-09-18T13:23:01.227" v="10020" actId="47"/>
        <pc:sldMkLst>
          <pc:docMk/>
          <pc:sldMk cId="1856496026" sldId="474"/>
        </pc:sldMkLst>
      </pc:sldChg>
      <pc:sldChg chg="del">
        <pc:chgData name="吉沢明子" userId="ab3d093b-16fb-4a7e-9919-6303f8bb516a" providerId="ADAL" clId="{17C90DD1-E1F6-494B-AB42-2E474AC32CEC}" dt="2022-09-18T13:23:03.420" v="10027" actId="47"/>
        <pc:sldMkLst>
          <pc:docMk/>
          <pc:sldMk cId="3306619967" sldId="486"/>
        </pc:sldMkLst>
      </pc:sldChg>
      <pc:sldChg chg="del">
        <pc:chgData name="吉沢明子" userId="ab3d093b-16fb-4a7e-9919-6303f8bb516a" providerId="ADAL" clId="{17C90DD1-E1F6-494B-AB42-2E474AC32CEC}" dt="2022-09-18T13:23:17.362" v="10065" actId="47"/>
        <pc:sldMkLst>
          <pc:docMk/>
          <pc:sldMk cId="816190152" sldId="487"/>
        </pc:sldMkLst>
      </pc:sldChg>
      <pc:sldChg chg="del">
        <pc:chgData name="吉沢明子" userId="ab3d093b-16fb-4a7e-9919-6303f8bb516a" providerId="ADAL" clId="{17C90DD1-E1F6-494B-AB42-2E474AC32CEC}" dt="2022-09-18T13:23:17.909" v="10066" actId="47"/>
        <pc:sldMkLst>
          <pc:docMk/>
          <pc:sldMk cId="100509288" sldId="488"/>
        </pc:sldMkLst>
      </pc:sldChg>
      <pc:sldChg chg="del">
        <pc:chgData name="吉沢明子" userId="ab3d093b-16fb-4a7e-9919-6303f8bb516a" providerId="ADAL" clId="{17C90DD1-E1F6-494B-AB42-2E474AC32CEC}" dt="2022-09-18T13:23:18.507" v="10067" actId="47"/>
        <pc:sldMkLst>
          <pc:docMk/>
          <pc:sldMk cId="2892957704" sldId="489"/>
        </pc:sldMkLst>
      </pc:sldChg>
      <pc:sldChg chg="del">
        <pc:chgData name="吉沢明子" userId="ab3d093b-16fb-4a7e-9919-6303f8bb516a" providerId="ADAL" clId="{17C90DD1-E1F6-494B-AB42-2E474AC32CEC}" dt="2022-09-18T13:23:43.911" v="10079" actId="47"/>
        <pc:sldMkLst>
          <pc:docMk/>
          <pc:sldMk cId="2601087172" sldId="490"/>
        </pc:sldMkLst>
      </pc:sldChg>
      <pc:sldChg chg="del">
        <pc:chgData name="吉沢明子" userId="ab3d093b-16fb-4a7e-9919-6303f8bb516a" providerId="ADAL" clId="{17C90DD1-E1F6-494B-AB42-2E474AC32CEC}" dt="2022-09-18T13:23:42.620" v="10078" actId="47"/>
        <pc:sldMkLst>
          <pc:docMk/>
          <pc:sldMk cId="2620328622" sldId="491"/>
        </pc:sldMkLst>
      </pc:sldChg>
      <pc:sldChg chg="del">
        <pc:chgData name="吉沢明子" userId="ab3d093b-16fb-4a7e-9919-6303f8bb516a" providerId="ADAL" clId="{17C90DD1-E1F6-494B-AB42-2E474AC32CEC}" dt="2022-09-18T13:23:41.342" v="10077" actId="47"/>
        <pc:sldMkLst>
          <pc:docMk/>
          <pc:sldMk cId="849718770" sldId="492"/>
        </pc:sldMkLst>
      </pc:sldChg>
      <pc:sldChg chg="del">
        <pc:chgData name="吉沢明子" userId="ab3d093b-16fb-4a7e-9919-6303f8bb516a" providerId="ADAL" clId="{17C90DD1-E1F6-494B-AB42-2E474AC32CEC}" dt="2022-09-18T13:23:40.121" v="10076" actId="47"/>
        <pc:sldMkLst>
          <pc:docMk/>
          <pc:sldMk cId="2735833066" sldId="493"/>
        </pc:sldMkLst>
      </pc:sldChg>
      <pc:sldChg chg="del">
        <pc:chgData name="吉沢明子" userId="ab3d093b-16fb-4a7e-9919-6303f8bb516a" providerId="ADAL" clId="{17C90DD1-E1F6-494B-AB42-2E474AC32CEC}" dt="2022-09-18T13:23:38.860" v="10075" actId="47"/>
        <pc:sldMkLst>
          <pc:docMk/>
          <pc:sldMk cId="679691881" sldId="494"/>
        </pc:sldMkLst>
      </pc:sldChg>
      <pc:sldChg chg="del">
        <pc:chgData name="吉沢明子" userId="ab3d093b-16fb-4a7e-9919-6303f8bb516a" providerId="ADAL" clId="{17C90DD1-E1F6-494B-AB42-2E474AC32CEC}" dt="2022-09-18T13:23:37.626" v="10074" actId="47"/>
        <pc:sldMkLst>
          <pc:docMk/>
          <pc:sldMk cId="4094944986" sldId="495"/>
        </pc:sldMkLst>
      </pc:sldChg>
      <pc:sldChg chg="del">
        <pc:chgData name="吉沢明子" userId="ab3d093b-16fb-4a7e-9919-6303f8bb516a" providerId="ADAL" clId="{17C90DD1-E1F6-494B-AB42-2E474AC32CEC}" dt="2022-09-18T13:23:36.444" v="10073" actId="47"/>
        <pc:sldMkLst>
          <pc:docMk/>
          <pc:sldMk cId="294504991" sldId="496"/>
        </pc:sldMkLst>
      </pc:sldChg>
      <pc:sldChg chg="del">
        <pc:chgData name="吉沢明子" userId="ab3d093b-16fb-4a7e-9919-6303f8bb516a" providerId="ADAL" clId="{17C90DD1-E1F6-494B-AB42-2E474AC32CEC}" dt="2022-09-18T13:23:34.971" v="10072" actId="47"/>
        <pc:sldMkLst>
          <pc:docMk/>
          <pc:sldMk cId="1294009729" sldId="497"/>
        </pc:sldMkLst>
      </pc:sldChg>
      <pc:sldChg chg="del">
        <pc:chgData name="吉沢明子" userId="ab3d093b-16fb-4a7e-9919-6303f8bb516a" providerId="ADAL" clId="{17C90DD1-E1F6-494B-AB42-2E474AC32CEC}" dt="2022-09-18T13:23:01.628" v="10021" actId="47"/>
        <pc:sldMkLst>
          <pc:docMk/>
          <pc:sldMk cId="457336829" sldId="498"/>
        </pc:sldMkLst>
      </pc:sldChg>
      <pc:sldChg chg="del">
        <pc:chgData name="吉沢明子" userId="ab3d093b-16fb-4a7e-9919-6303f8bb516a" providerId="ADAL" clId="{17C90DD1-E1F6-494B-AB42-2E474AC32CEC}" dt="2022-09-18T13:23:02.059" v="10022" actId="47"/>
        <pc:sldMkLst>
          <pc:docMk/>
          <pc:sldMk cId="2500899262" sldId="499"/>
        </pc:sldMkLst>
      </pc:sldChg>
      <pc:sldChg chg="del">
        <pc:chgData name="吉沢明子" userId="ab3d093b-16fb-4a7e-9919-6303f8bb516a" providerId="ADAL" clId="{17C90DD1-E1F6-494B-AB42-2E474AC32CEC}" dt="2022-09-18T13:23:02.360" v="10023" actId="47"/>
        <pc:sldMkLst>
          <pc:docMk/>
          <pc:sldMk cId="845447475" sldId="500"/>
        </pc:sldMkLst>
      </pc:sldChg>
      <pc:sldChg chg="del">
        <pc:chgData name="吉沢明子" userId="ab3d093b-16fb-4a7e-9919-6303f8bb516a" providerId="ADAL" clId="{17C90DD1-E1F6-494B-AB42-2E474AC32CEC}" dt="2022-09-18T13:23:02.604" v="10024" actId="47"/>
        <pc:sldMkLst>
          <pc:docMk/>
          <pc:sldMk cId="3702134014" sldId="501"/>
        </pc:sldMkLst>
      </pc:sldChg>
      <pc:sldChg chg="del">
        <pc:chgData name="吉沢明子" userId="ab3d093b-16fb-4a7e-9919-6303f8bb516a" providerId="ADAL" clId="{17C90DD1-E1F6-494B-AB42-2E474AC32CEC}" dt="2022-09-18T13:23:02.912" v="10025" actId="47"/>
        <pc:sldMkLst>
          <pc:docMk/>
          <pc:sldMk cId="3356417000" sldId="502"/>
        </pc:sldMkLst>
      </pc:sldChg>
      <pc:sldChg chg="del">
        <pc:chgData name="吉沢明子" userId="ab3d093b-16fb-4a7e-9919-6303f8bb516a" providerId="ADAL" clId="{17C90DD1-E1F6-494B-AB42-2E474AC32CEC}" dt="2022-09-18T13:23:03.148" v="10026" actId="47"/>
        <pc:sldMkLst>
          <pc:docMk/>
          <pc:sldMk cId="3438831266" sldId="503"/>
        </pc:sldMkLst>
      </pc:sldChg>
      <pc:sldChg chg="del">
        <pc:chgData name="吉沢明子" userId="ab3d093b-16fb-4a7e-9919-6303f8bb516a" providerId="ADAL" clId="{17C90DD1-E1F6-494B-AB42-2E474AC32CEC}" dt="2022-09-18T13:23:13.860" v="10058" actId="47"/>
        <pc:sldMkLst>
          <pc:docMk/>
          <pc:sldMk cId="1390374629" sldId="504"/>
        </pc:sldMkLst>
      </pc:sldChg>
      <pc:sldChg chg="del">
        <pc:chgData name="吉沢明子" userId="ab3d093b-16fb-4a7e-9919-6303f8bb516a" providerId="ADAL" clId="{17C90DD1-E1F6-494B-AB42-2E474AC32CEC}" dt="2022-09-18T13:23:03.735" v="10028" actId="47"/>
        <pc:sldMkLst>
          <pc:docMk/>
          <pc:sldMk cId="3282460837" sldId="505"/>
        </pc:sldMkLst>
      </pc:sldChg>
      <pc:sldChg chg="del">
        <pc:chgData name="吉沢明子" userId="ab3d093b-16fb-4a7e-9919-6303f8bb516a" providerId="ADAL" clId="{17C90DD1-E1F6-494B-AB42-2E474AC32CEC}" dt="2022-09-18T13:23:04.026" v="10029" actId="47"/>
        <pc:sldMkLst>
          <pc:docMk/>
          <pc:sldMk cId="4045164009" sldId="506"/>
        </pc:sldMkLst>
      </pc:sldChg>
      <pc:sldChg chg="del">
        <pc:chgData name="吉沢明子" userId="ab3d093b-16fb-4a7e-9919-6303f8bb516a" providerId="ADAL" clId="{17C90DD1-E1F6-494B-AB42-2E474AC32CEC}" dt="2022-09-18T13:23:04.292" v="10030" actId="47"/>
        <pc:sldMkLst>
          <pc:docMk/>
          <pc:sldMk cId="1184601118" sldId="507"/>
        </pc:sldMkLst>
      </pc:sldChg>
      <pc:sldChg chg="del">
        <pc:chgData name="吉沢明子" userId="ab3d093b-16fb-4a7e-9919-6303f8bb516a" providerId="ADAL" clId="{17C90DD1-E1F6-494B-AB42-2E474AC32CEC}" dt="2022-09-18T13:23:04.619" v="10031" actId="47"/>
        <pc:sldMkLst>
          <pc:docMk/>
          <pc:sldMk cId="2222324556" sldId="508"/>
        </pc:sldMkLst>
      </pc:sldChg>
      <pc:sldChg chg="del">
        <pc:chgData name="吉沢明子" userId="ab3d093b-16fb-4a7e-9919-6303f8bb516a" providerId="ADAL" clId="{17C90DD1-E1F6-494B-AB42-2E474AC32CEC}" dt="2022-09-18T13:23:04.900" v="10032" actId="47"/>
        <pc:sldMkLst>
          <pc:docMk/>
          <pc:sldMk cId="3740396830" sldId="509"/>
        </pc:sldMkLst>
      </pc:sldChg>
      <pc:sldChg chg="del">
        <pc:chgData name="吉沢明子" userId="ab3d093b-16fb-4a7e-9919-6303f8bb516a" providerId="ADAL" clId="{17C90DD1-E1F6-494B-AB42-2E474AC32CEC}" dt="2022-09-18T13:23:05.164" v="10033" actId="47"/>
        <pc:sldMkLst>
          <pc:docMk/>
          <pc:sldMk cId="2004508360" sldId="510"/>
        </pc:sldMkLst>
      </pc:sldChg>
      <pc:sldChg chg="del">
        <pc:chgData name="吉沢明子" userId="ab3d093b-16fb-4a7e-9919-6303f8bb516a" providerId="ADAL" clId="{17C90DD1-E1F6-494B-AB42-2E474AC32CEC}" dt="2022-09-18T13:23:05.452" v="10034" actId="47"/>
        <pc:sldMkLst>
          <pc:docMk/>
          <pc:sldMk cId="2510610442" sldId="511"/>
        </pc:sldMkLst>
      </pc:sldChg>
      <pc:sldChg chg="del">
        <pc:chgData name="吉沢明子" userId="ab3d093b-16fb-4a7e-9919-6303f8bb516a" providerId="ADAL" clId="{17C90DD1-E1F6-494B-AB42-2E474AC32CEC}" dt="2022-09-18T13:23:05.720" v="10035" actId="47"/>
        <pc:sldMkLst>
          <pc:docMk/>
          <pc:sldMk cId="599394145" sldId="512"/>
        </pc:sldMkLst>
      </pc:sldChg>
      <pc:sldChg chg="del">
        <pc:chgData name="吉沢明子" userId="ab3d093b-16fb-4a7e-9919-6303f8bb516a" providerId="ADAL" clId="{17C90DD1-E1F6-494B-AB42-2E474AC32CEC}" dt="2022-09-18T13:23:05.994" v="10036" actId="47"/>
        <pc:sldMkLst>
          <pc:docMk/>
          <pc:sldMk cId="1467457748" sldId="513"/>
        </pc:sldMkLst>
      </pc:sldChg>
      <pc:sldChg chg="del">
        <pc:chgData name="吉沢明子" userId="ab3d093b-16fb-4a7e-9919-6303f8bb516a" providerId="ADAL" clId="{17C90DD1-E1F6-494B-AB42-2E474AC32CEC}" dt="2022-09-18T13:23:06.260" v="10037" actId="47"/>
        <pc:sldMkLst>
          <pc:docMk/>
          <pc:sldMk cId="3599340566" sldId="514"/>
        </pc:sldMkLst>
      </pc:sldChg>
      <pc:sldChg chg="del">
        <pc:chgData name="吉沢明子" userId="ab3d093b-16fb-4a7e-9919-6303f8bb516a" providerId="ADAL" clId="{17C90DD1-E1F6-494B-AB42-2E474AC32CEC}" dt="2022-09-18T13:23:06.519" v="10038" actId="47"/>
        <pc:sldMkLst>
          <pc:docMk/>
          <pc:sldMk cId="3946851303" sldId="515"/>
        </pc:sldMkLst>
      </pc:sldChg>
      <pc:sldChg chg="del">
        <pc:chgData name="吉沢明子" userId="ab3d093b-16fb-4a7e-9919-6303f8bb516a" providerId="ADAL" clId="{17C90DD1-E1F6-494B-AB42-2E474AC32CEC}" dt="2022-09-18T13:23:06.775" v="10039" actId="47"/>
        <pc:sldMkLst>
          <pc:docMk/>
          <pc:sldMk cId="3576500918" sldId="516"/>
        </pc:sldMkLst>
      </pc:sldChg>
      <pc:sldChg chg="del">
        <pc:chgData name="吉沢明子" userId="ab3d093b-16fb-4a7e-9919-6303f8bb516a" providerId="ADAL" clId="{17C90DD1-E1F6-494B-AB42-2E474AC32CEC}" dt="2022-09-18T13:23:06.999" v="10040" actId="47"/>
        <pc:sldMkLst>
          <pc:docMk/>
          <pc:sldMk cId="3192004098" sldId="517"/>
        </pc:sldMkLst>
      </pc:sldChg>
      <pc:sldChg chg="del">
        <pc:chgData name="吉沢明子" userId="ab3d093b-16fb-4a7e-9919-6303f8bb516a" providerId="ADAL" clId="{17C90DD1-E1F6-494B-AB42-2E474AC32CEC}" dt="2022-09-18T13:23:07.204" v="10041" actId="47"/>
        <pc:sldMkLst>
          <pc:docMk/>
          <pc:sldMk cId="1211372646" sldId="518"/>
        </pc:sldMkLst>
      </pc:sldChg>
      <pc:sldChg chg="del">
        <pc:chgData name="吉沢明子" userId="ab3d093b-16fb-4a7e-9919-6303f8bb516a" providerId="ADAL" clId="{17C90DD1-E1F6-494B-AB42-2E474AC32CEC}" dt="2022-09-18T13:23:07.443" v="10042" actId="47"/>
        <pc:sldMkLst>
          <pc:docMk/>
          <pc:sldMk cId="753478197" sldId="519"/>
        </pc:sldMkLst>
      </pc:sldChg>
      <pc:sldChg chg="del">
        <pc:chgData name="吉沢明子" userId="ab3d093b-16fb-4a7e-9919-6303f8bb516a" providerId="ADAL" clId="{17C90DD1-E1F6-494B-AB42-2E474AC32CEC}" dt="2022-09-18T13:23:07.722" v="10043" actId="47"/>
        <pc:sldMkLst>
          <pc:docMk/>
          <pc:sldMk cId="2725018023" sldId="520"/>
        </pc:sldMkLst>
      </pc:sldChg>
      <pc:sldChg chg="del">
        <pc:chgData name="吉沢明子" userId="ab3d093b-16fb-4a7e-9919-6303f8bb516a" providerId="ADAL" clId="{17C90DD1-E1F6-494B-AB42-2E474AC32CEC}" dt="2022-09-18T13:23:07.956" v="10044" actId="47"/>
        <pc:sldMkLst>
          <pc:docMk/>
          <pc:sldMk cId="519465839" sldId="521"/>
        </pc:sldMkLst>
      </pc:sldChg>
      <pc:sldChg chg="del">
        <pc:chgData name="吉沢明子" userId="ab3d093b-16fb-4a7e-9919-6303f8bb516a" providerId="ADAL" clId="{17C90DD1-E1F6-494B-AB42-2E474AC32CEC}" dt="2022-09-18T13:23:08.206" v="10045" actId="47"/>
        <pc:sldMkLst>
          <pc:docMk/>
          <pc:sldMk cId="2077373623" sldId="522"/>
        </pc:sldMkLst>
      </pc:sldChg>
      <pc:sldChg chg="del">
        <pc:chgData name="吉沢明子" userId="ab3d093b-16fb-4a7e-9919-6303f8bb516a" providerId="ADAL" clId="{17C90DD1-E1F6-494B-AB42-2E474AC32CEC}" dt="2022-09-18T13:23:08.448" v="10046" actId="47"/>
        <pc:sldMkLst>
          <pc:docMk/>
          <pc:sldMk cId="3031010761" sldId="523"/>
        </pc:sldMkLst>
      </pc:sldChg>
      <pc:sldChg chg="del">
        <pc:chgData name="吉沢明子" userId="ab3d093b-16fb-4a7e-9919-6303f8bb516a" providerId="ADAL" clId="{17C90DD1-E1F6-494B-AB42-2E474AC32CEC}" dt="2022-09-18T13:23:08.718" v="10047" actId="47"/>
        <pc:sldMkLst>
          <pc:docMk/>
          <pc:sldMk cId="2257124810" sldId="524"/>
        </pc:sldMkLst>
      </pc:sldChg>
      <pc:sldChg chg="del">
        <pc:chgData name="吉沢明子" userId="ab3d093b-16fb-4a7e-9919-6303f8bb516a" providerId="ADAL" clId="{17C90DD1-E1F6-494B-AB42-2E474AC32CEC}" dt="2022-09-18T13:23:08.959" v="10048" actId="47"/>
        <pc:sldMkLst>
          <pc:docMk/>
          <pc:sldMk cId="1158643059" sldId="525"/>
        </pc:sldMkLst>
      </pc:sldChg>
      <pc:sldChg chg="del">
        <pc:chgData name="吉沢明子" userId="ab3d093b-16fb-4a7e-9919-6303f8bb516a" providerId="ADAL" clId="{17C90DD1-E1F6-494B-AB42-2E474AC32CEC}" dt="2022-09-18T13:23:09.247" v="10049" actId="47"/>
        <pc:sldMkLst>
          <pc:docMk/>
          <pc:sldMk cId="23588857" sldId="526"/>
        </pc:sldMkLst>
      </pc:sldChg>
      <pc:sldChg chg="del">
        <pc:chgData name="吉沢明子" userId="ab3d093b-16fb-4a7e-9919-6303f8bb516a" providerId="ADAL" clId="{17C90DD1-E1F6-494B-AB42-2E474AC32CEC}" dt="2022-09-18T13:23:09.502" v="10050" actId="47"/>
        <pc:sldMkLst>
          <pc:docMk/>
          <pc:sldMk cId="1778299957" sldId="527"/>
        </pc:sldMkLst>
      </pc:sldChg>
      <pc:sldChg chg="del">
        <pc:chgData name="吉沢明子" userId="ab3d093b-16fb-4a7e-9919-6303f8bb516a" providerId="ADAL" clId="{17C90DD1-E1F6-494B-AB42-2E474AC32CEC}" dt="2022-09-18T13:23:09.762" v="10051" actId="47"/>
        <pc:sldMkLst>
          <pc:docMk/>
          <pc:sldMk cId="4211032753" sldId="528"/>
        </pc:sldMkLst>
      </pc:sldChg>
      <pc:sldChg chg="del">
        <pc:chgData name="吉沢明子" userId="ab3d093b-16fb-4a7e-9919-6303f8bb516a" providerId="ADAL" clId="{17C90DD1-E1F6-494B-AB42-2E474AC32CEC}" dt="2022-09-18T13:23:10.019" v="10052" actId="47"/>
        <pc:sldMkLst>
          <pc:docMk/>
          <pc:sldMk cId="4256262012" sldId="529"/>
        </pc:sldMkLst>
      </pc:sldChg>
      <pc:sldChg chg="del">
        <pc:chgData name="吉沢明子" userId="ab3d093b-16fb-4a7e-9919-6303f8bb516a" providerId="ADAL" clId="{17C90DD1-E1F6-494B-AB42-2E474AC32CEC}" dt="2022-09-18T13:23:10.340" v="10053" actId="47"/>
        <pc:sldMkLst>
          <pc:docMk/>
          <pc:sldMk cId="4212097070" sldId="530"/>
        </pc:sldMkLst>
      </pc:sldChg>
      <pc:sldChg chg="del">
        <pc:chgData name="吉沢明子" userId="ab3d093b-16fb-4a7e-9919-6303f8bb516a" providerId="ADAL" clId="{17C90DD1-E1F6-494B-AB42-2E474AC32CEC}" dt="2022-09-18T13:23:11.213" v="10054" actId="47"/>
        <pc:sldMkLst>
          <pc:docMk/>
          <pc:sldMk cId="2698177466" sldId="531"/>
        </pc:sldMkLst>
      </pc:sldChg>
      <pc:sldChg chg="del">
        <pc:chgData name="吉沢明子" userId="ab3d093b-16fb-4a7e-9919-6303f8bb516a" providerId="ADAL" clId="{17C90DD1-E1F6-494B-AB42-2E474AC32CEC}" dt="2022-09-18T13:23:11.887" v="10055" actId="47"/>
        <pc:sldMkLst>
          <pc:docMk/>
          <pc:sldMk cId="2929660756" sldId="532"/>
        </pc:sldMkLst>
      </pc:sldChg>
      <pc:sldChg chg="del">
        <pc:chgData name="吉沢明子" userId="ab3d093b-16fb-4a7e-9919-6303f8bb516a" providerId="ADAL" clId="{17C90DD1-E1F6-494B-AB42-2E474AC32CEC}" dt="2022-09-18T13:23:12.973" v="10056" actId="47"/>
        <pc:sldMkLst>
          <pc:docMk/>
          <pc:sldMk cId="1169629071" sldId="533"/>
        </pc:sldMkLst>
      </pc:sldChg>
      <pc:sldChg chg="del">
        <pc:chgData name="吉沢明子" userId="ab3d093b-16fb-4a7e-9919-6303f8bb516a" providerId="ADAL" clId="{17C90DD1-E1F6-494B-AB42-2E474AC32CEC}" dt="2022-09-18T13:23:16.930" v="10064" actId="47"/>
        <pc:sldMkLst>
          <pc:docMk/>
          <pc:sldMk cId="2669313665" sldId="534"/>
        </pc:sldMkLst>
      </pc:sldChg>
      <pc:sldChg chg="del">
        <pc:chgData name="吉沢明子" userId="ab3d093b-16fb-4a7e-9919-6303f8bb516a" providerId="ADAL" clId="{17C90DD1-E1F6-494B-AB42-2E474AC32CEC}" dt="2022-09-18T13:23:14.363" v="10059" actId="47"/>
        <pc:sldMkLst>
          <pc:docMk/>
          <pc:sldMk cId="3271360784" sldId="535"/>
        </pc:sldMkLst>
      </pc:sldChg>
      <pc:sldChg chg="del">
        <pc:chgData name="吉沢明子" userId="ab3d093b-16fb-4a7e-9919-6303f8bb516a" providerId="ADAL" clId="{17C90DD1-E1F6-494B-AB42-2E474AC32CEC}" dt="2022-09-18T13:23:14.704" v="10060" actId="47"/>
        <pc:sldMkLst>
          <pc:docMk/>
          <pc:sldMk cId="2511114375" sldId="536"/>
        </pc:sldMkLst>
      </pc:sldChg>
      <pc:sldChg chg="del">
        <pc:chgData name="吉沢明子" userId="ab3d093b-16fb-4a7e-9919-6303f8bb516a" providerId="ADAL" clId="{17C90DD1-E1F6-494B-AB42-2E474AC32CEC}" dt="2022-09-18T13:23:15.307" v="10061" actId="47"/>
        <pc:sldMkLst>
          <pc:docMk/>
          <pc:sldMk cId="3160546743" sldId="537"/>
        </pc:sldMkLst>
      </pc:sldChg>
      <pc:sldChg chg="del">
        <pc:chgData name="吉沢明子" userId="ab3d093b-16fb-4a7e-9919-6303f8bb516a" providerId="ADAL" clId="{17C90DD1-E1F6-494B-AB42-2E474AC32CEC}" dt="2022-09-18T13:23:15.902" v="10062" actId="47"/>
        <pc:sldMkLst>
          <pc:docMk/>
          <pc:sldMk cId="3405519421" sldId="538"/>
        </pc:sldMkLst>
      </pc:sldChg>
      <pc:sldChg chg="del">
        <pc:chgData name="吉沢明子" userId="ab3d093b-16fb-4a7e-9919-6303f8bb516a" providerId="ADAL" clId="{17C90DD1-E1F6-494B-AB42-2E474AC32CEC}" dt="2022-09-18T13:23:16.432" v="10063" actId="47"/>
        <pc:sldMkLst>
          <pc:docMk/>
          <pc:sldMk cId="3707744546" sldId="539"/>
        </pc:sldMkLst>
      </pc:sldChg>
      <pc:sldChg chg="del">
        <pc:chgData name="吉沢明子" userId="ab3d093b-16fb-4a7e-9919-6303f8bb516a" providerId="ADAL" clId="{17C90DD1-E1F6-494B-AB42-2E474AC32CEC}" dt="2022-09-18T13:23:13.486" v="10057" actId="47"/>
        <pc:sldMkLst>
          <pc:docMk/>
          <pc:sldMk cId="1088089555" sldId="540"/>
        </pc:sldMkLst>
      </pc:sldChg>
      <pc:sldChg chg="modSp mod">
        <pc:chgData name="吉沢明子" userId="ab3d093b-16fb-4a7e-9919-6303f8bb516a" providerId="ADAL" clId="{17C90DD1-E1F6-494B-AB42-2E474AC32CEC}" dt="2022-09-16T14:01:49.905" v="5797" actId="20577"/>
        <pc:sldMkLst>
          <pc:docMk/>
          <pc:sldMk cId="2234396205" sldId="545"/>
        </pc:sldMkLst>
        <pc:spChg chg="mod">
          <ac:chgData name="吉沢明子" userId="ab3d093b-16fb-4a7e-9919-6303f8bb516a" providerId="ADAL" clId="{17C90DD1-E1F6-494B-AB42-2E474AC32CEC}" dt="2022-09-16T14:01:49.905" v="5797" actId="20577"/>
          <ac:spMkLst>
            <pc:docMk/>
            <pc:sldMk cId="2234396205" sldId="545"/>
            <ac:spMk id="2" creationId="{8183AAC3-B25A-D4A3-2BA0-D202C317C397}"/>
          </ac:spMkLst>
        </pc:spChg>
        <pc:spChg chg="mod">
          <ac:chgData name="吉沢明子" userId="ab3d093b-16fb-4a7e-9919-6303f8bb516a" providerId="ADAL" clId="{17C90DD1-E1F6-494B-AB42-2E474AC32CEC}" dt="2022-09-16T14:00:38.736" v="5782" actId="20577"/>
          <ac:spMkLst>
            <pc:docMk/>
            <pc:sldMk cId="2234396205" sldId="545"/>
            <ac:spMk id="3" creationId="{C58CE3A7-8B73-16BD-D8D3-43D4981353B9}"/>
          </ac:spMkLst>
        </pc:spChg>
        <pc:spChg chg="mod">
          <ac:chgData name="吉沢明子" userId="ab3d093b-16fb-4a7e-9919-6303f8bb516a" providerId="ADAL" clId="{17C90DD1-E1F6-494B-AB42-2E474AC32CEC}" dt="2022-09-16T14:01:46.244" v="5795" actId="20577"/>
          <ac:spMkLst>
            <pc:docMk/>
            <pc:sldMk cId="2234396205" sldId="545"/>
            <ac:spMk id="4" creationId="{61965EFF-CE4A-684D-F18F-C963197A63AC}"/>
          </ac:spMkLst>
        </pc:spChg>
        <pc:graphicFrameChg chg="mod modGraphic">
          <ac:chgData name="吉沢明子" userId="ab3d093b-16fb-4a7e-9919-6303f8bb516a" providerId="ADAL" clId="{17C90DD1-E1F6-494B-AB42-2E474AC32CEC}" dt="2022-09-16T14:01:06.195" v="5784" actId="14100"/>
          <ac:graphicFrameMkLst>
            <pc:docMk/>
            <pc:sldMk cId="2234396205" sldId="545"/>
            <ac:graphicFrameMk id="5" creationId="{ADD82E0A-B8EC-FF00-9AFE-83DE74364183}"/>
          </ac:graphicFrameMkLst>
        </pc:graphicFrameChg>
        <pc:cxnChg chg="mod">
          <ac:chgData name="吉沢明子" userId="ab3d093b-16fb-4a7e-9919-6303f8bb516a" providerId="ADAL" clId="{17C90DD1-E1F6-494B-AB42-2E474AC32CEC}" dt="2022-09-16T14:01:17.374" v="5787" actId="14100"/>
          <ac:cxnSpMkLst>
            <pc:docMk/>
            <pc:sldMk cId="2234396205" sldId="545"/>
            <ac:cxnSpMk id="7" creationId="{ABD3726E-AE41-AB16-0C9F-715746ABCA99}"/>
          </ac:cxnSpMkLst>
        </pc:cxnChg>
        <pc:cxnChg chg="mod">
          <ac:chgData name="吉沢明子" userId="ab3d093b-16fb-4a7e-9919-6303f8bb516a" providerId="ADAL" clId="{17C90DD1-E1F6-494B-AB42-2E474AC32CEC}" dt="2022-09-16T14:01:22.331" v="5788" actId="14100"/>
          <ac:cxnSpMkLst>
            <pc:docMk/>
            <pc:sldMk cId="2234396205" sldId="545"/>
            <ac:cxnSpMk id="16" creationId="{2552B363-F19D-E750-2F07-8CB4247DF3F1}"/>
          </ac:cxnSpMkLst>
        </pc:cxnChg>
      </pc:sldChg>
      <pc:sldChg chg="modSp mod">
        <pc:chgData name="吉沢明子" userId="ab3d093b-16fb-4a7e-9919-6303f8bb516a" providerId="ADAL" clId="{17C90DD1-E1F6-494B-AB42-2E474AC32CEC}" dt="2022-09-16T14:02:29.813" v="5824" actId="20577"/>
        <pc:sldMkLst>
          <pc:docMk/>
          <pc:sldMk cId="2752840200" sldId="549"/>
        </pc:sldMkLst>
        <pc:spChg chg="mod">
          <ac:chgData name="吉沢明子" userId="ab3d093b-16fb-4a7e-9919-6303f8bb516a" providerId="ADAL" clId="{17C90DD1-E1F6-494B-AB42-2E474AC32CEC}" dt="2022-09-16T14:02:01.103" v="5807" actId="20577"/>
          <ac:spMkLst>
            <pc:docMk/>
            <pc:sldMk cId="2752840200" sldId="549"/>
            <ac:spMk id="2" creationId="{A72EDCE6-96A7-3399-3308-75C18F1F70C4}"/>
          </ac:spMkLst>
        </pc:spChg>
        <pc:spChg chg="mod">
          <ac:chgData name="吉沢明子" userId="ab3d093b-16fb-4a7e-9919-6303f8bb516a" providerId="ADAL" clId="{17C90DD1-E1F6-494B-AB42-2E474AC32CEC}" dt="2022-09-16T14:02:29.813" v="5824" actId="20577"/>
          <ac:spMkLst>
            <pc:docMk/>
            <pc:sldMk cId="2752840200" sldId="549"/>
            <ac:spMk id="3" creationId="{151E424D-EE76-77D1-6D3B-BAC8E81DBAE4}"/>
          </ac:spMkLst>
        </pc:spChg>
        <pc:spChg chg="mod">
          <ac:chgData name="吉沢明子" userId="ab3d093b-16fb-4a7e-9919-6303f8bb516a" providerId="ADAL" clId="{17C90DD1-E1F6-494B-AB42-2E474AC32CEC}" dt="2022-09-16T14:01:55.889" v="5804" actId="20577"/>
          <ac:spMkLst>
            <pc:docMk/>
            <pc:sldMk cId="2752840200" sldId="549"/>
            <ac:spMk id="4" creationId="{F1B831B5-B76C-48BF-8227-CBA080203806}"/>
          </ac:spMkLst>
        </pc:spChg>
      </pc:sldChg>
      <pc:sldChg chg="delSp modSp mod">
        <pc:chgData name="吉沢明子" userId="ab3d093b-16fb-4a7e-9919-6303f8bb516a" providerId="ADAL" clId="{17C90DD1-E1F6-494B-AB42-2E474AC32CEC}" dt="2022-09-16T12:43:31.251" v="63" actId="20577"/>
        <pc:sldMkLst>
          <pc:docMk/>
          <pc:sldMk cId="344234924" sldId="550"/>
        </pc:sldMkLst>
        <pc:spChg chg="mod">
          <ac:chgData name="吉沢明子" userId="ab3d093b-16fb-4a7e-9919-6303f8bb516a" providerId="ADAL" clId="{17C90DD1-E1F6-494B-AB42-2E474AC32CEC}" dt="2022-09-16T12:39:46.446" v="17" actId="20577"/>
          <ac:spMkLst>
            <pc:docMk/>
            <pc:sldMk cId="344234924" sldId="550"/>
            <ac:spMk id="2" creationId="{A0E93004-9CAB-4494-9880-CE07EE5BFF80}"/>
          </ac:spMkLst>
        </pc:spChg>
        <pc:spChg chg="mod">
          <ac:chgData name="吉沢明子" userId="ab3d093b-16fb-4a7e-9919-6303f8bb516a" providerId="ADAL" clId="{17C90DD1-E1F6-494B-AB42-2E474AC32CEC}" dt="2022-09-16T12:39:35.736" v="15" actId="20577"/>
          <ac:spMkLst>
            <pc:docMk/>
            <pc:sldMk cId="344234924" sldId="550"/>
            <ac:spMk id="7" creationId="{B79B0D5C-ECA7-4B54-8B74-9A64C87DE473}"/>
          </ac:spMkLst>
        </pc:spChg>
        <pc:grpChg chg="del">
          <ac:chgData name="吉沢明子" userId="ab3d093b-16fb-4a7e-9919-6303f8bb516a" providerId="ADAL" clId="{17C90DD1-E1F6-494B-AB42-2E474AC32CEC}" dt="2022-09-16T12:42:42.373" v="27" actId="478"/>
          <ac:grpSpMkLst>
            <pc:docMk/>
            <pc:sldMk cId="344234924" sldId="550"/>
            <ac:grpSpMk id="11" creationId="{E03EDFDB-7AF4-6844-99BA-7310EEBF5D47}"/>
          </ac:grpSpMkLst>
        </pc:grpChg>
        <pc:graphicFrameChg chg="modGraphic">
          <ac:chgData name="吉沢明子" userId="ab3d093b-16fb-4a7e-9919-6303f8bb516a" providerId="ADAL" clId="{17C90DD1-E1F6-494B-AB42-2E474AC32CEC}" dt="2022-09-16T12:43:31.251" v="63" actId="20577"/>
          <ac:graphicFrameMkLst>
            <pc:docMk/>
            <pc:sldMk cId="344234924" sldId="550"/>
            <ac:graphicFrameMk id="5" creationId="{50200A67-8DB8-5207-8B67-D6C326BB9870}"/>
          </ac:graphicFrameMkLst>
        </pc:graphicFrameChg>
      </pc:sldChg>
      <pc:sldChg chg="addSp modSp mod">
        <pc:chgData name="吉沢明子" userId="ab3d093b-16fb-4a7e-9919-6303f8bb516a" providerId="ADAL" clId="{17C90DD1-E1F6-494B-AB42-2E474AC32CEC}" dt="2022-09-21T11:32:27.549" v="11017" actId="20577"/>
        <pc:sldMkLst>
          <pc:docMk/>
          <pc:sldMk cId="1907893351" sldId="552"/>
        </pc:sldMkLst>
        <pc:spChg chg="mod">
          <ac:chgData name="吉沢明子" userId="ab3d093b-16fb-4a7e-9919-6303f8bb516a" providerId="ADAL" clId="{17C90DD1-E1F6-494B-AB42-2E474AC32CEC}" dt="2022-09-16T12:39:13.341" v="8" actId="20577"/>
          <ac:spMkLst>
            <pc:docMk/>
            <pc:sldMk cId="1907893351" sldId="552"/>
            <ac:spMk id="2" creationId="{A0E93004-9CAB-4494-9880-CE07EE5BFF80}"/>
          </ac:spMkLst>
        </pc:spChg>
        <pc:spChg chg="mod">
          <ac:chgData name="吉沢明子" userId="ab3d093b-16fb-4a7e-9919-6303f8bb516a" providerId="ADAL" clId="{17C90DD1-E1F6-494B-AB42-2E474AC32CEC}" dt="2022-09-21T11:32:16.224" v="11010"/>
          <ac:spMkLst>
            <pc:docMk/>
            <pc:sldMk cId="1907893351" sldId="552"/>
            <ac:spMk id="5" creationId="{1490A753-CB91-A355-682F-43FD7ED6A840}"/>
          </ac:spMkLst>
        </pc:spChg>
        <pc:spChg chg="mod">
          <ac:chgData name="吉沢明子" userId="ab3d093b-16fb-4a7e-9919-6303f8bb516a" providerId="ADAL" clId="{17C90DD1-E1F6-494B-AB42-2E474AC32CEC}" dt="2022-09-21T11:32:16.224" v="11010"/>
          <ac:spMkLst>
            <pc:docMk/>
            <pc:sldMk cId="1907893351" sldId="552"/>
            <ac:spMk id="6" creationId="{FBDDD94E-C0E7-A878-6E92-EABDAC12337F}"/>
          </ac:spMkLst>
        </pc:spChg>
        <pc:spChg chg="mod">
          <ac:chgData name="吉沢明子" userId="ab3d093b-16fb-4a7e-9919-6303f8bb516a" providerId="ADAL" clId="{17C90DD1-E1F6-494B-AB42-2E474AC32CEC}" dt="2022-09-16T12:37:32.520" v="6" actId="20577"/>
          <ac:spMkLst>
            <pc:docMk/>
            <pc:sldMk cId="1907893351" sldId="552"/>
            <ac:spMk id="7" creationId="{B79B0D5C-ECA7-4B54-8B74-9A64C87DE473}"/>
          </ac:spMkLst>
        </pc:spChg>
        <pc:spChg chg="mod">
          <ac:chgData name="吉沢明子" userId="ab3d093b-16fb-4a7e-9919-6303f8bb516a" providerId="ADAL" clId="{17C90DD1-E1F6-494B-AB42-2E474AC32CEC}" dt="2022-09-18T13:22:12.411" v="10014" actId="20577"/>
          <ac:spMkLst>
            <pc:docMk/>
            <pc:sldMk cId="1907893351" sldId="552"/>
            <ac:spMk id="8" creationId="{64D32364-7E6E-45D5-9E7D-A352E5B41662}"/>
          </ac:spMkLst>
        </pc:spChg>
        <pc:spChg chg="mod">
          <ac:chgData name="吉沢明子" userId="ab3d093b-16fb-4a7e-9919-6303f8bb516a" providerId="ADAL" clId="{17C90DD1-E1F6-494B-AB42-2E474AC32CEC}" dt="2022-09-21T11:32:12.337" v="11009" actId="20577"/>
          <ac:spMkLst>
            <pc:docMk/>
            <pc:sldMk cId="1907893351" sldId="552"/>
            <ac:spMk id="10" creationId="{EDC2F6EC-33FC-7A45-B9F6-8DF0DA6B322A}"/>
          </ac:spMkLst>
        </pc:spChg>
        <pc:spChg chg="mod">
          <ac:chgData name="吉沢明子" userId="ab3d093b-16fb-4a7e-9919-6303f8bb516a" providerId="ADAL" clId="{17C90DD1-E1F6-494B-AB42-2E474AC32CEC}" dt="2022-09-21T11:32:27.549" v="11017" actId="20577"/>
          <ac:spMkLst>
            <pc:docMk/>
            <pc:sldMk cId="1907893351" sldId="552"/>
            <ac:spMk id="11" creationId="{6CB74434-5AA8-EDCC-8E31-72B1B4615E20}"/>
          </ac:spMkLst>
        </pc:spChg>
        <pc:spChg chg="mod">
          <ac:chgData name="吉沢明子" userId="ab3d093b-16fb-4a7e-9919-6303f8bb516a" providerId="ADAL" clId="{17C90DD1-E1F6-494B-AB42-2E474AC32CEC}" dt="2022-09-21T11:32:16.224" v="11010"/>
          <ac:spMkLst>
            <pc:docMk/>
            <pc:sldMk cId="1907893351" sldId="552"/>
            <ac:spMk id="12" creationId="{C31053F0-92B9-8BBE-9925-73B6292F3484}"/>
          </ac:spMkLst>
        </pc:spChg>
        <pc:grpChg chg="add mod">
          <ac:chgData name="吉沢明子" userId="ab3d093b-16fb-4a7e-9919-6303f8bb516a" providerId="ADAL" clId="{17C90DD1-E1F6-494B-AB42-2E474AC32CEC}" dt="2022-09-21T11:32:16.224" v="11010"/>
          <ac:grpSpMkLst>
            <pc:docMk/>
            <pc:sldMk cId="1907893351" sldId="552"/>
            <ac:grpSpMk id="3" creationId="{9B4EEDD0-E266-03CD-F028-0C1424247C96}"/>
          </ac:grpSpMkLst>
        </pc:grpChg>
      </pc:sldChg>
      <pc:sldChg chg="delSp modSp mod">
        <pc:chgData name="吉沢明子" userId="ab3d093b-16fb-4a7e-9919-6303f8bb516a" providerId="ADAL" clId="{17C90DD1-E1F6-494B-AB42-2E474AC32CEC}" dt="2022-09-16T12:59:19.780" v="470" actId="20577"/>
        <pc:sldMkLst>
          <pc:docMk/>
          <pc:sldMk cId="2584373129" sldId="553"/>
        </pc:sldMkLst>
        <pc:spChg chg="mod">
          <ac:chgData name="吉沢明子" userId="ab3d093b-16fb-4a7e-9919-6303f8bb516a" providerId="ADAL" clId="{17C90DD1-E1F6-494B-AB42-2E474AC32CEC}" dt="2022-09-16T12:40:07.937" v="19" actId="20577"/>
          <ac:spMkLst>
            <pc:docMk/>
            <pc:sldMk cId="2584373129" sldId="553"/>
            <ac:spMk id="2" creationId="{A0E93004-9CAB-4494-9880-CE07EE5BFF80}"/>
          </ac:spMkLst>
        </pc:spChg>
        <pc:spChg chg="mod">
          <ac:chgData name="吉沢明子" userId="ab3d093b-16fb-4a7e-9919-6303f8bb516a" providerId="ADAL" clId="{17C90DD1-E1F6-494B-AB42-2E474AC32CEC}" dt="2022-09-16T12:40:12.675" v="26" actId="20577"/>
          <ac:spMkLst>
            <pc:docMk/>
            <pc:sldMk cId="2584373129" sldId="553"/>
            <ac:spMk id="7" creationId="{B79B0D5C-ECA7-4B54-8B74-9A64C87DE473}"/>
          </ac:spMkLst>
        </pc:spChg>
        <pc:spChg chg="mod">
          <ac:chgData name="吉沢明子" userId="ab3d093b-16fb-4a7e-9919-6303f8bb516a" providerId="ADAL" clId="{17C90DD1-E1F6-494B-AB42-2E474AC32CEC}" dt="2022-09-16T12:59:19.780" v="470" actId="20577"/>
          <ac:spMkLst>
            <pc:docMk/>
            <pc:sldMk cId="2584373129" sldId="553"/>
            <ac:spMk id="10" creationId="{EDC2F6EC-33FC-7A45-B9F6-8DF0DA6B322A}"/>
          </ac:spMkLst>
        </pc:spChg>
        <pc:spChg chg="del mod">
          <ac:chgData name="吉沢明子" userId="ab3d093b-16fb-4a7e-9919-6303f8bb516a" providerId="ADAL" clId="{17C90DD1-E1F6-494B-AB42-2E474AC32CEC}" dt="2022-09-16T12:44:39.115" v="65" actId="478"/>
          <ac:spMkLst>
            <pc:docMk/>
            <pc:sldMk cId="2584373129" sldId="553"/>
            <ac:spMk id="11" creationId="{CA54245C-EB23-EB46-BCF0-EDEF23B4AD66}"/>
          </ac:spMkLst>
        </pc:spChg>
        <pc:grpChg chg="del">
          <ac:chgData name="吉沢明子" userId="ab3d093b-16fb-4a7e-9919-6303f8bb516a" providerId="ADAL" clId="{17C90DD1-E1F6-494B-AB42-2E474AC32CEC}" dt="2022-09-16T12:59:00.789" v="467" actId="478"/>
          <ac:grpSpMkLst>
            <pc:docMk/>
            <pc:sldMk cId="2584373129" sldId="553"/>
            <ac:grpSpMk id="14" creationId="{C5805821-C9DC-0F48-A2F4-02EF83FB7225}"/>
          </ac:grpSpMkLst>
        </pc:grpChg>
      </pc:sldChg>
      <pc:sldChg chg="delSp modSp mod">
        <pc:chgData name="吉沢明子" userId="ab3d093b-16fb-4a7e-9919-6303f8bb516a" providerId="ADAL" clId="{17C90DD1-E1F6-494B-AB42-2E474AC32CEC}" dt="2022-09-16T13:11:20.597" v="1478" actId="20577"/>
        <pc:sldMkLst>
          <pc:docMk/>
          <pc:sldMk cId="1413815542" sldId="554"/>
        </pc:sldMkLst>
        <pc:spChg chg="mod">
          <ac:chgData name="吉沢明子" userId="ab3d093b-16fb-4a7e-9919-6303f8bb516a" providerId="ADAL" clId="{17C90DD1-E1F6-494B-AB42-2E474AC32CEC}" dt="2022-09-16T12:59:51.221" v="494" actId="20577"/>
          <ac:spMkLst>
            <pc:docMk/>
            <pc:sldMk cId="1413815542" sldId="554"/>
            <ac:spMk id="2" creationId="{A0E93004-9CAB-4494-9880-CE07EE5BFF80}"/>
          </ac:spMkLst>
        </pc:spChg>
        <pc:spChg chg="mod">
          <ac:chgData name="吉沢明子" userId="ab3d093b-16fb-4a7e-9919-6303f8bb516a" providerId="ADAL" clId="{17C90DD1-E1F6-494B-AB42-2E474AC32CEC}" dt="2022-09-16T12:59:47.207" v="491" actId="20577"/>
          <ac:spMkLst>
            <pc:docMk/>
            <pc:sldMk cId="1413815542" sldId="554"/>
            <ac:spMk id="7" creationId="{B79B0D5C-ECA7-4B54-8B74-9A64C87DE473}"/>
          </ac:spMkLst>
        </pc:spChg>
        <pc:spChg chg="mod">
          <ac:chgData name="吉沢明子" userId="ab3d093b-16fb-4a7e-9919-6303f8bb516a" providerId="ADAL" clId="{17C90DD1-E1F6-494B-AB42-2E474AC32CEC}" dt="2022-09-16T13:11:20.597" v="1478" actId="20577"/>
          <ac:spMkLst>
            <pc:docMk/>
            <pc:sldMk cId="1413815542" sldId="554"/>
            <ac:spMk id="10" creationId="{EDC2F6EC-33FC-7A45-B9F6-8DF0DA6B322A}"/>
          </ac:spMkLst>
        </pc:spChg>
        <pc:spChg chg="del mod">
          <ac:chgData name="吉沢明子" userId="ab3d093b-16fb-4a7e-9919-6303f8bb516a" providerId="ADAL" clId="{17C90DD1-E1F6-494B-AB42-2E474AC32CEC}" dt="2022-09-16T13:00:04.206" v="497" actId="478"/>
          <ac:spMkLst>
            <pc:docMk/>
            <pc:sldMk cId="1413815542" sldId="554"/>
            <ac:spMk id="11" creationId="{CA54245C-EB23-EB46-BCF0-EDEF23B4AD66}"/>
          </ac:spMkLst>
        </pc:spChg>
        <pc:grpChg chg="del">
          <ac:chgData name="吉沢明子" userId="ab3d093b-16fb-4a7e-9919-6303f8bb516a" providerId="ADAL" clId="{17C90DD1-E1F6-494B-AB42-2E474AC32CEC}" dt="2022-09-16T13:00:12.240" v="499" actId="478"/>
          <ac:grpSpMkLst>
            <pc:docMk/>
            <pc:sldMk cId="1413815542" sldId="554"/>
            <ac:grpSpMk id="14" creationId="{C5805821-C9DC-0F48-A2F4-02EF83FB7225}"/>
          </ac:grpSpMkLst>
        </pc:grpChg>
      </pc:sldChg>
      <pc:sldChg chg="delSp modSp mod">
        <pc:chgData name="吉沢明子" userId="ab3d093b-16fb-4a7e-9919-6303f8bb516a" providerId="ADAL" clId="{17C90DD1-E1F6-494B-AB42-2E474AC32CEC}" dt="2022-09-16T13:19:54.976" v="2386" actId="478"/>
        <pc:sldMkLst>
          <pc:docMk/>
          <pc:sldMk cId="2861386570" sldId="555"/>
        </pc:sldMkLst>
        <pc:spChg chg="mod">
          <ac:chgData name="吉沢明子" userId="ab3d093b-16fb-4a7e-9919-6303f8bb516a" providerId="ADAL" clId="{17C90DD1-E1F6-494B-AB42-2E474AC32CEC}" dt="2022-09-16T13:11:51.244" v="1502" actId="20577"/>
          <ac:spMkLst>
            <pc:docMk/>
            <pc:sldMk cId="2861386570" sldId="555"/>
            <ac:spMk id="2" creationId="{A0E93004-9CAB-4494-9880-CE07EE5BFF80}"/>
          </ac:spMkLst>
        </pc:spChg>
        <pc:spChg chg="mod">
          <ac:chgData name="吉沢明子" userId="ab3d093b-16fb-4a7e-9919-6303f8bb516a" providerId="ADAL" clId="{17C90DD1-E1F6-494B-AB42-2E474AC32CEC}" dt="2022-09-16T13:11:47.390" v="1499" actId="20577"/>
          <ac:spMkLst>
            <pc:docMk/>
            <pc:sldMk cId="2861386570" sldId="555"/>
            <ac:spMk id="7" creationId="{B79B0D5C-ECA7-4B54-8B74-9A64C87DE473}"/>
          </ac:spMkLst>
        </pc:spChg>
        <pc:spChg chg="mod">
          <ac:chgData name="吉沢明子" userId="ab3d093b-16fb-4a7e-9919-6303f8bb516a" providerId="ADAL" clId="{17C90DD1-E1F6-494B-AB42-2E474AC32CEC}" dt="2022-09-16T13:19:51.279" v="2385" actId="20577"/>
          <ac:spMkLst>
            <pc:docMk/>
            <pc:sldMk cId="2861386570" sldId="555"/>
            <ac:spMk id="10" creationId="{EDC2F6EC-33FC-7A45-B9F6-8DF0DA6B322A}"/>
          </ac:spMkLst>
        </pc:spChg>
        <pc:spChg chg="del mod">
          <ac:chgData name="吉沢明子" userId="ab3d093b-16fb-4a7e-9919-6303f8bb516a" providerId="ADAL" clId="{17C90DD1-E1F6-494B-AB42-2E474AC32CEC}" dt="2022-09-16T13:12:11.807" v="1505" actId="478"/>
          <ac:spMkLst>
            <pc:docMk/>
            <pc:sldMk cId="2861386570" sldId="555"/>
            <ac:spMk id="11" creationId="{CA54245C-EB23-EB46-BCF0-EDEF23B4AD66}"/>
          </ac:spMkLst>
        </pc:spChg>
        <pc:grpChg chg="del">
          <ac:chgData name="吉沢明子" userId="ab3d093b-16fb-4a7e-9919-6303f8bb516a" providerId="ADAL" clId="{17C90DD1-E1F6-494B-AB42-2E474AC32CEC}" dt="2022-09-16T13:19:54.976" v="2386" actId="478"/>
          <ac:grpSpMkLst>
            <pc:docMk/>
            <pc:sldMk cId="2861386570" sldId="555"/>
            <ac:grpSpMk id="14" creationId="{C5805821-C9DC-0F48-A2F4-02EF83FB7225}"/>
          </ac:grpSpMkLst>
        </pc:grpChg>
      </pc:sldChg>
      <pc:sldChg chg="delSp modSp mod">
        <pc:chgData name="吉沢明子" userId="ab3d093b-16fb-4a7e-9919-6303f8bb516a" providerId="ADAL" clId="{17C90DD1-E1F6-494B-AB42-2E474AC32CEC}" dt="2022-09-16T13:23:19.168" v="2597" actId="20577"/>
        <pc:sldMkLst>
          <pc:docMk/>
          <pc:sldMk cId="2645580553" sldId="556"/>
        </pc:sldMkLst>
        <pc:spChg chg="mod">
          <ac:chgData name="吉沢明子" userId="ab3d093b-16fb-4a7e-9919-6303f8bb516a" providerId="ADAL" clId="{17C90DD1-E1F6-494B-AB42-2E474AC32CEC}" dt="2022-09-16T13:20:34.816" v="2388" actId="20577"/>
          <ac:spMkLst>
            <pc:docMk/>
            <pc:sldMk cId="2645580553" sldId="556"/>
            <ac:spMk id="2" creationId="{A0E93004-9CAB-4494-9880-CE07EE5BFF80}"/>
          </ac:spMkLst>
        </pc:spChg>
        <pc:spChg chg="mod">
          <ac:chgData name="吉沢明子" userId="ab3d093b-16fb-4a7e-9919-6303f8bb516a" providerId="ADAL" clId="{17C90DD1-E1F6-494B-AB42-2E474AC32CEC}" dt="2022-09-16T13:20:41.045" v="2395" actId="20577"/>
          <ac:spMkLst>
            <pc:docMk/>
            <pc:sldMk cId="2645580553" sldId="556"/>
            <ac:spMk id="7" creationId="{B79B0D5C-ECA7-4B54-8B74-9A64C87DE473}"/>
          </ac:spMkLst>
        </pc:spChg>
        <pc:spChg chg="mod">
          <ac:chgData name="吉沢明子" userId="ab3d093b-16fb-4a7e-9919-6303f8bb516a" providerId="ADAL" clId="{17C90DD1-E1F6-494B-AB42-2E474AC32CEC}" dt="2022-09-16T13:21:16.423" v="2405" actId="20577"/>
          <ac:spMkLst>
            <pc:docMk/>
            <pc:sldMk cId="2645580553" sldId="556"/>
            <ac:spMk id="8" creationId="{64D32364-7E6E-45D5-9E7D-A352E5B41662}"/>
          </ac:spMkLst>
        </pc:spChg>
        <pc:spChg chg="mod">
          <ac:chgData name="吉沢明子" userId="ab3d093b-16fb-4a7e-9919-6303f8bb516a" providerId="ADAL" clId="{17C90DD1-E1F6-494B-AB42-2E474AC32CEC}" dt="2022-09-16T13:23:19.168" v="2597" actId="20577"/>
          <ac:spMkLst>
            <pc:docMk/>
            <pc:sldMk cId="2645580553" sldId="556"/>
            <ac:spMk id="10" creationId="{EDC2F6EC-33FC-7A45-B9F6-8DF0DA6B322A}"/>
          </ac:spMkLst>
        </pc:spChg>
        <pc:spChg chg="del mod">
          <ac:chgData name="吉沢明子" userId="ab3d093b-16fb-4a7e-9919-6303f8bb516a" providerId="ADAL" clId="{17C90DD1-E1F6-494B-AB42-2E474AC32CEC}" dt="2022-09-16T13:20:51.891" v="2397" actId="478"/>
          <ac:spMkLst>
            <pc:docMk/>
            <pc:sldMk cId="2645580553" sldId="556"/>
            <ac:spMk id="11" creationId="{CA54245C-EB23-EB46-BCF0-EDEF23B4AD66}"/>
          </ac:spMkLst>
        </pc:spChg>
        <pc:spChg chg="del">
          <ac:chgData name="吉沢明子" userId="ab3d093b-16fb-4a7e-9919-6303f8bb516a" providerId="ADAL" clId="{17C90DD1-E1F6-494B-AB42-2E474AC32CEC}" dt="2022-09-16T13:21:00.354" v="2399" actId="478"/>
          <ac:spMkLst>
            <pc:docMk/>
            <pc:sldMk cId="2645580553" sldId="556"/>
            <ac:spMk id="15" creationId="{2735E6C3-A8DE-F346-9F33-ADB7613708A5}"/>
          </ac:spMkLst>
        </pc:spChg>
        <pc:grpChg chg="del">
          <ac:chgData name="吉沢明子" userId="ab3d093b-16fb-4a7e-9919-6303f8bb516a" providerId="ADAL" clId="{17C90DD1-E1F6-494B-AB42-2E474AC32CEC}" dt="2022-09-16T13:21:11.590" v="2400" actId="478"/>
          <ac:grpSpMkLst>
            <pc:docMk/>
            <pc:sldMk cId="2645580553" sldId="556"/>
            <ac:grpSpMk id="13" creationId="{FA35F21F-69B8-C640-AC61-098556C461A0}"/>
          </ac:grpSpMkLst>
        </pc:grpChg>
      </pc:sldChg>
      <pc:sldChg chg="modSp mod">
        <pc:chgData name="吉沢明子" userId="ab3d093b-16fb-4a7e-9919-6303f8bb516a" providerId="ADAL" clId="{17C90DD1-E1F6-494B-AB42-2E474AC32CEC}" dt="2022-09-16T14:16:19.795" v="6873" actId="20577"/>
        <pc:sldMkLst>
          <pc:docMk/>
          <pc:sldMk cId="1895314089" sldId="557"/>
        </pc:sldMkLst>
        <pc:spChg chg="mod">
          <ac:chgData name="吉沢明子" userId="ab3d093b-16fb-4a7e-9919-6303f8bb516a" providerId="ADAL" clId="{17C90DD1-E1F6-494B-AB42-2E474AC32CEC}" dt="2022-09-16T14:16:19.795" v="6873" actId="20577"/>
          <ac:spMkLst>
            <pc:docMk/>
            <pc:sldMk cId="1895314089" sldId="557"/>
            <ac:spMk id="2" creationId="{A0E93004-9CAB-4494-9880-CE07EE5BFF80}"/>
          </ac:spMkLst>
        </pc:spChg>
        <pc:spChg chg="mod">
          <ac:chgData name="吉沢明子" userId="ab3d093b-16fb-4a7e-9919-6303f8bb516a" providerId="ADAL" clId="{17C90DD1-E1F6-494B-AB42-2E474AC32CEC}" dt="2022-09-16T14:16:08.444" v="6871" actId="20577"/>
          <ac:spMkLst>
            <pc:docMk/>
            <pc:sldMk cId="1895314089" sldId="557"/>
            <ac:spMk id="7" creationId="{B79B0D5C-ECA7-4B54-8B74-9A64C87DE473}"/>
          </ac:spMkLst>
        </pc:spChg>
        <pc:spChg chg="mod">
          <ac:chgData name="吉沢明子" userId="ab3d093b-16fb-4a7e-9919-6303f8bb516a" providerId="ADAL" clId="{17C90DD1-E1F6-494B-AB42-2E474AC32CEC}" dt="2022-09-16T14:15:25.075" v="6851" actId="20577"/>
          <ac:spMkLst>
            <pc:docMk/>
            <pc:sldMk cId="1895314089" sldId="557"/>
            <ac:spMk id="15" creationId="{EC9AB0C1-BEDF-5743-B698-D597ED47C939}"/>
          </ac:spMkLst>
        </pc:spChg>
      </pc:sldChg>
      <pc:sldChg chg="modSp mod">
        <pc:chgData name="吉沢明子" userId="ab3d093b-16fb-4a7e-9919-6303f8bb516a" providerId="ADAL" clId="{17C90DD1-E1F6-494B-AB42-2E474AC32CEC}" dt="2022-09-16T14:16:03.036" v="6861" actId="20577"/>
        <pc:sldMkLst>
          <pc:docMk/>
          <pc:sldMk cId="3820184528" sldId="558"/>
        </pc:sldMkLst>
        <pc:spChg chg="mod">
          <ac:chgData name="吉沢明子" userId="ab3d093b-16fb-4a7e-9919-6303f8bb516a" providerId="ADAL" clId="{17C90DD1-E1F6-494B-AB42-2E474AC32CEC}" dt="2022-09-16T14:16:03.036" v="6861" actId="20577"/>
          <ac:spMkLst>
            <pc:docMk/>
            <pc:sldMk cId="3820184528" sldId="558"/>
            <ac:spMk id="7" creationId="{B79B0D5C-ECA7-4B54-8B74-9A64C87DE473}"/>
          </ac:spMkLst>
        </pc:spChg>
        <pc:spChg chg="mod">
          <ac:chgData name="吉沢明子" userId="ab3d093b-16fb-4a7e-9919-6303f8bb516a" providerId="ADAL" clId="{17C90DD1-E1F6-494B-AB42-2E474AC32CEC}" dt="2022-09-16T14:14:43.195" v="6827" actId="20577"/>
          <ac:spMkLst>
            <pc:docMk/>
            <pc:sldMk cId="3820184528" sldId="558"/>
            <ac:spMk id="15" creationId="{EC9AB0C1-BEDF-5743-B698-D597ED47C939}"/>
          </ac:spMkLst>
        </pc:spChg>
      </pc:sldChg>
      <pc:sldChg chg="modSp mod">
        <pc:chgData name="吉沢明子" userId="ab3d093b-16fb-4a7e-9919-6303f8bb516a" providerId="ADAL" clId="{17C90DD1-E1F6-494B-AB42-2E474AC32CEC}" dt="2022-09-16T14:23:21.488" v="7088" actId="20577"/>
        <pc:sldMkLst>
          <pc:docMk/>
          <pc:sldMk cId="2578390177" sldId="560"/>
        </pc:sldMkLst>
        <pc:spChg chg="mod">
          <ac:chgData name="吉沢明子" userId="ab3d093b-16fb-4a7e-9919-6303f8bb516a" providerId="ADAL" clId="{17C90DD1-E1F6-494B-AB42-2E474AC32CEC}" dt="2022-09-16T14:23:21.488" v="7088" actId="20577"/>
          <ac:spMkLst>
            <pc:docMk/>
            <pc:sldMk cId="2578390177" sldId="560"/>
            <ac:spMk id="2" creationId="{A0E93004-9CAB-4494-9880-CE07EE5BFF80}"/>
          </ac:spMkLst>
        </pc:spChg>
        <pc:spChg chg="mod">
          <ac:chgData name="吉沢明子" userId="ab3d093b-16fb-4a7e-9919-6303f8bb516a" providerId="ADAL" clId="{17C90DD1-E1F6-494B-AB42-2E474AC32CEC}" dt="2022-09-16T14:23:18.121" v="7082" actId="20577"/>
          <ac:spMkLst>
            <pc:docMk/>
            <pc:sldMk cId="2578390177" sldId="560"/>
            <ac:spMk id="7" creationId="{B79B0D5C-ECA7-4B54-8B74-9A64C87DE473}"/>
          </ac:spMkLst>
        </pc:spChg>
      </pc:sldChg>
      <pc:sldChg chg="addSp delSp modSp mod">
        <pc:chgData name="吉沢明子" userId="ab3d093b-16fb-4a7e-9919-6303f8bb516a" providerId="ADAL" clId="{17C90DD1-E1F6-494B-AB42-2E474AC32CEC}" dt="2022-09-21T12:31:33.590" v="11916" actId="14734"/>
        <pc:sldMkLst>
          <pc:docMk/>
          <pc:sldMk cId="2799747779" sldId="564"/>
        </pc:sldMkLst>
        <pc:spChg chg="mod">
          <ac:chgData name="吉沢明子" userId="ab3d093b-16fb-4a7e-9919-6303f8bb516a" providerId="ADAL" clId="{17C90DD1-E1F6-494B-AB42-2E474AC32CEC}" dt="2022-09-16T14:17:10.958" v="6919" actId="20577"/>
          <ac:spMkLst>
            <pc:docMk/>
            <pc:sldMk cId="2799747779" sldId="564"/>
            <ac:spMk id="2" creationId="{A0E93004-9CAB-4494-9880-CE07EE5BFF80}"/>
          </ac:spMkLst>
        </pc:spChg>
        <pc:spChg chg="mod">
          <ac:chgData name="吉沢明子" userId="ab3d093b-16fb-4a7e-9919-6303f8bb516a" providerId="ADAL" clId="{17C90DD1-E1F6-494B-AB42-2E474AC32CEC}" dt="2022-09-16T14:17:07.280" v="6912" actId="20577"/>
          <ac:spMkLst>
            <pc:docMk/>
            <pc:sldMk cId="2799747779" sldId="564"/>
            <ac:spMk id="7" creationId="{B79B0D5C-ECA7-4B54-8B74-9A64C87DE473}"/>
          </ac:spMkLst>
        </pc:spChg>
        <pc:spChg chg="mod">
          <ac:chgData name="吉沢明子" userId="ab3d093b-16fb-4a7e-9919-6303f8bb516a" providerId="ADAL" clId="{17C90DD1-E1F6-494B-AB42-2E474AC32CEC}" dt="2022-09-21T11:51:51.011" v="11030" actId="20577"/>
          <ac:spMkLst>
            <pc:docMk/>
            <pc:sldMk cId="2799747779" sldId="564"/>
            <ac:spMk id="10" creationId="{EDC2F6EC-33FC-7A45-B9F6-8DF0DA6B322A}"/>
          </ac:spMkLst>
        </pc:spChg>
        <pc:graphicFrameChg chg="del mod modGraphic">
          <ac:chgData name="吉沢明子" userId="ab3d093b-16fb-4a7e-9919-6303f8bb516a" providerId="ADAL" clId="{17C90DD1-E1F6-494B-AB42-2E474AC32CEC}" dt="2022-09-21T12:17:51.849" v="11617" actId="478"/>
          <ac:graphicFrameMkLst>
            <pc:docMk/>
            <pc:sldMk cId="2799747779" sldId="564"/>
            <ac:graphicFrameMk id="3" creationId="{628B3DA5-36BC-9FAE-F01F-60108A87285F}"/>
          </ac:graphicFrameMkLst>
        </pc:graphicFrameChg>
        <pc:graphicFrameChg chg="add del mod">
          <ac:chgData name="吉沢明子" userId="ab3d093b-16fb-4a7e-9919-6303f8bb516a" providerId="ADAL" clId="{17C90DD1-E1F6-494B-AB42-2E474AC32CEC}" dt="2022-09-21T11:51:48.461" v="11027"/>
          <ac:graphicFrameMkLst>
            <pc:docMk/>
            <pc:sldMk cId="2799747779" sldId="564"/>
            <ac:graphicFrameMk id="5" creationId="{33B62AF0-4653-2CC2-57FC-285EC88C8DEB}"/>
          </ac:graphicFrameMkLst>
        </pc:graphicFrameChg>
        <pc:graphicFrameChg chg="add mod modGraphic">
          <ac:chgData name="吉沢明子" userId="ab3d093b-16fb-4a7e-9919-6303f8bb516a" providerId="ADAL" clId="{17C90DD1-E1F6-494B-AB42-2E474AC32CEC}" dt="2022-09-21T12:31:33.590" v="11916" actId="14734"/>
          <ac:graphicFrameMkLst>
            <pc:docMk/>
            <pc:sldMk cId="2799747779" sldId="564"/>
            <ac:graphicFrameMk id="6" creationId="{B84A5B76-4442-C623-5127-A72ECB25CD8F}"/>
          </ac:graphicFrameMkLst>
        </pc:graphicFrameChg>
      </pc:sldChg>
      <pc:sldChg chg="delSp modSp mod">
        <pc:chgData name="吉沢明子" userId="ab3d093b-16fb-4a7e-9919-6303f8bb516a" providerId="ADAL" clId="{17C90DD1-E1F6-494B-AB42-2E474AC32CEC}" dt="2022-09-18T11:22:14.809" v="7303" actId="478"/>
        <pc:sldMkLst>
          <pc:docMk/>
          <pc:sldMk cId="3202491289" sldId="565"/>
        </pc:sldMkLst>
        <pc:spChg chg="mod">
          <ac:chgData name="吉沢明子" userId="ab3d093b-16fb-4a7e-9919-6303f8bb516a" providerId="ADAL" clId="{17C90DD1-E1F6-494B-AB42-2E474AC32CEC}" dt="2022-09-16T14:18:57.331" v="6934" actId="20577"/>
          <ac:spMkLst>
            <pc:docMk/>
            <pc:sldMk cId="3202491289" sldId="565"/>
            <ac:spMk id="2" creationId="{A0E93004-9CAB-4494-9880-CE07EE5BFF80}"/>
          </ac:spMkLst>
        </pc:spChg>
        <pc:spChg chg="mod">
          <ac:chgData name="吉沢明子" userId="ab3d093b-16fb-4a7e-9919-6303f8bb516a" providerId="ADAL" clId="{17C90DD1-E1F6-494B-AB42-2E474AC32CEC}" dt="2022-09-18T11:21:57.211" v="7301" actId="1076"/>
          <ac:spMkLst>
            <pc:docMk/>
            <pc:sldMk cId="3202491289" sldId="565"/>
            <ac:spMk id="3" creationId="{40790544-CCC8-B3A6-2388-2CF3DF502C08}"/>
          </ac:spMkLst>
        </pc:spChg>
        <pc:spChg chg="mod">
          <ac:chgData name="吉沢明子" userId="ab3d093b-16fb-4a7e-9919-6303f8bb516a" providerId="ADAL" clId="{17C90DD1-E1F6-494B-AB42-2E474AC32CEC}" dt="2022-09-18T11:21:54.129" v="7300" actId="1076"/>
          <ac:spMkLst>
            <pc:docMk/>
            <pc:sldMk cId="3202491289" sldId="565"/>
            <ac:spMk id="5" creationId="{362A4C03-4C9D-AA19-0749-048C520123D9}"/>
          </ac:spMkLst>
        </pc:spChg>
        <pc:spChg chg="mod">
          <ac:chgData name="吉沢明子" userId="ab3d093b-16fb-4a7e-9919-6303f8bb516a" providerId="ADAL" clId="{17C90DD1-E1F6-494B-AB42-2E474AC32CEC}" dt="2022-09-16T14:18:54.127" v="6931" actId="20577"/>
          <ac:spMkLst>
            <pc:docMk/>
            <pc:sldMk cId="3202491289" sldId="565"/>
            <ac:spMk id="7" creationId="{B79B0D5C-ECA7-4B54-8B74-9A64C87DE473}"/>
          </ac:spMkLst>
        </pc:spChg>
        <pc:spChg chg="mod">
          <ac:chgData name="吉沢明子" userId="ab3d093b-16fb-4a7e-9919-6303f8bb516a" providerId="ADAL" clId="{17C90DD1-E1F6-494B-AB42-2E474AC32CEC}" dt="2022-09-18T11:21:48.668" v="7299" actId="20577"/>
          <ac:spMkLst>
            <pc:docMk/>
            <pc:sldMk cId="3202491289" sldId="565"/>
            <ac:spMk id="10" creationId="{EDC2F6EC-33FC-7A45-B9F6-8DF0DA6B322A}"/>
          </ac:spMkLst>
        </pc:spChg>
        <pc:spChg chg="del">
          <ac:chgData name="吉沢明子" userId="ab3d093b-16fb-4a7e-9919-6303f8bb516a" providerId="ADAL" clId="{17C90DD1-E1F6-494B-AB42-2E474AC32CEC}" dt="2022-09-18T11:22:10.773" v="7302" actId="478"/>
          <ac:spMkLst>
            <pc:docMk/>
            <pc:sldMk cId="3202491289" sldId="565"/>
            <ac:spMk id="14" creationId="{0BAE5DE4-4603-90D9-5F54-6230D758484E}"/>
          </ac:spMkLst>
        </pc:spChg>
        <pc:grpChg chg="del">
          <ac:chgData name="吉沢明子" userId="ab3d093b-16fb-4a7e-9919-6303f8bb516a" providerId="ADAL" clId="{17C90DD1-E1F6-494B-AB42-2E474AC32CEC}" dt="2022-09-18T11:22:14.809" v="7303" actId="478"/>
          <ac:grpSpMkLst>
            <pc:docMk/>
            <pc:sldMk cId="3202491289" sldId="565"/>
            <ac:grpSpMk id="12" creationId="{DECE1171-86B8-60DD-694C-2DF1A5E70C3B}"/>
          </ac:grpSpMkLst>
        </pc:grpChg>
      </pc:sldChg>
      <pc:sldChg chg="modSp mod">
        <pc:chgData name="吉沢明子" userId="ab3d093b-16fb-4a7e-9919-6303f8bb516a" providerId="ADAL" clId="{17C90DD1-E1F6-494B-AB42-2E474AC32CEC}" dt="2022-09-18T11:25:21.107" v="7335" actId="207"/>
        <pc:sldMkLst>
          <pc:docMk/>
          <pc:sldMk cId="3281848668" sldId="566"/>
        </pc:sldMkLst>
        <pc:spChg chg="mod">
          <ac:chgData name="吉沢明子" userId="ab3d093b-16fb-4a7e-9919-6303f8bb516a" providerId="ADAL" clId="{17C90DD1-E1F6-494B-AB42-2E474AC32CEC}" dt="2022-09-16T14:20:08.926" v="6937" actId="20577"/>
          <ac:spMkLst>
            <pc:docMk/>
            <pc:sldMk cId="3281848668" sldId="566"/>
            <ac:spMk id="2" creationId="{A0E93004-9CAB-4494-9880-CE07EE5BFF80}"/>
          </ac:spMkLst>
        </pc:spChg>
        <pc:spChg chg="mod">
          <ac:chgData name="吉沢明子" userId="ab3d093b-16fb-4a7e-9919-6303f8bb516a" providerId="ADAL" clId="{17C90DD1-E1F6-494B-AB42-2E474AC32CEC}" dt="2022-09-16T14:20:17.558" v="6954" actId="20577"/>
          <ac:spMkLst>
            <pc:docMk/>
            <pc:sldMk cId="3281848668" sldId="566"/>
            <ac:spMk id="7" creationId="{B79B0D5C-ECA7-4B54-8B74-9A64C87DE473}"/>
          </ac:spMkLst>
        </pc:spChg>
        <pc:spChg chg="mod">
          <ac:chgData name="吉沢明子" userId="ab3d093b-16fb-4a7e-9919-6303f8bb516a" providerId="ADAL" clId="{17C90DD1-E1F6-494B-AB42-2E474AC32CEC}" dt="2022-09-18T11:25:21.107" v="7335" actId="207"/>
          <ac:spMkLst>
            <pc:docMk/>
            <pc:sldMk cId="3281848668" sldId="566"/>
            <ac:spMk id="10" creationId="{EDC2F6EC-33FC-7A45-B9F6-8DF0DA6B322A}"/>
          </ac:spMkLst>
        </pc:spChg>
      </pc:sldChg>
      <pc:sldChg chg="delSp modSp mod">
        <pc:chgData name="吉沢明子" userId="ab3d093b-16fb-4a7e-9919-6303f8bb516a" providerId="ADAL" clId="{17C90DD1-E1F6-494B-AB42-2E474AC32CEC}" dt="2022-09-18T11:27:29.973" v="7387" actId="255"/>
        <pc:sldMkLst>
          <pc:docMk/>
          <pc:sldMk cId="4232704508" sldId="567"/>
        </pc:sldMkLst>
        <pc:spChg chg="mod">
          <ac:chgData name="吉沢明子" userId="ab3d093b-16fb-4a7e-9919-6303f8bb516a" providerId="ADAL" clId="{17C90DD1-E1F6-494B-AB42-2E474AC32CEC}" dt="2022-09-16T14:20:29.782" v="6957" actId="20577"/>
          <ac:spMkLst>
            <pc:docMk/>
            <pc:sldMk cId="4232704508" sldId="567"/>
            <ac:spMk id="2" creationId="{A0E93004-9CAB-4494-9880-CE07EE5BFF80}"/>
          </ac:spMkLst>
        </pc:spChg>
        <pc:spChg chg="mod">
          <ac:chgData name="吉沢明子" userId="ab3d093b-16fb-4a7e-9919-6303f8bb516a" providerId="ADAL" clId="{17C90DD1-E1F6-494B-AB42-2E474AC32CEC}" dt="2022-09-16T14:20:36.214" v="6969" actId="20577"/>
          <ac:spMkLst>
            <pc:docMk/>
            <pc:sldMk cId="4232704508" sldId="567"/>
            <ac:spMk id="7" creationId="{B79B0D5C-ECA7-4B54-8B74-9A64C87DE473}"/>
          </ac:spMkLst>
        </pc:spChg>
        <pc:spChg chg="mod">
          <ac:chgData name="吉沢明子" userId="ab3d093b-16fb-4a7e-9919-6303f8bb516a" providerId="ADAL" clId="{17C90DD1-E1F6-494B-AB42-2E474AC32CEC}" dt="2022-09-18T11:27:29.973" v="7387" actId="255"/>
          <ac:spMkLst>
            <pc:docMk/>
            <pc:sldMk cId="4232704508" sldId="567"/>
            <ac:spMk id="10" creationId="{EDC2F6EC-33FC-7A45-B9F6-8DF0DA6B322A}"/>
          </ac:spMkLst>
        </pc:spChg>
        <pc:grpChg chg="del">
          <ac:chgData name="吉沢明子" userId="ab3d093b-16fb-4a7e-9919-6303f8bb516a" providerId="ADAL" clId="{17C90DD1-E1F6-494B-AB42-2E474AC32CEC}" dt="2022-09-18T11:23:05.261" v="7304" actId="478"/>
          <ac:grpSpMkLst>
            <pc:docMk/>
            <pc:sldMk cId="4232704508" sldId="567"/>
            <ac:grpSpMk id="3" creationId="{91D24EE7-C825-7254-2F91-00D3D7B44B96}"/>
          </ac:grpSpMkLst>
        </pc:grpChg>
      </pc:sldChg>
      <pc:sldChg chg="modSp mod">
        <pc:chgData name="吉沢明子" userId="ab3d093b-16fb-4a7e-9919-6303f8bb516a" providerId="ADAL" clId="{17C90DD1-E1F6-494B-AB42-2E474AC32CEC}" dt="2022-09-18T11:30:44.223" v="7400" actId="1076"/>
        <pc:sldMkLst>
          <pc:docMk/>
          <pc:sldMk cId="3564342845" sldId="568"/>
        </pc:sldMkLst>
        <pc:spChg chg="mod">
          <ac:chgData name="吉沢明子" userId="ab3d093b-16fb-4a7e-9919-6303f8bb516a" providerId="ADAL" clId="{17C90DD1-E1F6-494B-AB42-2E474AC32CEC}" dt="2022-09-16T14:21:13.110" v="6986" actId="20577"/>
          <ac:spMkLst>
            <pc:docMk/>
            <pc:sldMk cId="3564342845" sldId="568"/>
            <ac:spMk id="2" creationId="{A0E93004-9CAB-4494-9880-CE07EE5BFF80}"/>
          </ac:spMkLst>
        </pc:spChg>
        <pc:spChg chg="mod">
          <ac:chgData name="吉沢明子" userId="ab3d093b-16fb-4a7e-9919-6303f8bb516a" providerId="ADAL" clId="{17C90DD1-E1F6-494B-AB42-2E474AC32CEC}" dt="2022-09-18T11:30:35.270" v="7398" actId="1076"/>
          <ac:spMkLst>
            <pc:docMk/>
            <pc:sldMk cId="3564342845" sldId="568"/>
            <ac:spMk id="3" creationId="{4275C926-C17E-4C4A-DFFF-FFED8F903C16}"/>
          </ac:spMkLst>
        </pc:spChg>
        <pc:spChg chg="mod">
          <ac:chgData name="吉沢明子" userId="ab3d093b-16fb-4a7e-9919-6303f8bb516a" providerId="ADAL" clId="{17C90DD1-E1F6-494B-AB42-2E474AC32CEC}" dt="2022-09-18T11:30:39.503" v="7399" actId="1076"/>
          <ac:spMkLst>
            <pc:docMk/>
            <pc:sldMk cId="3564342845" sldId="568"/>
            <ac:spMk id="5" creationId="{F8DDF8A0-1EC8-6794-43E6-1627B1AD1F2E}"/>
          </ac:spMkLst>
        </pc:spChg>
        <pc:spChg chg="mod">
          <ac:chgData name="吉沢明子" userId="ab3d093b-16fb-4a7e-9919-6303f8bb516a" providerId="ADAL" clId="{17C90DD1-E1F6-494B-AB42-2E474AC32CEC}" dt="2022-09-18T11:30:44.223" v="7400" actId="1076"/>
          <ac:spMkLst>
            <pc:docMk/>
            <pc:sldMk cId="3564342845" sldId="568"/>
            <ac:spMk id="6" creationId="{31D59F56-E340-5C55-B928-4E731E07E0F6}"/>
          </ac:spMkLst>
        </pc:spChg>
        <pc:spChg chg="mod">
          <ac:chgData name="吉沢明子" userId="ab3d093b-16fb-4a7e-9919-6303f8bb516a" providerId="ADAL" clId="{17C90DD1-E1F6-494B-AB42-2E474AC32CEC}" dt="2022-09-16T14:21:09.497" v="6984" actId="20577"/>
          <ac:spMkLst>
            <pc:docMk/>
            <pc:sldMk cId="3564342845" sldId="568"/>
            <ac:spMk id="7" creationId="{B79B0D5C-ECA7-4B54-8B74-9A64C87DE473}"/>
          </ac:spMkLst>
        </pc:spChg>
        <pc:spChg chg="mod">
          <ac:chgData name="吉沢明子" userId="ab3d093b-16fb-4a7e-9919-6303f8bb516a" providerId="ADAL" clId="{17C90DD1-E1F6-494B-AB42-2E474AC32CEC}" dt="2022-09-18T11:30:09.443" v="7396" actId="12"/>
          <ac:spMkLst>
            <pc:docMk/>
            <pc:sldMk cId="3564342845" sldId="568"/>
            <ac:spMk id="10" creationId="{EDC2F6EC-33FC-7A45-B9F6-8DF0DA6B322A}"/>
          </ac:spMkLst>
        </pc:spChg>
      </pc:sldChg>
      <pc:sldChg chg="modSp mod">
        <pc:chgData name="吉沢明子" userId="ab3d093b-16fb-4a7e-9919-6303f8bb516a" providerId="ADAL" clId="{17C90DD1-E1F6-494B-AB42-2E474AC32CEC}" dt="2022-09-18T11:31:54.634" v="7418" actId="20577"/>
        <pc:sldMkLst>
          <pc:docMk/>
          <pc:sldMk cId="817052675" sldId="569"/>
        </pc:sldMkLst>
        <pc:spChg chg="mod">
          <ac:chgData name="吉沢明子" userId="ab3d093b-16fb-4a7e-9919-6303f8bb516a" providerId="ADAL" clId="{17C90DD1-E1F6-494B-AB42-2E474AC32CEC}" dt="2022-09-16T14:22:04.409" v="7024" actId="20577"/>
          <ac:spMkLst>
            <pc:docMk/>
            <pc:sldMk cId="817052675" sldId="569"/>
            <ac:spMk id="2" creationId="{A0E93004-9CAB-4494-9880-CE07EE5BFF80}"/>
          </ac:spMkLst>
        </pc:spChg>
        <pc:spChg chg="mod">
          <ac:chgData name="吉沢明子" userId="ab3d093b-16fb-4a7e-9919-6303f8bb516a" providerId="ADAL" clId="{17C90DD1-E1F6-494B-AB42-2E474AC32CEC}" dt="2022-09-16T14:22:01.063" v="7023" actId="1076"/>
          <ac:spMkLst>
            <pc:docMk/>
            <pc:sldMk cId="817052675" sldId="569"/>
            <ac:spMk id="5" creationId="{F8DDF8A0-1EC8-6794-43E6-1627B1AD1F2E}"/>
          </ac:spMkLst>
        </pc:spChg>
        <pc:spChg chg="mod">
          <ac:chgData name="吉沢明子" userId="ab3d093b-16fb-4a7e-9919-6303f8bb516a" providerId="ADAL" clId="{17C90DD1-E1F6-494B-AB42-2E474AC32CEC}" dt="2022-09-16T14:21:35.346" v="7018" actId="20577"/>
          <ac:spMkLst>
            <pc:docMk/>
            <pc:sldMk cId="817052675" sldId="569"/>
            <ac:spMk id="7" creationId="{B79B0D5C-ECA7-4B54-8B74-9A64C87DE473}"/>
          </ac:spMkLst>
        </pc:spChg>
        <pc:spChg chg="mod">
          <ac:chgData name="吉沢明子" userId="ab3d093b-16fb-4a7e-9919-6303f8bb516a" providerId="ADAL" clId="{17C90DD1-E1F6-494B-AB42-2E474AC32CEC}" dt="2022-09-18T11:31:54.634" v="7418" actId="20577"/>
          <ac:spMkLst>
            <pc:docMk/>
            <pc:sldMk cId="817052675" sldId="569"/>
            <ac:spMk id="10" creationId="{EDC2F6EC-33FC-7A45-B9F6-8DF0DA6B322A}"/>
          </ac:spMkLst>
        </pc:spChg>
        <pc:spChg chg="mod">
          <ac:chgData name="吉沢明子" userId="ab3d093b-16fb-4a7e-9919-6303f8bb516a" providerId="ADAL" clId="{17C90DD1-E1F6-494B-AB42-2E474AC32CEC}" dt="2022-09-16T14:21:51.571" v="7022" actId="1076"/>
          <ac:spMkLst>
            <pc:docMk/>
            <pc:sldMk cId="817052675" sldId="569"/>
            <ac:spMk id="12" creationId="{5681FF35-4E7E-FED9-5B86-EFFD698170E9}"/>
          </ac:spMkLst>
        </pc:spChg>
      </pc:sldChg>
      <pc:sldChg chg="modSp mod">
        <pc:chgData name="吉沢明子" userId="ab3d093b-16fb-4a7e-9919-6303f8bb516a" providerId="ADAL" clId="{17C90DD1-E1F6-494B-AB42-2E474AC32CEC}" dt="2022-09-16T14:23:01.346" v="7059" actId="1076"/>
        <pc:sldMkLst>
          <pc:docMk/>
          <pc:sldMk cId="1519346253" sldId="570"/>
        </pc:sldMkLst>
        <pc:spChg chg="mod">
          <ac:chgData name="吉沢明子" userId="ab3d093b-16fb-4a7e-9919-6303f8bb516a" providerId="ADAL" clId="{17C90DD1-E1F6-494B-AB42-2E474AC32CEC}" dt="2022-09-16T14:22:49.961" v="7057" actId="20577"/>
          <ac:spMkLst>
            <pc:docMk/>
            <pc:sldMk cId="1519346253" sldId="570"/>
            <ac:spMk id="2" creationId="{A0E93004-9CAB-4494-9880-CE07EE5BFF80}"/>
          </ac:spMkLst>
        </pc:spChg>
        <pc:spChg chg="mod">
          <ac:chgData name="吉沢明子" userId="ab3d093b-16fb-4a7e-9919-6303f8bb516a" providerId="ADAL" clId="{17C90DD1-E1F6-494B-AB42-2E474AC32CEC}" dt="2022-09-16T14:23:01.346" v="7059" actId="1076"/>
          <ac:spMkLst>
            <pc:docMk/>
            <pc:sldMk cId="1519346253" sldId="570"/>
            <ac:spMk id="5" creationId="{F8DDF8A0-1EC8-6794-43E6-1627B1AD1F2E}"/>
          </ac:spMkLst>
        </pc:spChg>
        <pc:spChg chg="mod">
          <ac:chgData name="吉沢明子" userId="ab3d093b-16fb-4a7e-9919-6303f8bb516a" providerId="ADAL" clId="{17C90DD1-E1F6-494B-AB42-2E474AC32CEC}" dt="2022-09-16T14:22:45.635" v="7054" actId="20577"/>
          <ac:spMkLst>
            <pc:docMk/>
            <pc:sldMk cId="1519346253" sldId="570"/>
            <ac:spMk id="7" creationId="{B79B0D5C-ECA7-4B54-8B74-9A64C87DE473}"/>
          </ac:spMkLst>
        </pc:spChg>
        <pc:spChg chg="mod">
          <ac:chgData name="吉沢明子" userId="ab3d093b-16fb-4a7e-9919-6303f8bb516a" providerId="ADAL" clId="{17C90DD1-E1F6-494B-AB42-2E474AC32CEC}" dt="2022-09-16T14:22:55.379" v="7058" actId="1076"/>
          <ac:spMkLst>
            <pc:docMk/>
            <pc:sldMk cId="1519346253" sldId="570"/>
            <ac:spMk id="15" creationId="{3405B640-BB48-0CC1-3ABF-19BE605E3B32}"/>
          </ac:spMkLst>
        </pc:spChg>
      </pc:sldChg>
      <pc:sldChg chg="del">
        <pc:chgData name="吉沢明子" userId="ab3d093b-16fb-4a7e-9919-6303f8bb516a" providerId="ADAL" clId="{17C90DD1-E1F6-494B-AB42-2E474AC32CEC}" dt="2022-09-16T14:23:55.308" v="7089" actId="47"/>
        <pc:sldMkLst>
          <pc:docMk/>
          <pc:sldMk cId="3241618555" sldId="571"/>
        </pc:sldMkLst>
      </pc:sldChg>
      <pc:sldChg chg="modSp mod">
        <pc:chgData name="吉沢明子" userId="ab3d093b-16fb-4a7e-9919-6303f8bb516a" providerId="ADAL" clId="{17C90DD1-E1F6-494B-AB42-2E474AC32CEC}" dt="2022-09-16T14:29:07.768" v="7110" actId="20577"/>
        <pc:sldMkLst>
          <pc:docMk/>
          <pc:sldMk cId="826233150" sldId="572"/>
        </pc:sldMkLst>
        <pc:spChg chg="mod">
          <ac:chgData name="吉沢明子" userId="ab3d093b-16fb-4a7e-9919-6303f8bb516a" providerId="ADAL" clId="{17C90DD1-E1F6-494B-AB42-2E474AC32CEC}" dt="2022-09-16T14:29:07.768" v="7110" actId="20577"/>
          <ac:spMkLst>
            <pc:docMk/>
            <pc:sldMk cId="826233150" sldId="572"/>
            <ac:spMk id="2" creationId="{A0E93004-9CAB-4494-9880-CE07EE5BFF80}"/>
          </ac:spMkLst>
        </pc:spChg>
        <pc:spChg chg="mod">
          <ac:chgData name="吉沢明子" userId="ab3d093b-16fb-4a7e-9919-6303f8bb516a" providerId="ADAL" clId="{17C90DD1-E1F6-494B-AB42-2E474AC32CEC}" dt="2022-09-16T14:29:04.416" v="7107" actId="20577"/>
          <ac:spMkLst>
            <pc:docMk/>
            <pc:sldMk cId="826233150" sldId="572"/>
            <ac:spMk id="7" creationId="{B79B0D5C-ECA7-4B54-8B74-9A64C87DE473}"/>
          </ac:spMkLst>
        </pc:spChg>
      </pc:sldChg>
      <pc:sldChg chg="modSp mod">
        <pc:chgData name="吉沢明子" userId="ab3d093b-16fb-4a7e-9919-6303f8bb516a" providerId="ADAL" clId="{17C90DD1-E1F6-494B-AB42-2E474AC32CEC}" dt="2022-09-16T14:29:26.116" v="7134" actId="20577"/>
        <pc:sldMkLst>
          <pc:docMk/>
          <pc:sldMk cId="2079500671" sldId="573"/>
        </pc:sldMkLst>
        <pc:spChg chg="mod">
          <ac:chgData name="吉沢明子" userId="ab3d093b-16fb-4a7e-9919-6303f8bb516a" providerId="ADAL" clId="{17C90DD1-E1F6-494B-AB42-2E474AC32CEC}" dt="2022-09-16T14:29:26.116" v="7134" actId="20577"/>
          <ac:spMkLst>
            <pc:docMk/>
            <pc:sldMk cId="2079500671" sldId="573"/>
            <ac:spMk id="2" creationId="{A0E93004-9CAB-4494-9880-CE07EE5BFF80}"/>
          </ac:spMkLst>
        </pc:spChg>
        <pc:spChg chg="mod">
          <ac:chgData name="吉沢明子" userId="ab3d093b-16fb-4a7e-9919-6303f8bb516a" providerId="ADAL" clId="{17C90DD1-E1F6-494B-AB42-2E474AC32CEC}" dt="2022-09-16T14:29:21.555" v="7123" actId="20577"/>
          <ac:spMkLst>
            <pc:docMk/>
            <pc:sldMk cId="2079500671" sldId="573"/>
            <ac:spMk id="7" creationId="{B79B0D5C-ECA7-4B54-8B74-9A64C87DE473}"/>
          </ac:spMkLst>
        </pc:spChg>
      </pc:sldChg>
      <pc:sldChg chg="modSp mod">
        <pc:chgData name="吉沢明子" userId="ab3d093b-16fb-4a7e-9919-6303f8bb516a" providerId="ADAL" clId="{17C90DD1-E1F6-494B-AB42-2E474AC32CEC}" dt="2022-09-16T14:29:38.481" v="7151" actId="20577"/>
        <pc:sldMkLst>
          <pc:docMk/>
          <pc:sldMk cId="1660574588" sldId="574"/>
        </pc:sldMkLst>
        <pc:spChg chg="mod">
          <ac:chgData name="吉沢明子" userId="ab3d093b-16fb-4a7e-9919-6303f8bb516a" providerId="ADAL" clId="{17C90DD1-E1F6-494B-AB42-2E474AC32CEC}" dt="2022-09-16T14:29:38.481" v="7151" actId="20577"/>
          <ac:spMkLst>
            <pc:docMk/>
            <pc:sldMk cId="1660574588" sldId="574"/>
            <ac:spMk id="2" creationId="{A0E93004-9CAB-4494-9880-CE07EE5BFF80}"/>
          </ac:spMkLst>
        </pc:spChg>
        <pc:spChg chg="mod">
          <ac:chgData name="吉沢明子" userId="ab3d093b-16fb-4a7e-9919-6303f8bb516a" providerId="ADAL" clId="{17C90DD1-E1F6-494B-AB42-2E474AC32CEC}" dt="2022-09-16T14:29:35.585" v="7148" actId="20577"/>
          <ac:spMkLst>
            <pc:docMk/>
            <pc:sldMk cId="1660574588" sldId="574"/>
            <ac:spMk id="7" creationId="{B79B0D5C-ECA7-4B54-8B74-9A64C87DE473}"/>
          </ac:spMkLst>
        </pc:spChg>
      </pc:sldChg>
      <pc:sldChg chg="modSp mod">
        <pc:chgData name="吉沢明子" userId="ab3d093b-16fb-4a7e-9919-6303f8bb516a" providerId="ADAL" clId="{17C90DD1-E1F6-494B-AB42-2E474AC32CEC}" dt="2022-09-21T09:45:41.039" v="10591" actId="12"/>
        <pc:sldMkLst>
          <pc:docMk/>
          <pc:sldMk cId="634898708" sldId="575"/>
        </pc:sldMkLst>
        <pc:spChg chg="mod">
          <ac:chgData name="吉沢明子" userId="ab3d093b-16fb-4a7e-9919-6303f8bb516a" providerId="ADAL" clId="{17C90DD1-E1F6-494B-AB42-2E474AC32CEC}" dt="2022-09-18T11:35:11.113" v="7427" actId="20577"/>
          <ac:spMkLst>
            <pc:docMk/>
            <pc:sldMk cId="634898708" sldId="575"/>
            <ac:spMk id="2" creationId="{A0E93004-9CAB-4494-9880-CE07EE5BFF80}"/>
          </ac:spMkLst>
        </pc:spChg>
        <pc:spChg chg="mod">
          <ac:chgData name="吉沢明子" userId="ab3d093b-16fb-4a7e-9919-6303f8bb516a" providerId="ADAL" clId="{17C90DD1-E1F6-494B-AB42-2E474AC32CEC}" dt="2022-09-18T11:35:07.313" v="7425" actId="20577"/>
          <ac:spMkLst>
            <pc:docMk/>
            <pc:sldMk cId="634898708" sldId="575"/>
            <ac:spMk id="7" creationId="{B79B0D5C-ECA7-4B54-8B74-9A64C87DE473}"/>
          </ac:spMkLst>
        </pc:spChg>
        <pc:spChg chg="mod">
          <ac:chgData name="吉沢明子" userId="ab3d093b-16fb-4a7e-9919-6303f8bb516a" providerId="ADAL" clId="{17C90DD1-E1F6-494B-AB42-2E474AC32CEC}" dt="2022-09-21T09:45:41.039" v="10591" actId="12"/>
          <ac:spMkLst>
            <pc:docMk/>
            <pc:sldMk cId="634898708" sldId="575"/>
            <ac:spMk id="10" creationId="{EDC2F6EC-33FC-7A45-B9F6-8DF0DA6B322A}"/>
          </ac:spMkLst>
        </pc:spChg>
      </pc:sldChg>
      <pc:sldChg chg="addSp delSp modSp mod">
        <pc:chgData name="吉沢明子" userId="ab3d093b-16fb-4a7e-9919-6303f8bb516a" providerId="ADAL" clId="{17C90DD1-E1F6-494B-AB42-2E474AC32CEC}" dt="2022-09-21T12:27:50.542" v="11864" actId="255"/>
        <pc:sldMkLst>
          <pc:docMk/>
          <pc:sldMk cId="921114116" sldId="576"/>
        </pc:sldMkLst>
        <pc:spChg chg="mod">
          <ac:chgData name="吉沢明子" userId="ab3d093b-16fb-4a7e-9919-6303f8bb516a" providerId="ADAL" clId="{17C90DD1-E1F6-494B-AB42-2E474AC32CEC}" dt="2022-09-18T11:36:09.419" v="7469" actId="20577"/>
          <ac:spMkLst>
            <pc:docMk/>
            <pc:sldMk cId="921114116" sldId="576"/>
            <ac:spMk id="2" creationId="{A0E93004-9CAB-4494-9880-CE07EE5BFF80}"/>
          </ac:spMkLst>
        </pc:spChg>
        <pc:spChg chg="add del mod">
          <ac:chgData name="吉沢明子" userId="ab3d093b-16fb-4a7e-9919-6303f8bb516a" providerId="ADAL" clId="{17C90DD1-E1F6-494B-AB42-2E474AC32CEC}" dt="2022-09-21T12:26:51.473" v="11852" actId="478"/>
          <ac:spMkLst>
            <pc:docMk/>
            <pc:sldMk cId="921114116" sldId="576"/>
            <ac:spMk id="3" creationId="{024BCD66-ED16-3AD8-214D-1BBA465A7ED9}"/>
          </ac:spMkLst>
        </pc:spChg>
        <pc:spChg chg="mod">
          <ac:chgData name="吉沢明子" userId="ab3d093b-16fb-4a7e-9919-6303f8bb516a" providerId="ADAL" clId="{17C90DD1-E1F6-494B-AB42-2E474AC32CEC}" dt="2022-09-18T11:36:41.057" v="7473" actId="1076"/>
          <ac:spMkLst>
            <pc:docMk/>
            <pc:sldMk cId="921114116" sldId="576"/>
            <ac:spMk id="5" creationId="{F8DDF8A0-1EC8-6794-43E6-1627B1AD1F2E}"/>
          </ac:spMkLst>
        </pc:spChg>
        <pc:spChg chg="del">
          <ac:chgData name="吉沢明子" userId="ab3d093b-16fb-4a7e-9919-6303f8bb516a" providerId="ADAL" clId="{17C90DD1-E1F6-494B-AB42-2E474AC32CEC}" dt="2022-09-21T12:26:56.696" v="11853" actId="478"/>
          <ac:spMkLst>
            <pc:docMk/>
            <pc:sldMk cId="921114116" sldId="576"/>
            <ac:spMk id="6" creationId="{31D59F56-E340-5C55-B928-4E731E07E0F6}"/>
          </ac:spMkLst>
        </pc:spChg>
        <pc:spChg chg="mod">
          <ac:chgData name="吉沢明子" userId="ab3d093b-16fb-4a7e-9919-6303f8bb516a" providerId="ADAL" clId="{17C90DD1-E1F6-494B-AB42-2E474AC32CEC}" dt="2022-09-18T11:36:02.982" v="7466" actId="20577"/>
          <ac:spMkLst>
            <pc:docMk/>
            <pc:sldMk cId="921114116" sldId="576"/>
            <ac:spMk id="7" creationId="{B79B0D5C-ECA7-4B54-8B74-9A64C87DE473}"/>
          </ac:spMkLst>
        </pc:spChg>
        <pc:spChg chg="mod">
          <ac:chgData name="吉沢明子" userId="ab3d093b-16fb-4a7e-9919-6303f8bb516a" providerId="ADAL" clId="{17C90DD1-E1F6-494B-AB42-2E474AC32CEC}" dt="2022-09-21T12:27:50.542" v="11864" actId="255"/>
          <ac:spMkLst>
            <pc:docMk/>
            <pc:sldMk cId="921114116" sldId="576"/>
            <ac:spMk id="10" creationId="{EDC2F6EC-33FC-7A45-B9F6-8DF0DA6B322A}"/>
          </ac:spMkLst>
        </pc:spChg>
        <pc:spChg chg="del">
          <ac:chgData name="吉沢明子" userId="ab3d093b-16fb-4a7e-9919-6303f8bb516a" providerId="ADAL" clId="{17C90DD1-E1F6-494B-AB42-2E474AC32CEC}" dt="2022-09-21T12:27:00.492" v="11854" actId="478"/>
          <ac:spMkLst>
            <pc:docMk/>
            <pc:sldMk cId="921114116" sldId="576"/>
            <ac:spMk id="11" creationId="{D5B7888F-0748-6E05-26AD-C0875B4E7231}"/>
          </ac:spMkLst>
        </pc:spChg>
        <pc:spChg chg="mod">
          <ac:chgData name="吉沢明子" userId="ab3d093b-16fb-4a7e-9919-6303f8bb516a" providerId="ADAL" clId="{17C90DD1-E1F6-494B-AB42-2E474AC32CEC}" dt="2022-09-18T11:36:33.004" v="7472" actId="1076"/>
          <ac:spMkLst>
            <pc:docMk/>
            <pc:sldMk cId="921114116" sldId="576"/>
            <ac:spMk id="12" creationId="{5681FF35-4E7E-FED9-5B86-EFFD698170E9}"/>
          </ac:spMkLst>
        </pc:spChg>
        <pc:spChg chg="add del mod">
          <ac:chgData name="吉沢明子" userId="ab3d093b-16fb-4a7e-9919-6303f8bb516a" providerId="ADAL" clId="{17C90DD1-E1F6-494B-AB42-2E474AC32CEC}" dt="2022-09-21T12:26:47.964" v="11851" actId="478"/>
          <ac:spMkLst>
            <pc:docMk/>
            <pc:sldMk cId="921114116" sldId="576"/>
            <ac:spMk id="13" creationId="{933EF6E8-894B-F430-4216-138E688BF505}"/>
          </ac:spMkLst>
        </pc:spChg>
        <pc:spChg chg="add del mod">
          <ac:chgData name="吉沢明子" userId="ab3d093b-16fb-4a7e-9919-6303f8bb516a" providerId="ADAL" clId="{17C90DD1-E1F6-494B-AB42-2E474AC32CEC}" dt="2022-09-21T12:26:44.471" v="11850" actId="478"/>
          <ac:spMkLst>
            <pc:docMk/>
            <pc:sldMk cId="921114116" sldId="576"/>
            <ac:spMk id="14" creationId="{C3F84FF6-FB21-6760-3721-BAAC1EE40292}"/>
          </ac:spMkLst>
        </pc:spChg>
        <pc:spChg chg="add del mod">
          <ac:chgData name="吉沢明子" userId="ab3d093b-16fb-4a7e-9919-6303f8bb516a" providerId="ADAL" clId="{17C90DD1-E1F6-494B-AB42-2E474AC32CEC}" dt="2022-09-21T12:26:40.754" v="11849" actId="478"/>
          <ac:spMkLst>
            <pc:docMk/>
            <pc:sldMk cId="921114116" sldId="576"/>
            <ac:spMk id="15" creationId="{B927E367-4E69-E11A-F0D6-A0B224ECF54B}"/>
          </ac:spMkLst>
        </pc:spChg>
        <pc:spChg chg="add del mod">
          <ac:chgData name="吉沢明子" userId="ab3d093b-16fb-4a7e-9919-6303f8bb516a" providerId="ADAL" clId="{17C90DD1-E1F6-494B-AB42-2E474AC32CEC}" dt="2022-09-21T12:26:37.691" v="11848" actId="478"/>
          <ac:spMkLst>
            <pc:docMk/>
            <pc:sldMk cId="921114116" sldId="576"/>
            <ac:spMk id="16" creationId="{107F4FBE-A5BD-0B5D-A6A3-CBA7589503CC}"/>
          </ac:spMkLst>
        </pc:spChg>
        <pc:spChg chg="add del mod">
          <ac:chgData name="吉沢明子" userId="ab3d093b-16fb-4a7e-9919-6303f8bb516a" providerId="ADAL" clId="{17C90DD1-E1F6-494B-AB42-2E474AC32CEC}" dt="2022-09-21T12:26:28.139" v="11846" actId="478"/>
          <ac:spMkLst>
            <pc:docMk/>
            <pc:sldMk cId="921114116" sldId="576"/>
            <ac:spMk id="17" creationId="{A5AEE1BB-2C41-3635-46C8-9F64C9900BD2}"/>
          </ac:spMkLst>
        </pc:spChg>
      </pc:sldChg>
      <pc:sldChg chg="modSp mod">
        <pc:chgData name="吉沢明子" userId="ab3d093b-16fb-4a7e-9919-6303f8bb516a" providerId="ADAL" clId="{17C90DD1-E1F6-494B-AB42-2E474AC32CEC}" dt="2022-09-18T11:38:28.948" v="7504" actId="1076"/>
        <pc:sldMkLst>
          <pc:docMk/>
          <pc:sldMk cId="3712147288" sldId="577"/>
        </pc:sldMkLst>
        <pc:spChg chg="mod">
          <ac:chgData name="吉沢明子" userId="ab3d093b-16fb-4a7e-9919-6303f8bb516a" providerId="ADAL" clId="{17C90DD1-E1F6-494B-AB42-2E474AC32CEC}" dt="2022-09-18T11:38:16.405" v="7502" actId="20577"/>
          <ac:spMkLst>
            <pc:docMk/>
            <pc:sldMk cId="3712147288" sldId="577"/>
            <ac:spMk id="2" creationId="{A0E93004-9CAB-4494-9880-CE07EE5BFF80}"/>
          </ac:spMkLst>
        </pc:spChg>
        <pc:spChg chg="mod">
          <ac:chgData name="吉沢明子" userId="ab3d093b-16fb-4a7e-9919-6303f8bb516a" providerId="ADAL" clId="{17C90DD1-E1F6-494B-AB42-2E474AC32CEC}" dt="2022-09-18T11:38:08.834" v="7498" actId="20577"/>
          <ac:spMkLst>
            <pc:docMk/>
            <pc:sldMk cId="3712147288" sldId="577"/>
            <ac:spMk id="7" creationId="{B79B0D5C-ECA7-4B54-8B74-9A64C87DE473}"/>
          </ac:spMkLst>
        </pc:spChg>
        <pc:spChg chg="mod">
          <ac:chgData name="吉沢明子" userId="ab3d093b-16fb-4a7e-9919-6303f8bb516a" providerId="ADAL" clId="{17C90DD1-E1F6-494B-AB42-2E474AC32CEC}" dt="2022-09-18T11:38:22.825" v="7503" actId="1076"/>
          <ac:spMkLst>
            <pc:docMk/>
            <pc:sldMk cId="3712147288" sldId="577"/>
            <ac:spMk id="11" creationId="{CD9A024B-1EFE-3445-869D-D584A00F386D}"/>
          </ac:spMkLst>
        </pc:spChg>
        <pc:spChg chg="mod">
          <ac:chgData name="吉沢明子" userId="ab3d093b-16fb-4a7e-9919-6303f8bb516a" providerId="ADAL" clId="{17C90DD1-E1F6-494B-AB42-2E474AC32CEC}" dt="2022-09-18T11:38:28.948" v="7504" actId="1076"/>
          <ac:spMkLst>
            <pc:docMk/>
            <pc:sldMk cId="3712147288" sldId="577"/>
            <ac:spMk id="13" creationId="{DCC5D9CA-661B-EF45-BE78-748A6FA35672}"/>
          </ac:spMkLst>
        </pc:spChg>
      </pc:sldChg>
      <pc:sldChg chg="delSp modSp mod">
        <pc:chgData name="吉沢明子" userId="ab3d093b-16fb-4a7e-9919-6303f8bb516a" providerId="ADAL" clId="{17C90DD1-E1F6-494B-AB42-2E474AC32CEC}" dt="2022-09-18T11:44:22.930" v="7644" actId="20577"/>
        <pc:sldMkLst>
          <pc:docMk/>
          <pc:sldMk cId="3031978050" sldId="578"/>
        </pc:sldMkLst>
        <pc:spChg chg="mod">
          <ac:chgData name="吉沢明子" userId="ab3d093b-16fb-4a7e-9919-6303f8bb516a" providerId="ADAL" clId="{17C90DD1-E1F6-494B-AB42-2E474AC32CEC}" dt="2022-09-18T11:43:23.281" v="7629" actId="20577"/>
          <ac:spMkLst>
            <pc:docMk/>
            <pc:sldMk cId="3031978050" sldId="578"/>
            <ac:spMk id="2" creationId="{A0E93004-9CAB-4494-9880-CE07EE5BFF80}"/>
          </ac:spMkLst>
        </pc:spChg>
        <pc:spChg chg="del">
          <ac:chgData name="吉沢明子" userId="ab3d093b-16fb-4a7e-9919-6303f8bb516a" providerId="ADAL" clId="{17C90DD1-E1F6-494B-AB42-2E474AC32CEC}" dt="2022-09-18T11:43:38.726" v="7631" actId="478"/>
          <ac:spMkLst>
            <pc:docMk/>
            <pc:sldMk cId="3031978050" sldId="578"/>
            <ac:spMk id="3" creationId="{0F816D9A-5905-48A3-087B-1789900728C4}"/>
          </ac:spMkLst>
        </pc:spChg>
        <pc:spChg chg="mod">
          <ac:chgData name="吉沢明子" userId="ab3d093b-16fb-4a7e-9919-6303f8bb516a" providerId="ADAL" clId="{17C90DD1-E1F6-494B-AB42-2E474AC32CEC}" dt="2022-09-18T11:39:02.450" v="7515" actId="20577"/>
          <ac:spMkLst>
            <pc:docMk/>
            <pc:sldMk cId="3031978050" sldId="578"/>
            <ac:spMk id="7" creationId="{B79B0D5C-ECA7-4B54-8B74-9A64C87DE473}"/>
          </ac:spMkLst>
        </pc:spChg>
        <pc:spChg chg="mod">
          <ac:chgData name="吉沢明子" userId="ab3d093b-16fb-4a7e-9919-6303f8bb516a" providerId="ADAL" clId="{17C90DD1-E1F6-494B-AB42-2E474AC32CEC}" dt="2022-09-18T11:44:22.930" v="7644" actId="20577"/>
          <ac:spMkLst>
            <pc:docMk/>
            <pc:sldMk cId="3031978050" sldId="578"/>
            <ac:spMk id="10" creationId="{EDC2F6EC-33FC-7A45-B9F6-8DF0DA6B322A}"/>
          </ac:spMkLst>
        </pc:spChg>
        <pc:spChg chg="mod">
          <ac:chgData name="吉沢明子" userId="ab3d093b-16fb-4a7e-9919-6303f8bb516a" providerId="ADAL" clId="{17C90DD1-E1F6-494B-AB42-2E474AC32CEC}" dt="2022-09-18T11:39:17.371" v="7520" actId="1076"/>
          <ac:spMkLst>
            <pc:docMk/>
            <pc:sldMk cId="3031978050" sldId="578"/>
            <ac:spMk id="11" creationId="{CD9A024B-1EFE-3445-869D-D584A00F386D}"/>
          </ac:spMkLst>
        </pc:spChg>
        <pc:spChg chg="del">
          <ac:chgData name="吉沢明子" userId="ab3d093b-16fb-4a7e-9919-6303f8bb516a" providerId="ADAL" clId="{17C90DD1-E1F6-494B-AB42-2E474AC32CEC}" dt="2022-09-18T11:43:41.994" v="7632" actId="478"/>
          <ac:spMkLst>
            <pc:docMk/>
            <pc:sldMk cId="3031978050" sldId="578"/>
            <ac:spMk id="12" creationId="{E6140445-0534-1F94-7E62-0873D54366C5}"/>
          </ac:spMkLst>
        </pc:spChg>
        <pc:spChg chg="mod">
          <ac:chgData name="吉沢明子" userId="ab3d093b-16fb-4a7e-9919-6303f8bb516a" providerId="ADAL" clId="{17C90DD1-E1F6-494B-AB42-2E474AC32CEC}" dt="2022-09-18T11:39:20.940" v="7521" actId="1076"/>
          <ac:spMkLst>
            <pc:docMk/>
            <pc:sldMk cId="3031978050" sldId="578"/>
            <ac:spMk id="13" creationId="{DCC5D9CA-661B-EF45-BE78-748A6FA35672}"/>
          </ac:spMkLst>
        </pc:spChg>
      </pc:sldChg>
      <pc:sldChg chg="modSp mod">
        <pc:chgData name="吉沢明子" userId="ab3d093b-16fb-4a7e-9919-6303f8bb516a" providerId="ADAL" clId="{17C90DD1-E1F6-494B-AB42-2E474AC32CEC}" dt="2022-09-18T11:45:19.016" v="7653" actId="20577"/>
        <pc:sldMkLst>
          <pc:docMk/>
          <pc:sldMk cId="2189440999" sldId="579"/>
        </pc:sldMkLst>
        <pc:spChg chg="mod">
          <ac:chgData name="吉沢明子" userId="ab3d093b-16fb-4a7e-9919-6303f8bb516a" providerId="ADAL" clId="{17C90DD1-E1F6-494B-AB42-2E474AC32CEC}" dt="2022-09-18T11:45:19.016" v="7653" actId="20577"/>
          <ac:spMkLst>
            <pc:docMk/>
            <pc:sldMk cId="2189440999" sldId="579"/>
            <ac:spMk id="2" creationId="{A0E93004-9CAB-4494-9880-CE07EE5BFF80}"/>
          </ac:spMkLst>
        </pc:spChg>
        <pc:spChg chg="mod">
          <ac:chgData name="吉沢明子" userId="ab3d093b-16fb-4a7e-9919-6303f8bb516a" providerId="ADAL" clId="{17C90DD1-E1F6-494B-AB42-2E474AC32CEC}" dt="2022-09-18T11:45:14.549" v="7651" actId="20577"/>
          <ac:spMkLst>
            <pc:docMk/>
            <pc:sldMk cId="2189440999" sldId="579"/>
            <ac:spMk id="7" creationId="{B79B0D5C-ECA7-4B54-8B74-9A64C87DE473}"/>
          </ac:spMkLst>
        </pc:spChg>
      </pc:sldChg>
      <pc:sldChg chg="modSp mod">
        <pc:chgData name="吉沢明子" userId="ab3d093b-16fb-4a7e-9919-6303f8bb516a" providerId="ADAL" clId="{17C90DD1-E1F6-494B-AB42-2E474AC32CEC}" dt="2022-09-21T09:44:46.692" v="10585" actId="20577"/>
        <pc:sldMkLst>
          <pc:docMk/>
          <pc:sldMk cId="2972955812" sldId="580"/>
        </pc:sldMkLst>
        <pc:spChg chg="mod">
          <ac:chgData name="吉沢明子" userId="ab3d093b-16fb-4a7e-9919-6303f8bb516a" providerId="ADAL" clId="{17C90DD1-E1F6-494B-AB42-2E474AC32CEC}" dt="2022-09-18T11:46:01.347" v="7665" actId="20577"/>
          <ac:spMkLst>
            <pc:docMk/>
            <pc:sldMk cId="2972955812" sldId="580"/>
            <ac:spMk id="2" creationId="{A0E93004-9CAB-4494-9880-CE07EE5BFF80}"/>
          </ac:spMkLst>
        </pc:spChg>
        <pc:spChg chg="mod">
          <ac:chgData name="吉沢明子" userId="ab3d093b-16fb-4a7e-9919-6303f8bb516a" providerId="ADAL" clId="{17C90DD1-E1F6-494B-AB42-2E474AC32CEC}" dt="2022-09-18T11:45:58.506" v="7664"/>
          <ac:spMkLst>
            <pc:docMk/>
            <pc:sldMk cId="2972955812" sldId="580"/>
            <ac:spMk id="7" creationId="{B79B0D5C-ECA7-4B54-8B74-9A64C87DE473}"/>
          </ac:spMkLst>
        </pc:spChg>
        <pc:spChg chg="mod">
          <ac:chgData name="吉沢明子" userId="ab3d093b-16fb-4a7e-9919-6303f8bb516a" providerId="ADAL" clId="{17C90DD1-E1F6-494B-AB42-2E474AC32CEC}" dt="2022-09-21T09:44:46.692" v="10585" actId="20577"/>
          <ac:spMkLst>
            <pc:docMk/>
            <pc:sldMk cId="2972955812" sldId="580"/>
            <ac:spMk id="10" creationId="{EDC2F6EC-33FC-7A45-B9F6-8DF0DA6B322A}"/>
          </ac:spMkLst>
        </pc:spChg>
      </pc:sldChg>
      <pc:sldChg chg="modSp mod">
        <pc:chgData name="吉沢明子" userId="ab3d093b-16fb-4a7e-9919-6303f8bb516a" providerId="ADAL" clId="{17C90DD1-E1F6-494B-AB42-2E474AC32CEC}" dt="2022-09-21T09:44:09.809" v="10579" actId="255"/>
        <pc:sldMkLst>
          <pc:docMk/>
          <pc:sldMk cId="4185599089" sldId="581"/>
        </pc:sldMkLst>
        <pc:spChg chg="mod">
          <ac:chgData name="吉沢明子" userId="ab3d093b-16fb-4a7e-9919-6303f8bb516a" providerId="ADAL" clId="{17C90DD1-E1F6-494B-AB42-2E474AC32CEC}" dt="2022-09-18T11:46:57.772" v="7679" actId="20577"/>
          <ac:spMkLst>
            <pc:docMk/>
            <pc:sldMk cId="4185599089" sldId="581"/>
            <ac:spMk id="2" creationId="{A0E93004-9CAB-4494-9880-CE07EE5BFF80}"/>
          </ac:spMkLst>
        </pc:spChg>
        <pc:spChg chg="mod">
          <ac:chgData name="吉沢明子" userId="ab3d093b-16fb-4a7e-9919-6303f8bb516a" providerId="ADAL" clId="{17C90DD1-E1F6-494B-AB42-2E474AC32CEC}" dt="2022-09-18T11:47:10.146" v="7687"/>
          <ac:spMkLst>
            <pc:docMk/>
            <pc:sldMk cId="4185599089" sldId="581"/>
            <ac:spMk id="7" creationId="{B79B0D5C-ECA7-4B54-8B74-9A64C87DE473}"/>
          </ac:spMkLst>
        </pc:spChg>
        <pc:spChg chg="mod">
          <ac:chgData name="吉沢明子" userId="ab3d093b-16fb-4a7e-9919-6303f8bb516a" providerId="ADAL" clId="{17C90DD1-E1F6-494B-AB42-2E474AC32CEC}" dt="2022-09-21T09:44:09.809" v="10579" actId="255"/>
          <ac:spMkLst>
            <pc:docMk/>
            <pc:sldMk cId="4185599089" sldId="581"/>
            <ac:spMk id="10" creationId="{EDC2F6EC-33FC-7A45-B9F6-8DF0DA6B322A}"/>
          </ac:spMkLst>
        </pc:spChg>
      </pc:sldChg>
      <pc:sldChg chg="modSp mod">
        <pc:chgData name="吉沢明子" userId="ab3d093b-16fb-4a7e-9919-6303f8bb516a" providerId="ADAL" clId="{17C90DD1-E1F6-494B-AB42-2E474AC32CEC}" dt="2022-09-18T11:49:15.981" v="7740" actId="2711"/>
        <pc:sldMkLst>
          <pc:docMk/>
          <pc:sldMk cId="2588041683" sldId="582"/>
        </pc:sldMkLst>
        <pc:spChg chg="mod">
          <ac:chgData name="吉沢明子" userId="ab3d093b-16fb-4a7e-9919-6303f8bb516a" providerId="ADAL" clId="{17C90DD1-E1F6-494B-AB42-2E474AC32CEC}" dt="2022-09-18T11:47:53.659" v="7698" actId="20577"/>
          <ac:spMkLst>
            <pc:docMk/>
            <pc:sldMk cId="2588041683" sldId="582"/>
            <ac:spMk id="2" creationId="{A0E93004-9CAB-4494-9880-CE07EE5BFF80}"/>
          </ac:spMkLst>
        </pc:spChg>
        <pc:spChg chg="mod">
          <ac:chgData name="吉沢明子" userId="ab3d093b-16fb-4a7e-9919-6303f8bb516a" providerId="ADAL" clId="{17C90DD1-E1F6-494B-AB42-2E474AC32CEC}" dt="2022-09-18T11:47:51.533" v="7695"/>
          <ac:spMkLst>
            <pc:docMk/>
            <pc:sldMk cId="2588041683" sldId="582"/>
            <ac:spMk id="7" creationId="{B79B0D5C-ECA7-4B54-8B74-9A64C87DE473}"/>
          </ac:spMkLst>
        </pc:spChg>
        <pc:spChg chg="mod">
          <ac:chgData name="吉沢明子" userId="ab3d093b-16fb-4a7e-9919-6303f8bb516a" providerId="ADAL" clId="{17C90DD1-E1F6-494B-AB42-2E474AC32CEC}" dt="2022-09-18T11:49:15.981" v="7740" actId="2711"/>
          <ac:spMkLst>
            <pc:docMk/>
            <pc:sldMk cId="2588041683" sldId="582"/>
            <ac:spMk id="10" creationId="{EDC2F6EC-33FC-7A45-B9F6-8DF0DA6B322A}"/>
          </ac:spMkLst>
        </pc:spChg>
      </pc:sldChg>
      <pc:sldChg chg="modSp mod">
        <pc:chgData name="吉沢明子" userId="ab3d093b-16fb-4a7e-9919-6303f8bb516a" providerId="ADAL" clId="{17C90DD1-E1F6-494B-AB42-2E474AC32CEC}" dt="2022-09-18T11:49:48.251" v="7751" actId="20577"/>
        <pc:sldMkLst>
          <pc:docMk/>
          <pc:sldMk cId="4053429599" sldId="583"/>
        </pc:sldMkLst>
        <pc:spChg chg="mod">
          <ac:chgData name="吉沢明子" userId="ab3d093b-16fb-4a7e-9919-6303f8bb516a" providerId="ADAL" clId="{17C90DD1-E1F6-494B-AB42-2E474AC32CEC}" dt="2022-09-18T11:49:48.251" v="7751" actId="20577"/>
          <ac:spMkLst>
            <pc:docMk/>
            <pc:sldMk cId="4053429599" sldId="583"/>
            <ac:spMk id="2" creationId="{A0E93004-9CAB-4494-9880-CE07EE5BFF80}"/>
          </ac:spMkLst>
        </pc:spChg>
        <pc:spChg chg="mod">
          <ac:chgData name="吉沢明子" userId="ab3d093b-16fb-4a7e-9919-6303f8bb516a" providerId="ADAL" clId="{17C90DD1-E1F6-494B-AB42-2E474AC32CEC}" dt="2022-09-18T11:49:45.728" v="7748"/>
          <ac:spMkLst>
            <pc:docMk/>
            <pc:sldMk cId="4053429599" sldId="583"/>
            <ac:spMk id="7" creationId="{B79B0D5C-ECA7-4B54-8B74-9A64C87DE473}"/>
          </ac:spMkLst>
        </pc:spChg>
      </pc:sldChg>
      <pc:sldChg chg="modSp mod">
        <pc:chgData name="吉沢明子" userId="ab3d093b-16fb-4a7e-9919-6303f8bb516a" providerId="ADAL" clId="{17C90DD1-E1F6-494B-AB42-2E474AC32CEC}" dt="2022-09-21T09:43:48.068" v="10578" actId="255"/>
        <pc:sldMkLst>
          <pc:docMk/>
          <pc:sldMk cId="598049024" sldId="584"/>
        </pc:sldMkLst>
        <pc:spChg chg="mod">
          <ac:chgData name="吉沢明子" userId="ab3d093b-16fb-4a7e-9919-6303f8bb516a" providerId="ADAL" clId="{17C90DD1-E1F6-494B-AB42-2E474AC32CEC}" dt="2022-09-18T11:50:11.890" v="7762" actId="20577"/>
          <ac:spMkLst>
            <pc:docMk/>
            <pc:sldMk cId="598049024" sldId="584"/>
            <ac:spMk id="2" creationId="{A0E93004-9CAB-4494-9880-CE07EE5BFF80}"/>
          </ac:spMkLst>
        </pc:spChg>
        <pc:spChg chg="mod">
          <ac:chgData name="吉沢明子" userId="ab3d093b-16fb-4a7e-9919-6303f8bb516a" providerId="ADAL" clId="{17C90DD1-E1F6-494B-AB42-2E474AC32CEC}" dt="2022-09-18T11:50:09.789" v="7759"/>
          <ac:spMkLst>
            <pc:docMk/>
            <pc:sldMk cId="598049024" sldId="584"/>
            <ac:spMk id="7" creationId="{B79B0D5C-ECA7-4B54-8B74-9A64C87DE473}"/>
          </ac:spMkLst>
        </pc:spChg>
        <pc:spChg chg="mod">
          <ac:chgData name="吉沢明子" userId="ab3d093b-16fb-4a7e-9919-6303f8bb516a" providerId="ADAL" clId="{17C90DD1-E1F6-494B-AB42-2E474AC32CEC}" dt="2022-09-21T09:43:48.068" v="10578" actId="255"/>
          <ac:spMkLst>
            <pc:docMk/>
            <pc:sldMk cId="598049024" sldId="584"/>
            <ac:spMk id="10" creationId="{EDC2F6EC-33FC-7A45-B9F6-8DF0DA6B322A}"/>
          </ac:spMkLst>
        </pc:spChg>
      </pc:sldChg>
      <pc:sldChg chg="modSp mod">
        <pc:chgData name="吉沢明子" userId="ab3d093b-16fb-4a7e-9919-6303f8bb516a" providerId="ADAL" clId="{17C90DD1-E1F6-494B-AB42-2E474AC32CEC}" dt="2022-09-21T09:43:35.036" v="10577" actId="255"/>
        <pc:sldMkLst>
          <pc:docMk/>
          <pc:sldMk cId="3712324040" sldId="585"/>
        </pc:sldMkLst>
        <pc:spChg chg="mod">
          <ac:chgData name="吉沢明子" userId="ab3d093b-16fb-4a7e-9919-6303f8bb516a" providerId="ADAL" clId="{17C90DD1-E1F6-494B-AB42-2E474AC32CEC}" dt="2022-09-18T11:50:25.746" v="7771" actId="20577"/>
          <ac:spMkLst>
            <pc:docMk/>
            <pc:sldMk cId="3712324040" sldId="585"/>
            <ac:spMk id="2" creationId="{A0E93004-9CAB-4494-9880-CE07EE5BFF80}"/>
          </ac:spMkLst>
        </pc:spChg>
        <pc:spChg chg="mod">
          <ac:chgData name="吉沢明子" userId="ab3d093b-16fb-4a7e-9919-6303f8bb516a" providerId="ADAL" clId="{17C90DD1-E1F6-494B-AB42-2E474AC32CEC}" dt="2022-09-18T11:50:22.658" v="7769" actId="20577"/>
          <ac:spMkLst>
            <pc:docMk/>
            <pc:sldMk cId="3712324040" sldId="585"/>
            <ac:spMk id="7" creationId="{B79B0D5C-ECA7-4B54-8B74-9A64C87DE473}"/>
          </ac:spMkLst>
        </pc:spChg>
        <pc:spChg chg="mod">
          <ac:chgData name="吉沢明子" userId="ab3d093b-16fb-4a7e-9919-6303f8bb516a" providerId="ADAL" clId="{17C90DD1-E1F6-494B-AB42-2E474AC32CEC}" dt="2022-09-21T09:43:35.036" v="10577" actId="255"/>
          <ac:spMkLst>
            <pc:docMk/>
            <pc:sldMk cId="3712324040" sldId="585"/>
            <ac:spMk id="10" creationId="{EDC2F6EC-33FC-7A45-B9F6-8DF0DA6B322A}"/>
          </ac:spMkLst>
        </pc:spChg>
      </pc:sldChg>
      <pc:sldChg chg="modSp mod">
        <pc:chgData name="吉沢明子" userId="ab3d093b-16fb-4a7e-9919-6303f8bb516a" providerId="ADAL" clId="{17C90DD1-E1F6-494B-AB42-2E474AC32CEC}" dt="2022-09-18T11:51:07.835" v="7794" actId="1076"/>
        <pc:sldMkLst>
          <pc:docMk/>
          <pc:sldMk cId="3958098601" sldId="586"/>
        </pc:sldMkLst>
        <pc:spChg chg="mod">
          <ac:chgData name="吉沢明子" userId="ab3d093b-16fb-4a7e-9919-6303f8bb516a" providerId="ADAL" clId="{17C90DD1-E1F6-494B-AB42-2E474AC32CEC}" dt="2022-09-18T11:51:00.188" v="7793" actId="20577"/>
          <ac:spMkLst>
            <pc:docMk/>
            <pc:sldMk cId="3958098601" sldId="586"/>
            <ac:spMk id="2" creationId="{A0E93004-9CAB-4494-9880-CE07EE5BFF80}"/>
          </ac:spMkLst>
        </pc:spChg>
        <pc:spChg chg="mod">
          <ac:chgData name="吉沢明子" userId="ab3d093b-16fb-4a7e-9919-6303f8bb516a" providerId="ADAL" clId="{17C90DD1-E1F6-494B-AB42-2E474AC32CEC}" dt="2022-09-18T11:50:53.739" v="7782"/>
          <ac:spMkLst>
            <pc:docMk/>
            <pc:sldMk cId="3958098601" sldId="586"/>
            <ac:spMk id="7" creationId="{B79B0D5C-ECA7-4B54-8B74-9A64C87DE473}"/>
          </ac:spMkLst>
        </pc:spChg>
        <pc:spChg chg="mod">
          <ac:chgData name="吉沢明子" userId="ab3d093b-16fb-4a7e-9919-6303f8bb516a" providerId="ADAL" clId="{17C90DD1-E1F6-494B-AB42-2E474AC32CEC}" dt="2022-09-18T11:51:07.835" v="7794" actId="1076"/>
          <ac:spMkLst>
            <pc:docMk/>
            <pc:sldMk cId="3958098601" sldId="586"/>
            <ac:spMk id="13" creationId="{862EDA69-3396-2AA4-0040-8A6ADA53B8F2}"/>
          </ac:spMkLst>
        </pc:spChg>
      </pc:sldChg>
      <pc:sldChg chg="modSp mod">
        <pc:chgData name="吉沢明子" userId="ab3d093b-16fb-4a7e-9919-6303f8bb516a" providerId="ADAL" clId="{17C90DD1-E1F6-494B-AB42-2E474AC32CEC}" dt="2022-09-18T11:51:42.496" v="7810" actId="1076"/>
        <pc:sldMkLst>
          <pc:docMk/>
          <pc:sldMk cId="671100066" sldId="587"/>
        </pc:sldMkLst>
        <pc:spChg chg="mod">
          <ac:chgData name="吉沢明子" userId="ab3d093b-16fb-4a7e-9919-6303f8bb516a" providerId="ADAL" clId="{17C90DD1-E1F6-494B-AB42-2E474AC32CEC}" dt="2022-09-18T11:51:34.907" v="7809" actId="20577"/>
          <ac:spMkLst>
            <pc:docMk/>
            <pc:sldMk cId="671100066" sldId="587"/>
            <ac:spMk id="2" creationId="{A0E93004-9CAB-4494-9880-CE07EE5BFF80}"/>
          </ac:spMkLst>
        </pc:spChg>
        <pc:spChg chg="mod">
          <ac:chgData name="吉沢明子" userId="ab3d093b-16fb-4a7e-9919-6303f8bb516a" providerId="ADAL" clId="{17C90DD1-E1F6-494B-AB42-2E474AC32CEC}" dt="2022-09-18T11:51:28.261" v="7802"/>
          <ac:spMkLst>
            <pc:docMk/>
            <pc:sldMk cId="671100066" sldId="587"/>
            <ac:spMk id="7" creationId="{B79B0D5C-ECA7-4B54-8B74-9A64C87DE473}"/>
          </ac:spMkLst>
        </pc:spChg>
        <pc:spChg chg="mod">
          <ac:chgData name="吉沢明子" userId="ab3d093b-16fb-4a7e-9919-6303f8bb516a" providerId="ADAL" clId="{17C90DD1-E1F6-494B-AB42-2E474AC32CEC}" dt="2022-09-18T11:51:42.496" v="7810" actId="1076"/>
          <ac:spMkLst>
            <pc:docMk/>
            <pc:sldMk cId="671100066" sldId="587"/>
            <ac:spMk id="13" creationId="{862EDA69-3396-2AA4-0040-8A6ADA53B8F2}"/>
          </ac:spMkLst>
        </pc:spChg>
      </pc:sldChg>
      <pc:sldChg chg="modSp mod">
        <pc:chgData name="吉沢明子" userId="ab3d093b-16fb-4a7e-9919-6303f8bb516a" providerId="ADAL" clId="{17C90DD1-E1F6-494B-AB42-2E474AC32CEC}" dt="2022-09-21T09:43:12.816" v="10574" actId="20577"/>
        <pc:sldMkLst>
          <pc:docMk/>
          <pc:sldMk cId="273152157" sldId="588"/>
        </pc:sldMkLst>
        <pc:spChg chg="mod">
          <ac:chgData name="吉沢明子" userId="ab3d093b-16fb-4a7e-9919-6303f8bb516a" providerId="ADAL" clId="{17C90DD1-E1F6-494B-AB42-2E474AC32CEC}" dt="2022-09-18T11:52:07.872" v="7821" actId="20577"/>
          <ac:spMkLst>
            <pc:docMk/>
            <pc:sldMk cId="273152157" sldId="588"/>
            <ac:spMk id="2" creationId="{A0E93004-9CAB-4494-9880-CE07EE5BFF80}"/>
          </ac:spMkLst>
        </pc:spChg>
        <pc:spChg chg="mod">
          <ac:chgData name="吉沢明子" userId="ab3d093b-16fb-4a7e-9919-6303f8bb516a" providerId="ADAL" clId="{17C90DD1-E1F6-494B-AB42-2E474AC32CEC}" dt="2022-09-18T11:52:04.471" v="7818"/>
          <ac:spMkLst>
            <pc:docMk/>
            <pc:sldMk cId="273152157" sldId="588"/>
            <ac:spMk id="7" creationId="{B79B0D5C-ECA7-4B54-8B74-9A64C87DE473}"/>
          </ac:spMkLst>
        </pc:spChg>
        <pc:spChg chg="mod">
          <ac:chgData name="吉沢明子" userId="ab3d093b-16fb-4a7e-9919-6303f8bb516a" providerId="ADAL" clId="{17C90DD1-E1F6-494B-AB42-2E474AC32CEC}" dt="2022-09-21T09:43:12.816" v="10574" actId="20577"/>
          <ac:spMkLst>
            <pc:docMk/>
            <pc:sldMk cId="273152157" sldId="588"/>
            <ac:spMk id="10" creationId="{EDC2F6EC-33FC-7A45-B9F6-8DF0DA6B322A}"/>
          </ac:spMkLst>
        </pc:spChg>
        <pc:spChg chg="mod">
          <ac:chgData name="吉沢明子" userId="ab3d093b-16fb-4a7e-9919-6303f8bb516a" providerId="ADAL" clId="{17C90DD1-E1F6-494B-AB42-2E474AC32CEC}" dt="2022-09-18T11:52:14.020" v="7822" actId="1076"/>
          <ac:spMkLst>
            <pc:docMk/>
            <pc:sldMk cId="273152157" sldId="588"/>
            <ac:spMk id="11" creationId="{290AC98A-06D2-DB49-9BE9-31891D78FB3C}"/>
          </ac:spMkLst>
        </pc:spChg>
      </pc:sldChg>
      <pc:sldChg chg="modSp mod">
        <pc:chgData name="吉沢明子" userId="ab3d093b-16fb-4a7e-9919-6303f8bb516a" providerId="ADAL" clId="{17C90DD1-E1F6-494B-AB42-2E474AC32CEC}" dt="2022-09-21T09:43:00.924" v="10572" actId="255"/>
        <pc:sldMkLst>
          <pc:docMk/>
          <pc:sldMk cId="1715690344" sldId="589"/>
        </pc:sldMkLst>
        <pc:spChg chg="mod">
          <ac:chgData name="吉沢明子" userId="ab3d093b-16fb-4a7e-9919-6303f8bb516a" providerId="ADAL" clId="{17C90DD1-E1F6-494B-AB42-2E474AC32CEC}" dt="2022-09-18T11:52:51.806" v="7831" actId="20577"/>
          <ac:spMkLst>
            <pc:docMk/>
            <pc:sldMk cId="1715690344" sldId="589"/>
            <ac:spMk id="2" creationId="{A0E93004-9CAB-4494-9880-CE07EE5BFF80}"/>
          </ac:spMkLst>
        </pc:spChg>
        <pc:spChg chg="mod">
          <ac:chgData name="吉沢明子" userId="ab3d093b-16fb-4a7e-9919-6303f8bb516a" providerId="ADAL" clId="{17C90DD1-E1F6-494B-AB42-2E474AC32CEC}" dt="2022-09-18T11:52:47.901" v="7829" actId="20577"/>
          <ac:spMkLst>
            <pc:docMk/>
            <pc:sldMk cId="1715690344" sldId="589"/>
            <ac:spMk id="7" creationId="{B79B0D5C-ECA7-4B54-8B74-9A64C87DE473}"/>
          </ac:spMkLst>
        </pc:spChg>
        <pc:spChg chg="mod">
          <ac:chgData name="吉沢明子" userId="ab3d093b-16fb-4a7e-9919-6303f8bb516a" providerId="ADAL" clId="{17C90DD1-E1F6-494B-AB42-2E474AC32CEC}" dt="2022-09-21T09:43:00.924" v="10572" actId="255"/>
          <ac:spMkLst>
            <pc:docMk/>
            <pc:sldMk cId="1715690344" sldId="589"/>
            <ac:spMk id="10" creationId="{EDC2F6EC-33FC-7A45-B9F6-8DF0DA6B322A}"/>
          </ac:spMkLst>
        </pc:spChg>
      </pc:sldChg>
      <pc:sldChg chg="modSp mod">
        <pc:chgData name="吉沢明子" userId="ab3d093b-16fb-4a7e-9919-6303f8bb516a" providerId="ADAL" clId="{17C90DD1-E1F6-494B-AB42-2E474AC32CEC}" dt="2022-09-18T12:00:11.548" v="7897" actId="20577"/>
        <pc:sldMkLst>
          <pc:docMk/>
          <pc:sldMk cId="1606493182" sldId="590"/>
        </pc:sldMkLst>
        <pc:spChg chg="mod">
          <ac:chgData name="吉沢明子" userId="ab3d093b-16fb-4a7e-9919-6303f8bb516a" providerId="ADAL" clId="{17C90DD1-E1F6-494B-AB42-2E474AC32CEC}" dt="2022-09-18T12:00:11.548" v="7897" actId="20577"/>
          <ac:spMkLst>
            <pc:docMk/>
            <pc:sldMk cId="1606493182" sldId="590"/>
            <ac:spMk id="2" creationId="{A0E93004-9CAB-4494-9880-CE07EE5BFF80}"/>
          </ac:spMkLst>
        </pc:spChg>
        <pc:spChg chg="mod">
          <ac:chgData name="吉沢明子" userId="ab3d093b-16fb-4a7e-9919-6303f8bb516a" providerId="ADAL" clId="{17C90DD1-E1F6-494B-AB42-2E474AC32CEC}" dt="2022-09-18T12:00:08.667" v="7894" actId="20577"/>
          <ac:spMkLst>
            <pc:docMk/>
            <pc:sldMk cId="1606493182" sldId="590"/>
            <ac:spMk id="7" creationId="{B79B0D5C-ECA7-4B54-8B74-9A64C87DE473}"/>
          </ac:spMkLst>
        </pc:spChg>
      </pc:sldChg>
      <pc:sldChg chg="modSp mod">
        <pc:chgData name="吉沢明子" userId="ab3d093b-16fb-4a7e-9919-6303f8bb516a" providerId="ADAL" clId="{17C90DD1-E1F6-494B-AB42-2E474AC32CEC}" dt="2022-09-18T12:04:33.577" v="7977" actId="20577"/>
        <pc:sldMkLst>
          <pc:docMk/>
          <pc:sldMk cId="2374925808" sldId="591"/>
        </pc:sldMkLst>
        <pc:spChg chg="mod">
          <ac:chgData name="吉沢明子" userId="ab3d093b-16fb-4a7e-9919-6303f8bb516a" providerId="ADAL" clId="{17C90DD1-E1F6-494B-AB42-2E474AC32CEC}" dt="2022-09-18T12:00:22.606" v="7900" actId="20577"/>
          <ac:spMkLst>
            <pc:docMk/>
            <pc:sldMk cId="2374925808" sldId="591"/>
            <ac:spMk id="2" creationId="{A0E93004-9CAB-4494-9880-CE07EE5BFF80}"/>
          </ac:spMkLst>
        </pc:spChg>
        <pc:spChg chg="mod">
          <ac:chgData name="吉沢明子" userId="ab3d093b-16fb-4a7e-9919-6303f8bb516a" providerId="ADAL" clId="{17C90DD1-E1F6-494B-AB42-2E474AC32CEC}" dt="2022-09-18T12:00:32.402" v="7911" actId="20577"/>
          <ac:spMkLst>
            <pc:docMk/>
            <pc:sldMk cId="2374925808" sldId="591"/>
            <ac:spMk id="7" creationId="{B79B0D5C-ECA7-4B54-8B74-9A64C87DE473}"/>
          </ac:spMkLst>
        </pc:spChg>
        <pc:spChg chg="mod">
          <ac:chgData name="吉沢明子" userId="ab3d093b-16fb-4a7e-9919-6303f8bb516a" providerId="ADAL" clId="{17C90DD1-E1F6-494B-AB42-2E474AC32CEC}" dt="2022-09-18T12:04:33.577" v="7977" actId="20577"/>
          <ac:spMkLst>
            <pc:docMk/>
            <pc:sldMk cId="2374925808" sldId="591"/>
            <ac:spMk id="10" creationId="{EDC2F6EC-33FC-7A45-B9F6-8DF0DA6B322A}"/>
          </ac:spMkLst>
        </pc:spChg>
      </pc:sldChg>
      <pc:sldChg chg="modSp mod">
        <pc:chgData name="吉沢明子" userId="ab3d093b-16fb-4a7e-9919-6303f8bb516a" providerId="ADAL" clId="{17C90DD1-E1F6-494B-AB42-2E474AC32CEC}" dt="2022-09-21T09:41:52.590" v="10570" actId="255"/>
        <pc:sldMkLst>
          <pc:docMk/>
          <pc:sldMk cId="2318875618" sldId="592"/>
        </pc:sldMkLst>
        <pc:spChg chg="mod">
          <ac:chgData name="吉沢明子" userId="ab3d093b-16fb-4a7e-9919-6303f8bb516a" providerId="ADAL" clId="{17C90DD1-E1F6-494B-AB42-2E474AC32CEC}" dt="2022-09-18T12:05:18.037" v="7991" actId="20577"/>
          <ac:spMkLst>
            <pc:docMk/>
            <pc:sldMk cId="2318875618" sldId="592"/>
            <ac:spMk id="2" creationId="{A0E93004-9CAB-4494-9880-CE07EE5BFF80}"/>
          </ac:spMkLst>
        </pc:spChg>
        <pc:spChg chg="mod">
          <ac:chgData name="吉沢明子" userId="ab3d093b-16fb-4a7e-9919-6303f8bb516a" providerId="ADAL" clId="{17C90DD1-E1F6-494B-AB42-2E474AC32CEC}" dt="2022-09-18T12:05:14.788" v="7988" actId="20577"/>
          <ac:spMkLst>
            <pc:docMk/>
            <pc:sldMk cId="2318875618" sldId="592"/>
            <ac:spMk id="7" creationId="{B79B0D5C-ECA7-4B54-8B74-9A64C87DE473}"/>
          </ac:spMkLst>
        </pc:spChg>
        <pc:spChg chg="mod">
          <ac:chgData name="吉沢明子" userId="ab3d093b-16fb-4a7e-9919-6303f8bb516a" providerId="ADAL" clId="{17C90DD1-E1F6-494B-AB42-2E474AC32CEC}" dt="2022-09-21T09:41:52.590" v="10570" actId="255"/>
          <ac:spMkLst>
            <pc:docMk/>
            <pc:sldMk cId="2318875618" sldId="592"/>
            <ac:spMk id="10" creationId="{EDC2F6EC-33FC-7A45-B9F6-8DF0DA6B322A}"/>
          </ac:spMkLst>
        </pc:spChg>
      </pc:sldChg>
      <pc:sldChg chg="modSp mod">
        <pc:chgData name="吉沢明子" userId="ab3d093b-16fb-4a7e-9919-6303f8bb516a" providerId="ADAL" clId="{17C90DD1-E1F6-494B-AB42-2E474AC32CEC}" dt="2022-09-21T09:40:33.439" v="10558" actId="255"/>
        <pc:sldMkLst>
          <pc:docMk/>
          <pc:sldMk cId="3083498152" sldId="593"/>
        </pc:sldMkLst>
        <pc:spChg chg="mod">
          <ac:chgData name="吉沢明子" userId="ab3d093b-16fb-4a7e-9919-6303f8bb516a" providerId="ADAL" clId="{17C90DD1-E1F6-494B-AB42-2E474AC32CEC}" dt="2022-09-18T12:07:41.808" v="8018" actId="20577"/>
          <ac:spMkLst>
            <pc:docMk/>
            <pc:sldMk cId="3083498152" sldId="593"/>
            <ac:spMk id="2" creationId="{A0E93004-9CAB-4494-9880-CE07EE5BFF80}"/>
          </ac:spMkLst>
        </pc:spChg>
        <pc:spChg chg="mod">
          <ac:chgData name="吉沢明子" userId="ab3d093b-16fb-4a7e-9919-6303f8bb516a" providerId="ADAL" clId="{17C90DD1-E1F6-494B-AB42-2E474AC32CEC}" dt="2022-09-18T12:07:38.186" v="8016" actId="20577"/>
          <ac:spMkLst>
            <pc:docMk/>
            <pc:sldMk cId="3083498152" sldId="593"/>
            <ac:spMk id="7" creationId="{B79B0D5C-ECA7-4B54-8B74-9A64C87DE473}"/>
          </ac:spMkLst>
        </pc:spChg>
        <pc:spChg chg="mod">
          <ac:chgData name="吉沢明子" userId="ab3d093b-16fb-4a7e-9919-6303f8bb516a" providerId="ADAL" clId="{17C90DD1-E1F6-494B-AB42-2E474AC32CEC}" dt="2022-09-21T09:40:33.439" v="10558" actId="255"/>
          <ac:spMkLst>
            <pc:docMk/>
            <pc:sldMk cId="3083498152" sldId="593"/>
            <ac:spMk id="10" creationId="{EDC2F6EC-33FC-7A45-B9F6-8DF0DA6B322A}"/>
          </ac:spMkLst>
        </pc:spChg>
      </pc:sldChg>
      <pc:sldChg chg="modSp mod">
        <pc:chgData name="吉沢明子" userId="ab3d093b-16fb-4a7e-9919-6303f8bb516a" providerId="ADAL" clId="{17C90DD1-E1F6-494B-AB42-2E474AC32CEC}" dt="2022-09-21T12:34:10.557" v="11958" actId="12"/>
        <pc:sldMkLst>
          <pc:docMk/>
          <pc:sldMk cId="2753078852" sldId="594"/>
        </pc:sldMkLst>
        <pc:spChg chg="mod">
          <ac:chgData name="吉沢明子" userId="ab3d093b-16fb-4a7e-9919-6303f8bb516a" providerId="ADAL" clId="{17C90DD1-E1F6-494B-AB42-2E474AC32CEC}" dt="2022-09-18T12:13:41.835" v="8051" actId="20577"/>
          <ac:spMkLst>
            <pc:docMk/>
            <pc:sldMk cId="2753078852" sldId="594"/>
            <ac:spMk id="2" creationId="{A0E93004-9CAB-4494-9880-CE07EE5BFF80}"/>
          </ac:spMkLst>
        </pc:spChg>
        <pc:spChg chg="mod">
          <ac:chgData name="吉沢明子" userId="ab3d093b-16fb-4a7e-9919-6303f8bb516a" providerId="ADAL" clId="{17C90DD1-E1F6-494B-AB42-2E474AC32CEC}" dt="2022-09-18T12:13:38.229" v="8049" actId="20577"/>
          <ac:spMkLst>
            <pc:docMk/>
            <pc:sldMk cId="2753078852" sldId="594"/>
            <ac:spMk id="7" creationId="{B79B0D5C-ECA7-4B54-8B74-9A64C87DE473}"/>
          </ac:spMkLst>
        </pc:spChg>
        <pc:spChg chg="mod">
          <ac:chgData name="吉沢明子" userId="ab3d093b-16fb-4a7e-9919-6303f8bb516a" providerId="ADAL" clId="{17C90DD1-E1F6-494B-AB42-2E474AC32CEC}" dt="2022-09-21T12:34:10.557" v="11958" actId="12"/>
          <ac:spMkLst>
            <pc:docMk/>
            <pc:sldMk cId="2753078852" sldId="594"/>
            <ac:spMk id="10" creationId="{EDC2F6EC-33FC-7A45-B9F6-8DF0DA6B322A}"/>
          </ac:spMkLst>
        </pc:spChg>
      </pc:sldChg>
      <pc:sldChg chg="modSp mod">
        <pc:chgData name="吉沢明子" userId="ab3d093b-16fb-4a7e-9919-6303f8bb516a" providerId="ADAL" clId="{17C90DD1-E1F6-494B-AB42-2E474AC32CEC}" dt="2022-09-21T12:34:54.331" v="11962" actId="27636"/>
        <pc:sldMkLst>
          <pc:docMk/>
          <pc:sldMk cId="3227597723" sldId="595"/>
        </pc:sldMkLst>
        <pc:spChg chg="mod">
          <ac:chgData name="吉沢明子" userId="ab3d093b-16fb-4a7e-9919-6303f8bb516a" providerId="ADAL" clId="{17C90DD1-E1F6-494B-AB42-2E474AC32CEC}" dt="2022-09-18T12:16:53.119" v="8059" actId="20577"/>
          <ac:spMkLst>
            <pc:docMk/>
            <pc:sldMk cId="3227597723" sldId="595"/>
            <ac:spMk id="2" creationId="{A0E93004-9CAB-4494-9880-CE07EE5BFF80}"/>
          </ac:spMkLst>
        </pc:spChg>
        <pc:spChg chg="mod">
          <ac:chgData name="吉沢明子" userId="ab3d093b-16fb-4a7e-9919-6303f8bb516a" providerId="ADAL" clId="{17C90DD1-E1F6-494B-AB42-2E474AC32CEC}" dt="2022-09-18T12:16:50.022" v="8058"/>
          <ac:spMkLst>
            <pc:docMk/>
            <pc:sldMk cId="3227597723" sldId="595"/>
            <ac:spMk id="7" creationId="{B79B0D5C-ECA7-4B54-8B74-9A64C87DE473}"/>
          </ac:spMkLst>
        </pc:spChg>
        <pc:spChg chg="mod">
          <ac:chgData name="吉沢明子" userId="ab3d093b-16fb-4a7e-9919-6303f8bb516a" providerId="ADAL" clId="{17C90DD1-E1F6-494B-AB42-2E474AC32CEC}" dt="2022-09-21T12:34:54.331" v="11962" actId="27636"/>
          <ac:spMkLst>
            <pc:docMk/>
            <pc:sldMk cId="3227597723" sldId="595"/>
            <ac:spMk id="10" creationId="{EDC2F6EC-33FC-7A45-B9F6-8DF0DA6B322A}"/>
          </ac:spMkLst>
        </pc:spChg>
      </pc:sldChg>
      <pc:sldChg chg="modSp mod">
        <pc:chgData name="吉沢明子" userId="ab3d093b-16fb-4a7e-9919-6303f8bb516a" providerId="ADAL" clId="{17C90DD1-E1F6-494B-AB42-2E474AC32CEC}" dt="2022-09-18T12:46:42.453" v="9521" actId="20577"/>
        <pc:sldMkLst>
          <pc:docMk/>
          <pc:sldMk cId="750365909" sldId="596"/>
        </pc:sldMkLst>
        <pc:spChg chg="mod">
          <ac:chgData name="吉沢明子" userId="ab3d093b-16fb-4a7e-9919-6303f8bb516a" providerId="ADAL" clId="{17C90DD1-E1F6-494B-AB42-2E474AC32CEC}" dt="2022-09-18T12:33:17.963" v="9166" actId="20577"/>
          <ac:spMkLst>
            <pc:docMk/>
            <pc:sldMk cId="750365909" sldId="596"/>
            <ac:spMk id="2" creationId="{A0E93004-9CAB-4494-9880-CE07EE5BFF80}"/>
          </ac:spMkLst>
        </pc:spChg>
        <pc:spChg chg="mod">
          <ac:chgData name="吉沢明子" userId="ab3d093b-16fb-4a7e-9919-6303f8bb516a" providerId="ADAL" clId="{17C90DD1-E1F6-494B-AB42-2E474AC32CEC}" dt="2022-09-18T12:32:28.641" v="9120" actId="20577"/>
          <ac:spMkLst>
            <pc:docMk/>
            <pc:sldMk cId="750365909" sldId="596"/>
            <ac:spMk id="7" creationId="{B79B0D5C-ECA7-4B54-8B74-9A64C87DE473}"/>
          </ac:spMkLst>
        </pc:spChg>
        <pc:spChg chg="mod">
          <ac:chgData name="吉沢明子" userId="ab3d093b-16fb-4a7e-9919-6303f8bb516a" providerId="ADAL" clId="{17C90DD1-E1F6-494B-AB42-2E474AC32CEC}" dt="2022-09-18T12:46:42.453" v="9521" actId="20577"/>
          <ac:spMkLst>
            <pc:docMk/>
            <pc:sldMk cId="750365909" sldId="596"/>
            <ac:spMk id="8" creationId="{64D32364-7E6E-45D5-9E7D-A352E5B41662}"/>
          </ac:spMkLst>
        </pc:spChg>
        <pc:spChg chg="mod">
          <ac:chgData name="吉沢明子" userId="ab3d093b-16fb-4a7e-9919-6303f8bb516a" providerId="ADAL" clId="{17C90DD1-E1F6-494B-AB42-2E474AC32CEC}" dt="2022-09-18T12:43:21.546" v="9514" actId="27636"/>
          <ac:spMkLst>
            <pc:docMk/>
            <pc:sldMk cId="750365909" sldId="596"/>
            <ac:spMk id="10" creationId="{EDC2F6EC-33FC-7A45-B9F6-8DF0DA6B322A}"/>
          </ac:spMkLst>
        </pc:spChg>
      </pc:sldChg>
      <pc:sldChg chg="modSp mod">
        <pc:chgData name="吉沢明子" userId="ab3d093b-16fb-4a7e-9919-6303f8bb516a" providerId="ADAL" clId="{17C90DD1-E1F6-494B-AB42-2E474AC32CEC}" dt="2022-09-16T13:32:07.765" v="3628" actId="27636"/>
        <pc:sldMkLst>
          <pc:docMk/>
          <pc:sldMk cId="2698052325" sldId="597"/>
        </pc:sldMkLst>
        <pc:spChg chg="mod">
          <ac:chgData name="吉沢明子" userId="ab3d093b-16fb-4a7e-9919-6303f8bb516a" providerId="ADAL" clId="{17C90DD1-E1F6-494B-AB42-2E474AC32CEC}" dt="2022-09-16T13:24:11.958" v="2649" actId="20577"/>
          <ac:spMkLst>
            <pc:docMk/>
            <pc:sldMk cId="2698052325" sldId="597"/>
            <ac:spMk id="2" creationId="{A72EDCE6-96A7-3399-3308-75C18F1F70C4}"/>
          </ac:spMkLst>
        </pc:spChg>
        <pc:spChg chg="mod">
          <ac:chgData name="吉沢明子" userId="ab3d093b-16fb-4a7e-9919-6303f8bb516a" providerId="ADAL" clId="{17C90DD1-E1F6-494B-AB42-2E474AC32CEC}" dt="2022-09-16T13:32:07.765" v="3628" actId="27636"/>
          <ac:spMkLst>
            <pc:docMk/>
            <pc:sldMk cId="2698052325" sldId="597"/>
            <ac:spMk id="3" creationId="{151E424D-EE76-77D1-6D3B-BAC8E81DBAE4}"/>
          </ac:spMkLst>
        </pc:spChg>
        <pc:spChg chg="mod">
          <ac:chgData name="吉沢明子" userId="ab3d093b-16fb-4a7e-9919-6303f8bb516a" providerId="ADAL" clId="{17C90DD1-E1F6-494B-AB42-2E474AC32CEC}" dt="2022-09-16T13:23:59.807" v="2616" actId="20577"/>
          <ac:spMkLst>
            <pc:docMk/>
            <pc:sldMk cId="2698052325" sldId="597"/>
            <ac:spMk id="4" creationId="{F1B831B5-B76C-48BF-8227-CBA080203806}"/>
          </ac:spMkLst>
        </pc:spChg>
      </pc:sldChg>
      <pc:sldChg chg="modSp mod">
        <pc:chgData name="吉沢明子" userId="ab3d093b-16fb-4a7e-9919-6303f8bb516a" providerId="ADAL" clId="{17C90DD1-E1F6-494B-AB42-2E474AC32CEC}" dt="2022-09-21T09:20:41.786" v="10087" actId="20577"/>
        <pc:sldMkLst>
          <pc:docMk/>
          <pc:sldMk cId="575119236" sldId="598"/>
        </pc:sldMkLst>
        <pc:spChg chg="mod">
          <ac:chgData name="吉沢明子" userId="ab3d093b-16fb-4a7e-9919-6303f8bb516a" providerId="ADAL" clId="{17C90DD1-E1F6-494B-AB42-2E474AC32CEC}" dt="2022-09-16T13:32:49.459" v="3657" actId="20577"/>
          <ac:spMkLst>
            <pc:docMk/>
            <pc:sldMk cId="575119236" sldId="598"/>
            <ac:spMk id="2" creationId="{A72EDCE6-96A7-3399-3308-75C18F1F70C4}"/>
          </ac:spMkLst>
        </pc:spChg>
        <pc:spChg chg="mod">
          <ac:chgData name="吉沢明子" userId="ab3d093b-16fb-4a7e-9919-6303f8bb516a" providerId="ADAL" clId="{17C90DD1-E1F6-494B-AB42-2E474AC32CEC}" dt="2022-09-21T09:20:41.786" v="10087" actId="20577"/>
          <ac:spMkLst>
            <pc:docMk/>
            <pc:sldMk cId="575119236" sldId="598"/>
            <ac:spMk id="3" creationId="{151E424D-EE76-77D1-6D3B-BAC8E81DBAE4}"/>
          </ac:spMkLst>
        </pc:spChg>
      </pc:sldChg>
      <pc:sldChg chg="modSp mod">
        <pc:chgData name="吉沢明子" userId="ab3d093b-16fb-4a7e-9919-6303f8bb516a" providerId="ADAL" clId="{17C90DD1-E1F6-494B-AB42-2E474AC32CEC}" dt="2022-09-21T09:21:06.613" v="10090" actId="255"/>
        <pc:sldMkLst>
          <pc:docMk/>
          <pc:sldMk cId="3210137405" sldId="599"/>
        </pc:sldMkLst>
        <pc:spChg chg="mod">
          <ac:chgData name="吉沢明子" userId="ab3d093b-16fb-4a7e-9919-6303f8bb516a" providerId="ADAL" clId="{17C90DD1-E1F6-494B-AB42-2E474AC32CEC}" dt="2022-09-16T13:43:47.887" v="4620" actId="20577"/>
          <ac:spMkLst>
            <pc:docMk/>
            <pc:sldMk cId="3210137405" sldId="599"/>
            <ac:spMk id="2" creationId="{A72EDCE6-96A7-3399-3308-75C18F1F70C4}"/>
          </ac:spMkLst>
        </pc:spChg>
        <pc:spChg chg="mod">
          <ac:chgData name="吉沢明子" userId="ab3d093b-16fb-4a7e-9919-6303f8bb516a" providerId="ADAL" clId="{17C90DD1-E1F6-494B-AB42-2E474AC32CEC}" dt="2022-09-21T09:21:06.613" v="10090" actId="255"/>
          <ac:spMkLst>
            <pc:docMk/>
            <pc:sldMk cId="3210137405" sldId="599"/>
            <ac:spMk id="3" creationId="{151E424D-EE76-77D1-6D3B-BAC8E81DBAE4}"/>
          </ac:spMkLst>
        </pc:spChg>
      </pc:sldChg>
      <pc:sldChg chg="modSp mod">
        <pc:chgData name="吉沢明子" userId="ab3d093b-16fb-4a7e-9919-6303f8bb516a" providerId="ADAL" clId="{17C90DD1-E1F6-494B-AB42-2E474AC32CEC}" dt="2022-09-21T09:21:54.946" v="10093" actId="255"/>
        <pc:sldMkLst>
          <pc:docMk/>
          <pc:sldMk cId="2424565618" sldId="600"/>
        </pc:sldMkLst>
        <pc:spChg chg="mod">
          <ac:chgData name="吉沢明子" userId="ab3d093b-16fb-4a7e-9919-6303f8bb516a" providerId="ADAL" clId="{17C90DD1-E1F6-494B-AB42-2E474AC32CEC}" dt="2022-09-16T13:50:53.757" v="4974" actId="20577"/>
          <ac:spMkLst>
            <pc:docMk/>
            <pc:sldMk cId="2424565618" sldId="600"/>
            <ac:spMk id="2" creationId="{A72EDCE6-96A7-3399-3308-75C18F1F70C4}"/>
          </ac:spMkLst>
        </pc:spChg>
        <pc:spChg chg="mod">
          <ac:chgData name="吉沢明子" userId="ab3d093b-16fb-4a7e-9919-6303f8bb516a" providerId="ADAL" clId="{17C90DD1-E1F6-494B-AB42-2E474AC32CEC}" dt="2022-09-21T09:21:54.946" v="10093" actId="255"/>
          <ac:spMkLst>
            <pc:docMk/>
            <pc:sldMk cId="2424565618" sldId="600"/>
            <ac:spMk id="3" creationId="{151E424D-EE76-77D1-6D3B-BAC8E81DBAE4}"/>
          </ac:spMkLst>
        </pc:spChg>
      </pc:sldChg>
      <pc:sldChg chg="delSp modSp mod">
        <pc:chgData name="吉沢明子" userId="ab3d093b-16fb-4a7e-9919-6303f8bb516a" providerId="ADAL" clId="{17C90DD1-E1F6-494B-AB42-2E474AC32CEC}" dt="2022-09-16T14:12:41.785" v="6805" actId="20577"/>
        <pc:sldMkLst>
          <pc:docMk/>
          <pc:sldMk cId="997962514" sldId="601"/>
        </pc:sldMkLst>
        <pc:spChg chg="mod">
          <ac:chgData name="吉沢明子" userId="ab3d093b-16fb-4a7e-9919-6303f8bb516a" providerId="ADAL" clId="{17C90DD1-E1F6-494B-AB42-2E474AC32CEC}" dt="2022-09-16T14:03:15.095" v="5857" actId="20577"/>
          <ac:spMkLst>
            <pc:docMk/>
            <pc:sldMk cId="997962514" sldId="601"/>
            <ac:spMk id="2" creationId="{A0E93004-9CAB-4494-9880-CE07EE5BFF80}"/>
          </ac:spMkLst>
        </pc:spChg>
        <pc:spChg chg="mod">
          <ac:chgData name="吉沢明子" userId="ab3d093b-16fb-4a7e-9919-6303f8bb516a" providerId="ADAL" clId="{17C90DD1-E1F6-494B-AB42-2E474AC32CEC}" dt="2022-09-16T14:03:05.266" v="5834" actId="20577"/>
          <ac:spMkLst>
            <pc:docMk/>
            <pc:sldMk cId="997962514" sldId="601"/>
            <ac:spMk id="7" creationId="{B79B0D5C-ECA7-4B54-8B74-9A64C87DE473}"/>
          </ac:spMkLst>
        </pc:spChg>
        <pc:spChg chg="mod">
          <ac:chgData name="吉沢明子" userId="ab3d093b-16fb-4a7e-9919-6303f8bb516a" providerId="ADAL" clId="{17C90DD1-E1F6-494B-AB42-2E474AC32CEC}" dt="2022-09-16T14:12:41.785" v="6805" actId="20577"/>
          <ac:spMkLst>
            <pc:docMk/>
            <pc:sldMk cId="997962514" sldId="601"/>
            <ac:spMk id="10" creationId="{EDC2F6EC-33FC-7A45-B9F6-8DF0DA6B322A}"/>
          </ac:spMkLst>
        </pc:spChg>
        <pc:grpChg chg="del">
          <ac:chgData name="吉沢明子" userId="ab3d093b-16fb-4a7e-9919-6303f8bb516a" providerId="ADAL" clId="{17C90DD1-E1F6-494B-AB42-2E474AC32CEC}" dt="2022-09-16T14:04:22.085" v="5875" actId="478"/>
          <ac:grpSpMkLst>
            <pc:docMk/>
            <pc:sldMk cId="997962514" sldId="601"/>
            <ac:grpSpMk id="11" creationId="{F0B13C9E-2C3C-C241-B030-628F97ADB8A7}"/>
          </ac:grpSpMkLst>
        </pc:grpChg>
        <pc:graphicFrameChg chg="del mod modGraphic">
          <ac:chgData name="吉沢明子" userId="ab3d093b-16fb-4a7e-9919-6303f8bb516a" providerId="ADAL" clId="{17C90DD1-E1F6-494B-AB42-2E474AC32CEC}" dt="2022-09-16T14:04:19.405" v="5874" actId="478"/>
          <ac:graphicFrameMkLst>
            <pc:docMk/>
            <pc:sldMk cId="997962514" sldId="601"/>
            <ac:graphicFrameMk id="3" creationId="{586EA5B7-6CF9-9244-8720-90037113F668}"/>
          </ac:graphicFrameMkLst>
        </pc:graphicFrameChg>
      </pc:sldChg>
      <pc:sldChg chg="del">
        <pc:chgData name="吉沢明子" userId="ab3d093b-16fb-4a7e-9919-6303f8bb516a" providerId="ADAL" clId="{17C90DD1-E1F6-494B-AB42-2E474AC32CEC}" dt="2022-09-18T12:32:17.478" v="9108" actId="47"/>
        <pc:sldMkLst>
          <pc:docMk/>
          <pc:sldMk cId="1936387194" sldId="602"/>
        </pc:sldMkLst>
      </pc:sldChg>
      <pc:sldChg chg="modSp mod">
        <pc:chgData name="吉沢明子" userId="ab3d093b-16fb-4a7e-9919-6303f8bb516a" providerId="ADAL" clId="{17C90DD1-E1F6-494B-AB42-2E474AC32CEC}" dt="2022-09-21T09:41:06.164" v="10569" actId="20577"/>
        <pc:sldMkLst>
          <pc:docMk/>
          <pc:sldMk cId="1033147585" sldId="603"/>
        </pc:sldMkLst>
        <pc:spChg chg="mod">
          <ac:chgData name="吉沢明子" userId="ab3d093b-16fb-4a7e-9919-6303f8bb516a" providerId="ADAL" clId="{17C90DD1-E1F6-494B-AB42-2E474AC32CEC}" dt="2022-09-21T09:41:06.164" v="10569" actId="20577"/>
          <ac:spMkLst>
            <pc:docMk/>
            <pc:sldMk cId="1033147585" sldId="603"/>
            <ac:spMk id="10" creationId="{EDC2F6EC-33FC-7A45-B9F6-8DF0DA6B322A}"/>
          </ac:spMkLst>
        </pc:spChg>
      </pc:sldChg>
      <pc:sldChg chg="add del">
        <pc:chgData name="吉沢明子" userId="ab3d093b-16fb-4a7e-9919-6303f8bb516a" providerId="ADAL" clId="{17C90DD1-E1F6-494B-AB42-2E474AC32CEC}" dt="2022-09-18T12:17:53.380" v="8064" actId="47"/>
        <pc:sldMkLst>
          <pc:docMk/>
          <pc:sldMk cId="4114662183" sldId="603"/>
        </pc:sldMkLst>
      </pc:sldChg>
      <pc:sldChg chg="modSp mod">
        <pc:chgData name="吉沢明子" userId="ab3d093b-16fb-4a7e-9919-6303f8bb516a" providerId="ADAL" clId="{17C90DD1-E1F6-494B-AB42-2E474AC32CEC}" dt="2022-09-18T12:48:54.264" v="9526" actId="2711"/>
        <pc:sldMkLst>
          <pc:docMk/>
          <pc:sldMk cId="204222216" sldId="604"/>
        </pc:sldMkLst>
        <pc:spChg chg="mod">
          <ac:chgData name="吉沢明子" userId="ab3d093b-16fb-4a7e-9919-6303f8bb516a" providerId="ADAL" clId="{17C90DD1-E1F6-494B-AB42-2E474AC32CEC}" dt="2022-09-18T12:48:54.264" v="9526" actId="2711"/>
          <ac:spMkLst>
            <pc:docMk/>
            <pc:sldMk cId="204222216" sldId="604"/>
            <ac:spMk id="10" creationId="{EDC2F6EC-33FC-7A45-B9F6-8DF0DA6B322A}"/>
          </ac:spMkLst>
        </pc:spChg>
      </pc:sldChg>
      <pc:sldChg chg="addSp delSp modSp mod">
        <pc:chgData name="吉沢明子" userId="ab3d093b-16fb-4a7e-9919-6303f8bb516a" providerId="ADAL" clId="{17C90DD1-E1F6-494B-AB42-2E474AC32CEC}" dt="2022-09-21T09:37:07.066" v="10549" actId="20577"/>
        <pc:sldMkLst>
          <pc:docMk/>
          <pc:sldMk cId="2777529514" sldId="605"/>
        </pc:sldMkLst>
        <pc:spChg chg="mod">
          <ac:chgData name="吉沢明子" userId="ab3d093b-16fb-4a7e-9919-6303f8bb516a" providerId="ADAL" clId="{17C90DD1-E1F6-494B-AB42-2E474AC32CEC}" dt="2022-09-18T12:52:37.656" v="9630" actId="20577"/>
          <ac:spMkLst>
            <pc:docMk/>
            <pc:sldMk cId="2777529514" sldId="605"/>
            <ac:spMk id="2" creationId="{A0E93004-9CAB-4494-9880-CE07EE5BFF80}"/>
          </ac:spMkLst>
        </pc:spChg>
        <pc:spChg chg="add del">
          <ac:chgData name="吉沢明子" userId="ab3d093b-16fb-4a7e-9919-6303f8bb516a" providerId="ADAL" clId="{17C90DD1-E1F6-494B-AB42-2E474AC32CEC}" dt="2022-09-18T12:54:46.989" v="9664" actId="22"/>
          <ac:spMkLst>
            <pc:docMk/>
            <pc:sldMk cId="2777529514" sldId="605"/>
            <ac:spMk id="5" creationId="{BF1453B1-4020-27DB-E284-7FD336206693}"/>
          </ac:spMkLst>
        </pc:spChg>
        <pc:spChg chg="mod">
          <ac:chgData name="吉沢明子" userId="ab3d093b-16fb-4a7e-9919-6303f8bb516a" providerId="ADAL" clId="{17C90DD1-E1F6-494B-AB42-2E474AC32CEC}" dt="2022-09-21T09:37:07.066" v="10549" actId="20577"/>
          <ac:spMkLst>
            <pc:docMk/>
            <pc:sldMk cId="2777529514" sldId="605"/>
            <ac:spMk id="10" creationId="{EDC2F6EC-33FC-7A45-B9F6-8DF0DA6B322A}"/>
          </ac:spMkLst>
        </pc:spChg>
      </pc:sldChg>
      <pc:sldChg chg="modSp mod">
        <pc:chgData name="吉沢明子" userId="ab3d093b-16fb-4a7e-9919-6303f8bb516a" providerId="ADAL" clId="{17C90DD1-E1F6-494B-AB42-2E474AC32CEC}" dt="2022-09-21T09:36:27.993" v="10539" actId="255"/>
        <pc:sldMkLst>
          <pc:docMk/>
          <pc:sldMk cId="2325888191" sldId="606"/>
        </pc:sldMkLst>
        <pc:spChg chg="mod">
          <ac:chgData name="吉沢明子" userId="ab3d093b-16fb-4a7e-9919-6303f8bb516a" providerId="ADAL" clId="{17C90DD1-E1F6-494B-AB42-2E474AC32CEC}" dt="2022-09-18T12:55:06.858" v="9684" actId="20577"/>
          <ac:spMkLst>
            <pc:docMk/>
            <pc:sldMk cId="2325888191" sldId="606"/>
            <ac:spMk id="2" creationId="{A0E93004-9CAB-4494-9880-CE07EE5BFF80}"/>
          </ac:spMkLst>
        </pc:spChg>
        <pc:spChg chg="mod">
          <ac:chgData name="吉沢明子" userId="ab3d093b-16fb-4a7e-9919-6303f8bb516a" providerId="ADAL" clId="{17C90DD1-E1F6-494B-AB42-2E474AC32CEC}" dt="2022-09-21T09:36:27.993" v="10539" actId="255"/>
          <ac:spMkLst>
            <pc:docMk/>
            <pc:sldMk cId="2325888191" sldId="606"/>
            <ac:spMk id="10" creationId="{EDC2F6EC-33FC-7A45-B9F6-8DF0DA6B322A}"/>
          </ac:spMkLst>
        </pc:spChg>
      </pc:sldChg>
      <pc:sldChg chg="addSp delSp modSp mod">
        <pc:chgData name="吉沢明子" userId="ab3d093b-16fb-4a7e-9919-6303f8bb516a" providerId="ADAL" clId="{17C90DD1-E1F6-494B-AB42-2E474AC32CEC}" dt="2022-09-21T09:32:29.566" v="10160" actId="20577"/>
        <pc:sldMkLst>
          <pc:docMk/>
          <pc:sldMk cId="631416015" sldId="607"/>
        </pc:sldMkLst>
        <pc:spChg chg="mod">
          <ac:chgData name="吉沢明子" userId="ab3d093b-16fb-4a7e-9919-6303f8bb516a" providerId="ADAL" clId="{17C90DD1-E1F6-494B-AB42-2E474AC32CEC}" dt="2022-09-18T13:00:03.642" v="9782" actId="20577"/>
          <ac:spMkLst>
            <pc:docMk/>
            <pc:sldMk cId="631416015" sldId="607"/>
            <ac:spMk id="2" creationId="{A0E93004-9CAB-4494-9880-CE07EE5BFF80}"/>
          </ac:spMkLst>
        </pc:spChg>
        <pc:spChg chg="add del mod">
          <ac:chgData name="吉沢明子" userId="ab3d093b-16fb-4a7e-9919-6303f8bb516a" providerId="ADAL" clId="{17C90DD1-E1F6-494B-AB42-2E474AC32CEC}" dt="2022-09-18T13:02:42.864" v="9832"/>
          <ac:spMkLst>
            <pc:docMk/>
            <pc:sldMk cId="631416015" sldId="607"/>
            <ac:spMk id="5" creationId="{7D135E69-17DF-F37F-F5FF-C5D82FCEA4A7}"/>
          </ac:spMkLst>
        </pc:spChg>
        <pc:spChg chg="mod">
          <ac:chgData name="吉沢明子" userId="ab3d093b-16fb-4a7e-9919-6303f8bb516a" providerId="ADAL" clId="{17C90DD1-E1F6-494B-AB42-2E474AC32CEC}" dt="2022-09-21T09:32:29.566" v="10160" actId="20577"/>
          <ac:spMkLst>
            <pc:docMk/>
            <pc:sldMk cId="631416015" sldId="607"/>
            <ac:spMk id="10" creationId="{EDC2F6EC-33FC-7A45-B9F6-8DF0DA6B322A}"/>
          </ac:spMkLst>
        </pc:spChg>
        <pc:spChg chg="add del mod">
          <ac:chgData name="吉沢明子" userId="ab3d093b-16fb-4a7e-9919-6303f8bb516a" providerId="ADAL" clId="{17C90DD1-E1F6-494B-AB42-2E474AC32CEC}" dt="2022-09-18T13:02:42.864" v="9830"/>
          <ac:spMkLst>
            <pc:docMk/>
            <pc:sldMk cId="631416015" sldId="607"/>
            <ac:spMk id="11" creationId="{FB7FFD70-45D6-AFAD-C12F-ED0F9C82036A}"/>
          </ac:spMkLst>
        </pc:spChg>
      </pc:sldChg>
      <pc:sldChg chg="modSp mod">
        <pc:chgData name="吉沢明子" userId="ab3d093b-16fb-4a7e-9919-6303f8bb516a" providerId="ADAL" clId="{17C90DD1-E1F6-494B-AB42-2E474AC32CEC}" dt="2022-09-18T13:07:30.770" v="9899" actId="20577"/>
        <pc:sldMkLst>
          <pc:docMk/>
          <pc:sldMk cId="1673981734" sldId="608"/>
        </pc:sldMkLst>
        <pc:spChg chg="mod">
          <ac:chgData name="吉沢明子" userId="ab3d093b-16fb-4a7e-9919-6303f8bb516a" providerId="ADAL" clId="{17C90DD1-E1F6-494B-AB42-2E474AC32CEC}" dt="2022-09-18T13:03:23.594" v="9870" actId="20577"/>
          <ac:spMkLst>
            <pc:docMk/>
            <pc:sldMk cId="1673981734" sldId="608"/>
            <ac:spMk id="2" creationId="{A0E93004-9CAB-4494-9880-CE07EE5BFF80}"/>
          </ac:spMkLst>
        </pc:spChg>
        <pc:spChg chg="mod">
          <ac:chgData name="吉沢明子" userId="ab3d093b-16fb-4a7e-9919-6303f8bb516a" providerId="ADAL" clId="{17C90DD1-E1F6-494B-AB42-2E474AC32CEC}" dt="2022-09-18T13:07:30.770" v="9899" actId="20577"/>
          <ac:spMkLst>
            <pc:docMk/>
            <pc:sldMk cId="1673981734" sldId="608"/>
            <ac:spMk id="10" creationId="{EDC2F6EC-33FC-7A45-B9F6-8DF0DA6B322A}"/>
          </ac:spMkLst>
        </pc:spChg>
      </pc:sldChg>
      <pc:sldChg chg="modSp mod">
        <pc:chgData name="吉沢明子" userId="ab3d093b-16fb-4a7e-9919-6303f8bb516a" providerId="ADAL" clId="{17C90DD1-E1F6-494B-AB42-2E474AC32CEC}" dt="2022-09-21T09:31:34.218" v="10150" actId="20577"/>
        <pc:sldMkLst>
          <pc:docMk/>
          <pc:sldMk cId="3198122198" sldId="609"/>
        </pc:sldMkLst>
        <pc:spChg chg="mod">
          <ac:chgData name="吉沢明子" userId="ab3d093b-16fb-4a7e-9919-6303f8bb516a" providerId="ADAL" clId="{17C90DD1-E1F6-494B-AB42-2E474AC32CEC}" dt="2022-09-18T13:10:07.243" v="9928" actId="20577"/>
          <ac:spMkLst>
            <pc:docMk/>
            <pc:sldMk cId="3198122198" sldId="609"/>
            <ac:spMk id="2" creationId="{A0E93004-9CAB-4494-9880-CE07EE5BFF80}"/>
          </ac:spMkLst>
        </pc:spChg>
        <pc:spChg chg="mod">
          <ac:chgData name="吉沢明子" userId="ab3d093b-16fb-4a7e-9919-6303f8bb516a" providerId="ADAL" clId="{17C90DD1-E1F6-494B-AB42-2E474AC32CEC}" dt="2022-09-21T09:31:34.218" v="10150" actId="20577"/>
          <ac:spMkLst>
            <pc:docMk/>
            <pc:sldMk cId="3198122198" sldId="609"/>
            <ac:spMk id="10" creationId="{EDC2F6EC-33FC-7A45-B9F6-8DF0DA6B322A}"/>
          </ac:spMkLst>
        </pc:spChg>
      </pc:sldChg>
      <pc:sldChg chg="modSp mod">
        <pc:chgData name="吉沢明子" userId="ab3d093b-16fb-4a7e-9919-6303f8bb516a" providerId="ADAL" clId="{17C90DD1-E1F6-494B-AB42-2E474AC32CEC}" dt="2022-09-21T09:26:31.058" v="10119" actId="27636"/>
        <pc:sldMkLst>
          <pc:docMk/>
          <pc:sldMk cId="90443988" sldId="610"/>
        </pc:sldMkLst>
        <pc:spChg chg="mod">
          <ac:chgData name="吉沢明子" userId="ab3d093b-16fb-4a7e-9919-6303f8bb516a" providerId="ADAL" clId="{17C90DD1-E1F6-494B-AB42-2E474AC32CEC}" dt="2022-09-18T13:14:24.557" v="9979" actId="20577"/>
          <ac:spMkLst>
            <pc:docMk/>
            <pc:sldMk cId="90443988" sldId="610"/>
            <ac:spMk id="2" creationId="{A0E93004-9CAB-4494-9880-CE07EE5BFF80}"/>
          </ac:spMkLst>
        </pc:spChg>
        <pc:spChg chg="mod">
          <ac:chgData name="吉沢明子" userId="ab3d093b-16fb-4a7e-9919-6303f8bb516a" providerId="ADAL" clId="{17C90DD1-E1F6-494B-AB42-2E474AC32CEC}" dt="2022-09-21T09:26:31.058" v="10119" actId="27636"/>
          <ac:spMkLst>
            <pc:docMk/>
            <pc:sldMk cId="90443988" sldId="610"/>
            <ac:spMk id="10" creationId="{EDC2F6EC-33FC-7A45-B9F6-8DF0DA6B322A}"/>
          </ac:spMkLst>
        </pc:spChg>
      </pc:sldChg>
      <pc:sldChg chg="modSp mod">
        <pc:chgData name="吉沢明子" userId="ab3d093b-16fb-4a7e-9919-6303f8bb516a" providerId="ADAL" clId="{17C90DD1-E1F6-494B-AB42-2E474AC32CEC}" dt="2022-09-21T09:24:11.629" v="10114" actId="2711"/>
        <pc:sldMkLst>
          <pc:docMk/>
          <pc:sldMk cId="606144031" sldId="611"/>
        </pc:sldMkLst>
        <pc:spChg chg="mod">
          <ac:chgData name="吉沢明子" userId="ab3d093b-16fb-4a7e-9919-6303f8bb516a" providerId="ADAL" clId="{17C90DD1-E1F6-494B-AB42-2E474AC32CEC}" dt="2022-09-18T13:16:52.571" v="10006" actId="20577"/>
          <ac:spMkLst>
            <pc:docMk/>
            <pc:sldMk cId="606144031" sldId="611"/>
            <ac:spMk id="2" creationId="{A0E93004-9CAB-4494-9880-CE07EE5BFF80}"/>
          </ac:spMkLst>
        </pc:spChg>
        <pc:spChg chg="mod">
          <ac:chgData name="吉沢明子" userId="ab3d093b-16fb-4a7e-9919-6303f8bb516a" providerId="ADAL" clId="{17C90DD1-E1F6-494B-AB42-2E474AC32CEC}" dt="2022-09-21T09:24:11.629" v="10114" actId="2711"/>
          <ac:spMkLst>
            <pc:docMk/>
            <pc:sldMk cId="606144031" sldId="611"/>
            <ac:spMk id="10" creationId="{EDC2F6EC-33FC-7A45-B9F6-8DF0DA6B322A}"/>
          </ac:spMkLst>
        </pc:spChg>
      </pc:sldChg>
      <pc:sldChg chg="modSp mod">
        <pc:chgData name="吉沢明子" userId="ab3d093b-16fb-4a7e-9919-6303f8bb516a" providerId="ADAL" clId="{17C90DD1-E1F6-494B-AB42-2E474AC32CEC}" dt="2022-09-21T09:36:06.328" v="10538" actId="255"/>
        <pc:sldMkLst>
          <pc:docMk/>
          <pc:sldMk cId="481399040" sldId="612"/>
        </pc:sldMkLst>
        <pc:spChg chg="mod">
          <ac:chgData name="吉沢明子" userId="ab3d093b-16fb-4a7e-9919-6303f8bb516a" providerId="ADAL" clId="{17C90DD1-E1F6-494B-AB42-2E474AC32CEC}" dt="2022-09-21T09:33:24.858" v="10183" actId="20577"/>
          <ac:spMkLst>
            <pc:docMk/>
            <pc:sldMk cId="481399040" sldId="612"/>
            <ac:spMk id="2" creationId="{A0E93004-9CAB-4494-9880-CE07EE5BFF80}"/>
          </ac:spMkLst>
        </pc:spChg>
        <pc:spChg chg="mod">
          <ac:chgData name="吉沢明子" userId="ab3d093b-16fb-4a7e-9919-6303f8bb516a" providerId="ADAL" clId="{17C90DD1-E1F6-494B-AB42-2E474AC32CEC}" dt="2022-09-21T09:36:06.328" v="10538" actId="255"/>
          <ac:spMkLst>
            <pc:docMk/>
            <pc:sldMk cId="481399040" sldId="612"/>
            <ac:spMk id="10" creationId="{EDC2F6EC-33FC-7A45-B9F6-8DF0DA6B322A}"/>
          </ac:spMkLst>
        </pc:spChg>
      </pc:sldChg>
      <pc:sldChg chg="delSp modSp mod">
        <pc:chgData name="吉沢明子" userId="ab3d093b-16fb-4a7e-9919-6303f8bb516a" providerId="ADAL" clId="{17C90DD1-E1F6-494B-AB42-2E474AC32CEC}" dt="2022-09-21T12:21:50.841" v="11794" actId="20577"/>
        <pc:sldMkLst>
          <pc:docMk/>
          <pc:sldMk cId="2637394873" sldId="613"/>
        </pc:sldMkLst>
        <pc:spChg chg="mod">
          <ac:chgData name="吉沢明子" userId="ab3d093b-16fb-4a7e-9919-6303f8bb516a" providerId="ADAL" clId="{17C90DD1-E1F6-494B-AB42-2E474AC32CEC}" dt="2022-09-21T12:21:50.841" v="11794" actId="20577"/>
          <ac:spMkLst>
            <pc:docMk/>
            <pc:sldMk cId="2637394873" sldId="613"/>
            <ac:spMk id="10" creationId="{EDC2F6EC-33FC-7A45-B9F6-8DF0DA6B322A}"/>
          </ac:spMkLst>
        </pc:spChg>
        <pc:graphicFrameChg chg="mod modGraphic">
          <ac:chgData name="吉沢明子" userId="ab3d093b-16fb-4a7e-9919-6303f8bb516a" providerId="ADAL" clId="{17C90DD1-E1F6-494B-AB42-2E474AC32CEC}" dt="2022-09-21T12:20:37.442" v="11649" actId="1076"/>
          <ac:graphicFrameMkLst>
            <pc:docMk/>
            <pc:sldMk cId="2637394873" sldId="613"/>
            <ac:graphicFrameMk id="3" creationId="{628B3DA5-36BC-9FAE-F01F-60108A87285F}"/>
          </ac:graphicFrameMkLst>
        </pc:graphicFrameChg>
        <pc:graphicFrameChg chg="del modGraphic">
          <ac:chgData name="吉沢明子" userId="ab3d093b-16fb-4a7e-9919-6303f8bb516a" providerId="ADAL" clId="{17C90DD1-E1F6-494B-AB42-2E474AC32CEC}" dt="2022-09-21T12:09:05.397" v="11551" actId="478"/>
          <ac:graphicFrameMkLst>
            <pc:docMk/>
            <pc:sldMk cId="2637394873" sldId="613"/>
            <ac:graphicFrameMk id="6" creationId="{B84A5B76-4442-C623-5127-A72ECB25CD8F}"/>
          </ac:graphicFrameMkLst>
        </pc:graphicFrameChg>
      </pc:sldChg>
      <pc:sldChg chg="delSp modSp mod">
        <pc:chgData name="吉沢明子" userId="ab3d093b-16fb-4a7e-9919-6303f8bb516a" providerId="ADAL" clId="{17C90DD1-E1F6-494B-AB42-2E474AC32CEC}" dt="2022-09-21T12:25:55.961" v="11842" actId="20577"/>
        <pc:sldMkLst>
          <pc:docMk/>
          <pc:sldMk cId="600631370" sldId="614"/>
        </pc:sldMkLst>
        <pc:spChg chg="mod">
          <ac:chgData name="吉沢明子" userId="ab3d093b-16fb-4a7e-9919-6303f8bb516a" providerId="ADAL" clId="{17C90DD1-E1F6-494B-AB42-2E474AC32CEC}" dt="2022-09-21T12:24:08.485" v="11804" actId="20577"/>
          <ac:spMkLst>
            <pc:docMk/>
            <pc:sldMk cId="600631370" sldId="614"/>
            <ac:spMk id="2" creationId="{A0E93004-9CAB-4494-9880-CE07EE5BFF80}"/>
          </ac:spMkLst>
        </pc:spChg>
        <pc:spChg chg="del">
          <ac:chgData name="吉沢明子" userId="ab3d093b-16fb-4a7e-9919-6303f8bb516a" providerId="ADAL" clId="{17C90DD1-E1F6-494B-AB42-2E474AC32CEC}" dt="2022-09-21T12:25:10.901" v="11814" actId="478"/>
          <ac:spMkLst>
            <pc:docMk/>
            <pc:sldMk cId="600631370" sldId="614"/>
            <ac:spMk id="3" creationId="{024BCD66-ED16-3AD8-214D-1BBA465A7ED9}"/>
          </ac:spMkLst>
        </pc:spChg>
        <pc:spChg chg="del">
          <ac:chgData name="吉沢明子" userId="ab3d093b-16fb-4a7e-9919-6303f8bb516a" providerId="ADAL" clId="{17C90DD1-E1F6-494B-AB42-2E474AC32CEC}" dt="2022-09-21T12:23:56.707" v="11797" actId="478"/>
          <ac:spMkLst>
            <pc:docMk/>
            <pc:sldMk cId="600631370" sldId="614"/>
            <ac:spMk id="5" creationId="{F8DDF8A0-1EC8-6794-43E6-1627B1AD1F2E}"/>
          </ac:spMkLst>
        </pc:spChg>
        <pc:spChg chg="del">
          <ac:chgData name="吉沢明子" userId="ab3d093b-16fb-4a7e-9919-6303f8bb516a" providerId="ADAL" clId="{17C90DD1-E1F6-494B-AB42-2E474AC32CEC}" dt="2022-09-21T12:24:54.759" v="11812" actId="478"/>
          <ac:spMkLst>
            <pc:docMk/>
            <pc:sldMk cId="600631370" sldId="614"/>
            <ac:spMk id="6" creationId="{31D59F56-E340-5C55-B928-4E731E07E0F6}"/>
          </ac:spMkLst>
        </pc:spChg>
        <pc:spChg chg="mod">
          <ac:chgData name="吉沢明子" userId="ab3d093b-16fb-4a7e-9919-6303f8bb516a" providerId="ADAL" clId="{17C90DD1-E1F6-494B-AB42-2E474AC32CEC}" dt="2022-09-21T12:25:55.961" v="11842" actId="20577"/>
          <ac:spMkLst>
            <pc:docMk/>
            <pc:sldMk cId="600631370" sldId="614"/>
            <ac:spMk id="10" creationId="{EDC2F6EC-33FC-7A45-B9F6-8DF0DA6B322A}"/>
          </ac:spMkLst>
        </pc:spChg>
        <pc:spChg chg="del mod">
          <ac:chgData name="吉沢明子" userId="ab3d093b-16fb-4a7e-9919-6303f8bb516a" providerId="ADAL" clId="{17C90DD1-E1F6-494B-AB42-2E474AC32CEC}" dt="2022-09-21T12:24:52.367" v="11811" actId="478"/>
          <ac:spMkLst>
            <pc:docMk/>
            <pc:sldMk cId="600631370" sldId="614"/>
            <ac:spMk id="11" creationId="{D5B7888F-0748-6E05-26AD-C0875B4E7231}"/>
          </ac:spMkLst>
        </pc:spChg>
        <pc:spChg chg="mod">
          <ac:chgData name="吉沢明子" userId="ab3d093b-16fb-4a7e-9919-6303f8bb516a" providerId="ADAL" clId="{17C90DD1-E1F6-494B-AB42-2E474AC32CEC}" dt="2022-09-21T12:24:02.287" v="11801" actId="20577"/>
          <ac:spMkLst>
            <pc:docMk/>
            <pc:sldMk cId="600631370" sldId="614"/>
            <ac:spMk id="12" creationId="{5681FF35-4E7E-FED9-5B86-EFFD698170E9}"/>
          </ac:spMkLst>
        </pc:spChg>
        <pc:spChg chg="del">
          <ac:chgData name="吉沢明子" userId="ab3d093b-16fb-4a7e-9919-6303f8bb516a" providerId="ADAL" clId="{17C90DD1-E1F6-494B-AB42-2E474AC32CEC}" dt="2022-09-21T12:25:03.317" v="11813" actId="478"/>
          <ac:spMkLst>
            <pc:docMk/>
            <pc:sldMk cId="600631370" sldId="614"/>
            <ac:spMk id="13" creationId="{933EF6E8-894B-F430-4216-138E688BF505}"/>
          </ac:spMkLst>
        </pc:spChg>
        <pc:spChg chg="del">
          <ac:chgData name="吉沢明子" userId="ab3d093b-16fb-4a7e-9919-6303f8bb516a" providerId="ADAL" clId="{17C90DD1-E1F6-494B-AB42-2E474AC32CEC}" dt="2022-09-21T12:25:15.906" v="11815" actId="478"/>
          <ac:spMkLst>
            <pc:docMk/>
            <pc:sldMk cId="600631370" sldId="614"/>
            <ac:spMk id="14" creationId="{C3F84FF6-FB21-6760-3721-BAAC1EE40292}"/>
          </ac:spMkLst>
        </pc:spChg>
        <pc:spChg chg="del">
          <ac:chgData name="吉沢明子" userId="ab3d093b-16fb-4a7e-9919-6303f8bb516a" providerId="ADAL" clId="{17C90DD1-E1F6-494B-AB42-2E474AC32CEC}" dt="2022-09-21T12:25:19.133" v="11816" actId="478"/>
          <ac:spMkLst>
            <pc:docMk/>
            <pc:sldMk cId="600631370" sldId="614"/>
            <ac:spMk id="15" creationId="{B927E367-4E69-E11A-F0D6-A0B224ECF54B}"/>
          </ac:spMkLst>
        </pc:spChg>
        <pc:spChg chg="del">
          <ac:chgData name="吉沢明子" userId="ab3d093b-16fb-4a7e-9919-6303f8bb516a" providerId="ADAL" clId="{17C90DD1-E1F6-494B-AB42-2E474AC32CEC}" dt="2022-09-21T12:25:29.156" v="11818" actId="478"/>
          <ac:spMkLst>
            <pc:docMk/>
            <pc:sldMk cId="600631370" sldId="614"/>
            <ac:spMk id="16" creationId="{107F4FBE-A5BD-0B5D-A6A3-CBA7589503CC}"/>
          </ac:spMkLst>
        </pc:spChg>
        <pc:spChg chg="del">
          <ac:chgData name="吉沢明子" userId="ab3d093b-16fb-4a7e-9919-6303f8bb516a" providerId="ADAL" clId="{17C90DD1-E1F6-494B-AB42-2E474AC32CEC}" dt="2022-09-21T12:25:25.115" v="11817" actId="478"/>
          <ac:spMkLst>
            <pc:docMk/>
            <pc:sldMk cId="600631370" sldId="614"/>
            <ac:spMk id="17" creationId="{A5AEE1BB-2C41-3635-46C8-9F64C9900BD2}"/>
          </ac:spMkLst>
        </pc:spChg>
      </pc:sldChg>
      <pc:sldChg chg="modSp mod">
        <pc:chgData name="吉沢明子" userId="ab3d093b-16fb-4a7e-9919-6303f8bb516a" providerId="ADAL" clId="{17C90DD1-E1F6-494B-AB42-2E474AC32CEC}" dt="2022-09-21T12:31:00.203" v="11915" actId="14734"/>
        <pc:sldMkLst>
          <pc:docMk/>
          <pc:sldMk cId="2471943148" sldId="615"/>
        </pc:sldMkLst>
        <pc:spChg chg="mod">
          <ac:chgData name="吉沢明子" userId="ab3d093b-16fb-4a7e-9919-6303f8bb516a" providerId="ADAL" clId="{17C90DD1-E1F6-494B-AB42-2E474AC32CEC}" dt="2022-09-21T12:30:34.693" v="11914" actId="20577"/>
          <ac:spMkLst>
            <pc:docMk/>
            <pc:sldMk cId="2471943148" sldId="615"/>
            <ac:spMk id="2" creationId="{A0E93004-9CAB-4494-9880-CE07EE5BFF80}"/>
          </ac:spMkLst>
        </pc:spChg>
        <pc:spChg chg="mod">
          <ac:chgData name="吉沢明子" userId="ab3d093b-16fb-4a7e-9919-6303f8bb516a" providerId="ADAL" clId="{17C90DD1-E1F6-494B-AB42-2E474AC32CEC}" dt="2022-09-21T12:30:23.900" v="11884" actId="20577"/>
          <ac:spMkLst>
            <pc:docMk/>
            <pc:sldMk cId="2471943148" sldId="615"/>
            <ac:spMk id="7" creationId="{B79B0D5C-ECA7-4B54-8B74-9A64C87DE473}"/>
          </ac:spMkLst>
        </pc:spChg>
        <pc:graphicFrameChg chg="modGraphic">
          <ac:chgData name="吉沢明子" userId="ab3d093b-16fb-4a7e-9919-6303f8bb516a" providerId="ADAL" clId="{17C90DD1-E1F6-494B-AB42-2E474AC32CEC}" dt="2022-09-21T12:31:00.203" v="11915" actId="14734"/>
          <ac:graphicFrameMkLst>
            <pc:docMk/>
            <pc:sldMk cId="2471943148" sldId="615"/>
            <ac:graphicFrameMk id="6" creationId="{B84A5B76-4442-C623-5127-A72ECB25CD8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6BA972-C48B-4C14-867F-2C09376D0634}" type="datetimeFigureOut">
              <a:rPr kumimoji="1" lang="ja-JP" altLang="en-US" smtClean="0"/>
              <a:t>2022/10/4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F9DC4-AF2D-446F-A88A-FD772B9C0344}" type="slidenum">
              <a:rPr kumimoji="1" lang="ja-JP" altLang="en-US" smtClean="0"/>
              <a:t>‹#›</a:t>
            </a:fld>
            <a:endParaRPr kumimoji="1" lang="ja-JP" altLang="en-US"/>
          </a:p>
        </p:txBody>
      </p:sp>
    </p:spTree>
    <p:extLst>
      <p:ext uri="{BB962C8B-B14F-4D97-AF65-F5344CB8AC3E}">
        <p14:creationId xmlns:p14="http://schemas.microsoft.com/office/powerpoint/2010/main" val="25227874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5F9DC4-AF2D-446F-A88A-FD772B9C0344}"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7744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335F9DC4-AF2D-446F-A88A-FD772B9C0344}" type="slidenum">
              <a:rPr kumimoji="1" lang="ja-JP" altLang="en-US" smtClean="0"/>
              <a:t>17</a:t>
            </a:fld>
            <a:endParaRPr kumimoji="1" lang="ja-JP" altLang="en-US"/>
          </a:p>
        </p:txBody>
      </p:sp>
    </p:spTree>
    <p:extLst>
      <p:ext uri="{BB962C8B-B14F-4D97-AF65-F5344CB8AC3E}">
        <p14:creationId xmlns:p14="http://schemas.microsoft.com/office/powerpoint/2010/main" val="1855211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18</a:t>
            </a:fld>
            <a:endParaRPr kumimoji="1" lang="ja-JP" altLang="en-US"/>
          </a:p>
        </p:txBody>
      </p:sp>
    </p:spTree>
    <p:extLst>
      <p:ext uri="{BB962C8B-B14F-4D97-AF65-F5344CB8AC3E}">
        <p14:creationId xmlns:p14="http://schemas.microsoft.com/office/powerpoint/2010/main" val="1121066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24</a:t>
            </a:fld>
            <a:endParaRPr kumimoji="1" lang="ja-JP" altLang="en-US"/>
          </a:p>
        </p:txBody>
      </p:sp>
    </p:spTree>
    <p:extLst>
      <p:ext uri="{BB962C8B-B14F-4D97-AF65-F5344CB8AC3E}">
        <p14:creationId xmlns:p14="http://schemas.microsoft.com/office/powerpoint/2010/main" val="50355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335F9DC4-AF2D-446F-A88A-FD772B9C0344}" type="slidenum">
              <a:rPr kumimoji="1" lang="ja-JP" altLang="en-US" smtClean="0"/>
              <a:t>25</a:t>
            </a:fld>
            <a:endParaRPr kumimoji="1" lang="ja-JP" altLang="en-US"/>
          </a:p>
        </p:txBody>
      </p:sp>
    </p:spTree>
    <p:extLst>
      <p:ext uri="{BB962C8B-B14F-4D97-AF65-F5344CB8AC3E}">
        <p14:creationId xmlns:p14="http://schemas.microsoft.com/office/powerpoint/2010/main" val="3061643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72</a:t>
            </a:fld>
            <a:endParaRPr kumimoji="1" lang="ja-JP" altLang="en-US"/>
          </a:p>
        </p:txBody>
      </p:sp>
    </p:spTree>
    <p:extLst>
      <p:ext uri="{BB962C8B-B14F-4D97-AF65-F5344CB8AC3E}">
        <p14:creationId xmlns:p14="http://schemas.microsoft.com/office/powerpoint/2010/main" val="2864757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73</a:t>
            </a:fld>
            <a:endParaRPr kumimoji="1" lang="ja-JP" altLang="en-US"/>
          </a:p>
        </p:txBody>
      </p:sp>
    </p:spTree>
    <p:extLst>
      <p:ext uri="{BB962C8B-B14F-4D97-AF65-F5344CB8AC3E}">
        <p14:creationId xmlns:p14="http://schemas.microsoft.com/office/powerpoint/2010/main" val="4106403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74</a:t>
            </a:fld>
            <a:endParaRPr kumimoji="1" lang="ja-JP" altLang="en-US"/>
          </a:p>
        </p:txBody>
      </p:sp>
    </p:spTree>
    <p:extLst>
      <p:ext uri="{BB962C8B-B14F-4D97-AF65-F5344CB8AC3E}">
        <p14:creationId xmlns:p14="http://schemas.microsoft.com/office/powerpoint/2010/main" val="2279821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75</a:t>
            </a:fld>
            <a:endParaRPr kumimoji="1" lang="ja-JP" altLang="en-US"/>
          </a:p>
        </p:txBody>
      </p:sp>
    </p:spTree>
    <p:extLst>
      <p:ext uri="{BB962C8B-B14F-4D97-AF65-F5344CB8AC3E}">
        <p14:creationId xmlns:p14="http://schemas.microsoft.com/office/powerpoint/2010/main" val="1332188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76</a:t>
            </a:fld>
            <a:endParaRPr kumimoji="1" lang="ja-JP" altLang="en-US"/>
          </a:p>
        </p:txBody>
      </p:sp>
    </p:spTree>
    <p:extLst>
      <p:ext uri="{BB962C8B-B14F-4D97-AF65-F5344CB8AC3E}">
        <p14:creationId xmlns:p14="http://schemas.microsoft.com/office/powerpoint/2010/main" val="1101149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77</a:t>
            </a:fld>
            <a:endParaRPr kumimoji="1" lang="ja-JP" altLang="en-US"/>
          </a:p>
        </p:txBody>
      </p:sp>
    </p:spTree>
    <p:extLst>
      <p:ext uri="{BB962C8B-B14F-4D97-AF65-F5344CB8AC3E}">
        <p14:creationId xmlns:p14="http://schemas.microsoft.com/office/powerpoint/2010/main" val="4063773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78</a:t>
            </a:fld>
            <a:endParaRPr kumimoji="1" lang="ja-JP" altLang="en-US"/>
          </a:p>
        </p:txBody>
      </p:sp>
    </p:spTree>
    <p:extLst>
      <p:ext uri="{BB962C8B-B14F-4D97-AF65-F5344CB8AC3E}">
        <p14:creationId xmlns:p14="http://schemas.microsoft.com/office/powerpoint/2010/main" val="2842009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79</a:t>
            </a:fld>
            <a:endParaRPr kumimoji="1" lang="ja-JP" altLang="en-US"/>
          </a:p>
        </p:txBody>
      </p:sp>
    </p:spTree>
    <p:extLst>
      <p:ext uri="{BB962C8B-B14F-4D97-AF65-F5344CB8AC3E}">
        <p14:creationId xmlns:p14="http://schemas.microsoft.com/office/powerpoint/2010/main" val="1263236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80</a:t>
            </a:fld>
            <a:endParaRPr kumimoji="1" lang="ja-JP" altLang="en-US"/>
          </a:p>
        </p:txBody>
      </p:sp>
    </p:spTree>
    <p:extLst>
      <p:ext uri="{BB962C8B-B14F-4D97-AF65-F5344CB8AC3E}">
        <p14:creationId xmlns:p14="http://schemas.microsoft.com/office/powerpoint/2010/main" val="576930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81</a:t>
            </a:fld>
            <a:endParaRPr kumimoji="1" lang="ja-JP" altLang="en-US"/>
          </a:p>
        </p:txBody>
      </p:sp>
    </p:spTree>
    <p:extLst>
      <p:ext uri="{BB962C8B-B14F-4D97-AF65-F5344CB8AC3E}">
        <p14:creationId xmlns:p14="http://schemas.microsoft.com/office/powerpoint/2010/main" val="358862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35F9DC4-AF2D-446F-A88A-FD772B9C0344}" type="slidenum">
              <a:rPr kumimoji="1" lang="ja-JP" altLang="en-US" smtClean="0"/>
              <a:t>82</a:t>
            </a:fld>
            <a:endParaRPr kumimoji="1" lang="ja-JP" altLang="en-US"/>
          </a:p>
        </p:txBody>
      </p:sp>
    </p:spTree>
    <p:extLst>
      <p:ext uri="{BB962C8B-B14F-4D97-AF65-F5344CB8AC3E}">
        <p14:creationId xmlns:p14="http://schemas.microsoft.com/office/powerpoint/2010/main" val="41700429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 スライド">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6947D9B1-0969-46F6-B8DE-9117654D79B1}"/>
              </a:ext>
            </a:extLst>
          </p:cNvPr>
          <p:cNvSpPr/>
          <p:nvPr/>
        </p:nvSpPr>
        <p:spPr>
          <a:xfrm>
            <a:off x="106017" y="2323636"/>
            <a:ext cx="12192000" cy="1967077"/>
          </a:xfrm>
          <a:prstGeom prst="rect">
            <a:avLst/>
          </a:prstGeom>
          <a:solidFill>
            <a:srgbClr val="F5A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sp>
        <p:nvSpPr>
          <p:cNvPr id="18" name="正方形/長方形 17">
            <a:extLst>
              <a:ext uri="{FF2B5EF4-FFF2-40B4-BE49-F238E27FC236}">
                <a16:creationId xmlns:a16="http://schemas.microsoft.com/office/drawing/2014/main" id="{4236EBAC-44D4-48AF-BE19-4F651C24F9CC}"/>
              </a:ext>
            </a:extLst>
          </p:cNvPr>
          <p:cNvSpPr/>
          <p:nvPr/>
        </p:nvSpPr>
        <p:spPr>
          <a:xfrm>
            <a:off x="2032426" y="2316677"/>
            <a:ext cx="216000" cy="19670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19" name="正方形/長方形 18">
            <a:extLst>
              <a:ext uri="{FF2B5EF4-FFF2-40B4-BE49-F238E27FC236}">
                <a16:creationId xmlns:a16="http://schemas.microsoft.com/office/drawing/2014/main" id="{7334057D-1B40-4B8E-A8E4-C7D9C38ECFB8}"/>
              </a:ext>
            </a:extLst>
          </p:cNvPr>
          <p:cNvSpPr/>
          <p:nvPr/>
        </p:nvSpPr>
        <p:spPr>
          <a:xfrm>
            <a:off x="2032426" y="2316677"/>
            <a:ext cx="111762" cy="1967077"/>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 name="タイトル 1">
            <a:extLst>
              <a:ext uri="{FF2B5EF4-FFF2-40B4-BE49-F238E27FC236}">
                <a16:creationId xmlns:a16="http://schemas.microsoft.com/office/drawing/2014/main" id="{8A5E7872-ADC8-4318-A414-1E2B5F5A976C}"/>
              </a:ext>
            </a:extLst>
          </p:cNvPr>
          <p:cNvSpPr>
            <a:spLocks noGrp="1"/>
          </p:cNvSpPr>
          <p:nvPr>
            <p:ph type="ctrTitle" hasCustomPrompt="1"/>
          </p:nvPr>
        </p:nvSpPr>
        <p:spPr>
          <a:xfrm>
            <a:off x="2248426" y="2854327"/>
            <a:ext cx="7896246" cy="967415"/>
          </a:xfrm>
        </p:spPr>
        <p:txBody>
          <a:bodyPr anchor="ctr">
            <a:normAutofit/>
          </a:bodyPr>
          <a:lstStyle>
            <a:lvl1pPr algn="l">
              <a:defRPr sz="5400">
                <a:solidFill>
                  <a:schemeClr val="tx1"/>
                </a:solidFill>
              </a:defRPr>
            </a:lvl1pPr>
          </a:lstStyle>
          <a:p>
            <a:r>
              <a:rPr kumimoji="1" lang="ja-JP" altLang="en-US" dirty="0"/>
              <a:t>タイトル</a:t>
            </a:r>
          </a:p>
        </p:txBody>
      </p:sp>
      <p:sp>
        <p:nvSpPr>
          <p:cNvPr id="25" name="日付プレースホルダー 3">
            <a:extLst>
              <a:ext uri="{FF2B5EF4-FFF2-40B4-BE49-F238E27FC236}">
                <a16:creationId xmlns:a16="http://schemas.microsoft.com/office/drawing/2014/main" id="{64AF1C41-7A9D-41BD-B3ED-B4D9DB4730D7}"/>
              </a:ext>
            </a:extLst>
          </p:cNvPr>
          <p:cNvSpPr>
            <a:spLocks noGrp="1"/>
          </p:cNvSpPr>
          <p:nvPr>
            <p:ph type="dt" sz="half" idx="10"/>
          </p:nvPr>
        </p:nvSpPr>
        <p:spPr>
          <a:xfrm>
            <a:off x="2248426" y="3830754"/>
            <a:ext cx="2282010" cy="447293"/>
          </a:xfrm>
          <a:prstGeom prst="rect">
            <a:avLst/>
          </a:prstGeom>
        </p:spPr>
        <p:txBody>
          <a:bodyPr anchor="ctr"/>
          <a:lstStyle>
            <a:lvl1pPr algn="l">
              <a:defRPr sz="2000">
                <a:solidFill>
                  <a:schemeClr val="tx1"/>
                </a:solidFill>
              </a:defRPr>
            </a:lvl1pPr>
          </a:lstStyle>
          <a:p>
            <a:r>
              <a:rPr lang="en-US" altLang="ja-JP" dirty="0"/>
              <a:t>2022/7/20</a:t>
            </a:r>
            <a:endParaRPr lang="ja-JP" altLang="en-US"/>
          </a:p>
        </p:txBody>
      </p:sp>
      <p:sp>
        <p:nvSpPr>
          <p:cNvPr id="15" name="正方形/長方形 14">
            <a:extLst>
              <a:ext uri="{FF2B5EF4-FFF2-40B4-BE49-F238E27FC236}">
                <a16:creationId xmlns:a16="http://schemas.microsoft.com/office/drawing/2014/main" id="{F1E1EED6-CCD3-4BAC-A1C0-7460FC0E7033}"/>
              </a:ext>
            </a:extLst>
          </p:cNvPr>
          <p:cNvSpPr/>
          <p:nvPr/>
        </p:nvSpPr>
        <p:spPr>
          <a:xfrm>
            <a:off x="0" y="4739544"/>
            <a:ext cx="12192000" cy="501651"/>
          </a:xfrm>
          <a:prstGeom prst="rect">
            <a:avLst/>
          </a:prstGeom>
          <a:solidFill>
            <a:srgbClr val="9CC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正方形/長方形 15">
            <a:extLst>
              <a:ext uri="{FF2B5EF4-FFF2-40B4-BE49-F238E27FC236}">
                <a16:creationId xmlns:a16="http://schemas.microsoft.com/office/drawing/2014/main" id="{003E7C60-FA2B-41CE-B224-AE56E7CF149C}"/>
              </a:ext>
            </a:extLst>
          </p:cNvPr>
          <p:cNvSpPr/>
          <p:nvPr/>
        </p:nvSpPr>
        <p:spPr>
          <a:xfrm>
            <a:off x="2032426" y="4740061"/>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38D12F8-E786-4759-ACD7-DDD46438DAE7}"/>
              </a:ext>
            </a:extLst>
          </p:cNvPr>
          <p:cNvSpPr/>
          <p:nvPr/>
        </p:nvSpPr>
        <p:spPr>
          <a:xfrm>
            <a:off x="2032426" y="4740061"/>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グラフィックス 32">
            <a:extLst>
              <a:ext uri="{FF2B5EF4-FFF2-40B4-BE49-F238E27FC236}">
                <a16:creationId xmlns:a16="http://schemas.microsoft.com/office/drawing/2014/main" id="{89A5D3C2-E853-4D0A-ADF8-8E9B87273B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56601" y="4749071"/>
            <a:ext cx="447675" cy="476250"/>
          </a:xfrm>
          <a:prstGeom prst="rect">
            <a:avLst/>
          </a:prstGeom>
        </p:spPr>
      </p:pic>
      <p:sp>
        <p:nvSpPr>
          <p:cNvPr id="34" name="テキスト ボックス 33">
            <a:extLst>
              <a:ext uri="{FF2B5EF4-FFF2-40B4-BE49-F238E27FC236}">
                <a16:creationId xmlns:a16="http://schemas.microsoft.com/office/drawing/2014/main" id="{AE4D57BD-24E0-49FA-A4BB-934C8FC9A608}"/>
              </a:ext>
            </a:extLst>
          </p:cNvPr>
          <p:cNvSpPr txBox="1"/>
          <p:nvPr/>
        </p:nvSpPr>
        <p:spPr>
          <a:xfrm>
            <a:off x="2912451" y="4802530"/>
            <a:ext cx="2553322" cy="369332"/>
          </a:xfrm>
          <a:prstGeom prst="rect">
            <a:avLst/>
          </a:prstGeom>
          <a:noFill/>
        </p:spPr>
        <p:txBody>
          <a:bodyPr wrap="square" rtlCol="0">
            <a:spAutoFit/>
          </a:bodyPr>
          <a:lstStyle/>
          <a:p>
            <a:r>
              <a:rPr kumimoji="1" lang="ja-JP" altLang="en-US" dirty="0">
                <a:solidFill>
                  <a:schemeClr val="bg1"/>
                </a:solidFill>
              </a:rPr>
              <a:t>工大祭実行委員会</a:t>
            </a:r>
          </a:p>
        </p:txBody>
      </p:sp>
      <p:sp>
        <p:nvSpPr>
          <p:cNvPr id="5" name="テキスト ボックス 4">
            <a:extLst>
              <a:ext uri="{FF2B5EF4-FFF2-40B4-BE49-F238E27FC236}">
                <a16:creationId xmlns:a16="http://schemas.microsoft.com/office/drawing/2014/main" id="{9AA7908C-D06B-4CBE-B362-2DECB2E2E87C}"/>
              </a:ext>
            </a:extLst>
          </p:cNvPr>
          <p:cNvSpPr txBox="1"/>
          <p:nvPr/>
        </p:nvSpPr>
        <p:spPr>
          <a:xfrm>
            <a:off x="2248426" y="2323636"/>
            <a:ext cx="2282010" cy="523220"/>
          </a:xfrm>
          <a:prstGeom prst="rect">
            <a:avLst/>
          </a:prstGeom>
          <a:noFill/>
        </p:spPr>
        <p:txBody>
          <a:bodyPr wrap="square" rtlCol="0" anchor="ctr">
            <a:spAutoFit/>
          </a:bodyPr>
          <a:lstStyle/>
          <a:p>
            <a:r>
              <a:rPr kumimoji="1" lang="ja-JP" altLang="en-US" sz="2800">
                <a:solidFill>
                  <a:schemeClr val="tx1"/>
                </a:solidFill>
              </a:rPr>
              <a:t>工大祭</a:t>
            </a:r>
            <a:r>
              <a:rPr kumimoji="1" lang="en-US" altLang="ja-JP" sz="2800" dirty="0">
                <a:solidFill>
                  <a:schemeClr val="tx1"/>
                </a:solidFill>
              </a:rPr>
              <a:t>2022</a:t>
            </a:r>
            <a:endParaRPr kumimoji="1" lang="ja-JP" altLang="en-US" sz="2800" dirty="0">
              <a:solidFill>
                <a:schemeClr val="tx1"/>
              </a:solidFill>
            </a:endParaRPr>
          </a:p>
        </p:txBody>
      </p:sp>
    </p:spTree>
    <p:extLst>
      <p:ext uri="{BB962C8B-B14F-4D97-AF65-F5344CB8AC3E}">
        <p14:creationId xmlns:p14="http://schemas.microsoft.com/office/powerpoint/2010/main" val="2007496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BCDC1B6-2C96-4416-B7C1-E44D38F841D9}"/>
              </a:ext>
            </a:extLst>
          </p:cNvPr>
          <p:cNvSpPr/>
          <p:nvPr/>
        </p:nvSpPr>
        <p:spPr>
          <a:xfrm>
            <a:off x="0" y="6356347"/>
            <a:ext cx="12192000" cy="501651"/>
          </a:xfrm>
          <a:prstGeom prst="rect">
            <a:avLst/>
          </a:prstGeom>
          <a:solidFill>
            <a:srgbClr val="9CC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6E9000BA-943A-4129-9BA7-AA9E75A624A9}"/>
              </a:ext>
            </a:extLst>
          </p:cNvPr>
          <p:cNvSpPr/>
          <p:nvPr/>
        </p:nvSpPr>
        <p:spPr>
          <a:xfrm>
            <a:off x="618489" y="6356348"/>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9F563CD-8AA5-4501-9045-51F9E21FADC3}"/>
              </a:ext>
            </a:extLst>
          </p:cNvPr>
          <p:cNvSpPr/>
          <p:nvPr/>
        </p:nvSpPr>
        <p:spPr>
          <a:xfrm>
            <a:off x="618489" y="6356348"/>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2D8ABD99-D91D-48F0-A9B9-9AAC9AE42A0C}"/>
              </a:ext>
            </a:extLst>
          </p:cNvPr>
          <p:cNvSpPr>
            <a:spLocks noGrp="1"/>
          </p:cNvSpPr>
          <p:nvPr>
            <p:ph type="dt" sz="half" idx="10"/>
          </p:nvPr>
        </p:nvSpPr>
        <p:spPr>
          <a:xfrm>
            <a:off x="9472276" y="6356350"/>
            <a:ext cx="1677690" cy="501650"/>
          </a:xfrm>
          <a:prstGeom prst="rect">
            <a:avLst/>
          </a:prstGeom>
        </p:spPr>
        <p:txBody>
          <a:bodyPr anchor="ctr"/>
          <a:lstStyle>
            <a:lvl1pPr algn="ctr">
              <a:defRPr sz="1800">
                <a:solidFill>
                  <a:schemeClr val="bg1"/>
                </a:solidFill>
              </a:defRPr>
            </a:lvl1pPr>
          </a:lstStyle>
          <a:p>
            <a:r>
              <a:rPr kumimoji="1" lang="en-US" altLang="ja-JP" dirty="0"/>
              <a:t>2022/7/20</a:t>
            </a:r>
          </a:p>
        </p:txBody>
      </p:sp>
      <p:sp>
        <p:nvSpPr>
          <p:cNvPr id="5" name="フッター プレースホルダー 4">
            <a:extLst>
              <a:ext uri="{FF2B5EF4-FFF2-40B4-BE49-F238E27FC236}">
                <a16:creationId xmlns:a16="http://schemas.microsoft.com/office/drawing/2014/main" id="{EAA768A4-191F-4AD6-B96A-E0DE284F8B8B}"/>
              </a:ext>
            </a:extLst>
          </p:cNvPr>
          <p:cNvSpPr>
            <a:spLocks noGrp="1"/>
          </p:cNvSpPr>
          <p:nvPr>
            <p:ph type="ftr" sz="quarter" idx="11"/>
          </p:nvPr>
        </p:nvSpPr>
        <p:spPr>
          <a:xfrm>
            <a:off x="2593273" y="6356350"/>
            <a:ext cx="3502727" cy="501650"/>
          </a:xfrm>
          <a:prstGeom prst="rect">
            <a:avLst/>
          </a:prstGeom>
        </p:spPr>
        <p:txBody>
          <a:bodyPr anchor="ctr"/>
          <a:lstStyle>
            <a:lvl1pPr>
              <a:defRPr>
                <a:solidFill>
                  <a:schemeClr val="bg1"/>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222590E-0F31-4DA6-B566-A4158E603730}"/>
              </a:ext>
            </a:extLst>
          </p:cNvPr>
          <p:cNvSpPr>
            <a:spLocks noGrp="1"/>
          </p:cNvSpPr>
          <p:nvPr>
            <p:ph type="sldNum" sz="quarter" idx="12"/>
          </p:nvPr>
        </p:nvSpPr>
        <p:spPr>
          <a:xfrm>
            <a:off x="11149966" y="6356347"/>
            <a:ext cx="1042033" cy="501651"/>
          </a:xfrm>
          <a:prstGeom prst="rect">
            <a:avLst/>
          </a:prstGeom>
        </p:spPr>
        <p:txBody>
          <a:bodyPr anchor="ctr"/>
          <a:lstStyle>
            <a:lvl1pPr algn="ctr">
              <a:defRPr sz="2000" spc="-50" baseline="0">
                <a:solidFill>
                  <a:schemeClr val="bg1"/>
                </a:solidFill>
              </a:defRPr>
            </a:lvl1pPr>
          </a:lstStyle>
          <a:p>
            <a:fld id="{1A58A620-9DB4-4C03-BB55-9A6BA96E3938}" type="slidenum">
              <a:rPr kumimoji="1" lang="ja-JP" altLang="en-US" smtClean="0"/>
              <a:t>‹#›</a:t>
            </a:fld>
            <a:endParaRPr kumimoji="1" lang="ja-JP" altLang="en-US"/>
          </a:p>
        </p:txBody>
      </p:sp>
      <p:pic>
        <p:nvPicPr>
          <p:cNvPr id="17" name="グラフィックス 16">
            <a:extLst>
              <a:ext uri="{FF2B5EF4-FFF2-40B4-BE49-F238E27FC236}">
                <a16:creationId xmlns:a16="http://schemas.microsoft.com/office/drawing/2014/main" id="{5A25A7BA-80FA-4424-8CF3-60D522E9F9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407" y="6369046"/>
            <a:ext cx="447675" cy="476250"/>
          </a:xfrm>
          <a:prstGeom prst="rect">
            <a:avLst/>
          </a:prstGeom>
        </p:spPr>
      </p:pic>
      <p:sp>
        <p:nvSpPr>
          <p:cNvPr id="18" name="正方形/長方形 17">
            <a:extLst>
              <a:ext uri="{FF2B5EF4-FFF2-40B4-BE49-F238E27FC236}">
                <a16:creationId xmlns:a16="http://schemas.microsoft.com/office/drawing/2014/main" id="{508ECB7C-6DD7-45E8-976A-343023102508}"/>
              </a:ext>
            </a:extLst>
          </p:cNvPr>
          <p:cNvSpPr/>
          <p:nvPr/>
        </p:nvSpPr>
        <p:spPr>
          <a:xfrm>
            <a:off x="0" y="2316162"/>
            <a:ext cx="12192000" cy="1112838"/>
          </a:xfrm>
          <a:prstGeom prst="rect">
            <a:avLst/>
          </a:prstGeom>
          <a:solidFill>
            <a:srgbClr val="F5A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19" name="正方形/長方形 18">
            <a:extLst>
              <a:ext uri="{FF2B5EF4-FFF2-40B4-BE49-F238E27FC236}">
                <a16:creationId xmlns:a16="http://schemas.microsoft.com/office/drawing/2014/main" id="{A71431B5-7190-438C-AB23-116B5C68AFDD}"/>
              </a:ext>
            </a:extLst>
          </p:cNvPr>
          <p:cNvSpPr/>
          <p:nvPr/>
        </p:nvSpPr>
        <p:spPr>
          <a:xfrm>
            <a:off x="2032426" y="2316677"/>
            <a:ext cx="216000" cy="1112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2" name="正方形/長方形 21">
            <a:extLst>
              <a:ext uri="{FF2B5EF4-FFF2-40B4-BE49-F238E27FC236}">
                <a16:creationId xmlns:a16="http://schemas.microsoft.com/office/drawing/2014/main" id="{F8931EFD-B004-4BFC-9175-EB6584CF3AE2}"/>
              </a:ext>
            </a:extLst>
          </p:cNvPr>
          <p:cNvSpPr/>
          <p:nvPr/>
        </p:nvSpPr>
        <p:spPr>
          <a:xfrm>
            <a:off x="2032426" y="2316677"/>
            <a:ext cx="111762" cy="1112838"/>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3" name="タイトル 1">
            <a:extLst>
              <a:ext uri="{FF2B5EF4-FFF2-40B4-BE49-F238E27FC236}">
                <a16:creationId xmlns:a16="http://schemas.microsoft.com/office/drawing/2014/main" id="{B83E005D-F81B-4EB4-8DEB-77EE8E45F759}"/>
              </a:ext>
            </a:extLst>
          </p:cNvPr>
          <p:cNvSpPr>
            <a:spLocks noGrp="1"/>
          </p:cNvSpPr>
          <p:nvPr>
            <p:ph type="ctrTitle" hasCustomPrompt="1"/>
          </p:nvPr>
        </p:nvSpPr>
        <p:spPr>
          <a:xfrm>
            <a:off x="2248426" y="2388873"/>
            <a:ext cx="9943574" cy="967415"/>
          </a:xfrm>
        </p:spPr>
        <p:txBody>
          <a:bodyPr anchor="ctr">
            <a:normAutofit/>
          </a:bodyPr>
          <a:lstStyle>
            <a:lvl1pPr algn="l">
              <a:defRPr sz="5400">
                <a:solidFill>
                  <a:schemeClr val="tx1"/>
                </a:solidFill>
              </a:defRPr>
            </a:lvl1pPr>
          </a:lstStyle>
          <a:p>
            <a:r>
              <a:rPr kumimoji="1" lang="ja-JP" altLang="en-US" dirty="0"/>
              <a:t>タイトル</a:t>
            </a:r>
          </a:p>
        </p:txBody>
      </p:sp>
      <p:pic>
        <p:nvPicPr>
          <p:cNvPr id="16" name="図 15" descr="グラフ が含まれている画像&#10;&#10;自動的に生成された説明">
            <a:extLst>
              <a:ext uri="{FF2B5EF4-FFF2-40B4-BE49-F238E27FC236}">
                <a16:creationId xmlns:a16="http://schemas.microsoft.com/office/drawing/2014/main" id="{D8AF1E39-869E-0911-EA5E-2CA03A57AB0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2034" y="6369046"/>
            <a:ext cx="1144355" cy="488952"/>
          </a:xfrm>
          <a:prstGeom prst="rect">
            <a:avLst/>
          </a:prstGeom>
        </p:spPr>
      </p:pic>
    </p:spTree>
    <p:extLst>
      <p:ext uri="{BB962C8B-B14F-4D97-AF65-F5344CB8AC3E}">
        <p14:creationId xmlns:p14="http://schemas.microsoft.com/office/powerpoint/2010/main" val="192716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grpSp>
        <p:nvGrpSpPr>
          <p:cNvPr id="24" name="グループ化 23">
            <a:extLst>
              <a:ext uri="{FF2B5EF4-FFF2-40B4-BE49-F238E27FC236}">
                <a16:creationId xmlns:a16="http://schemas.microsoft.com/office/drawing/2014/main" id="{2F9B083A-8419-4B00-BDA8-EC67C60D8E45}"/>
              </a:ext>
            </a:extLst>
          </p:cNvPr>
          <p:cNvGrpSpPr/>
          <p:nvPr/>
        </p:nvGrpSpPr>
        <p:grpSpPr>
          <a:xfrm>
            <a:off x="0" y="-526"/>
            <a:ext cx="12192000" cy="1165184"/>
            <a:chOff x="0" y="-526"/>
            <a:chExt cx="12192000" cy="1165184"/>
          </a:xfrm>
        </p:grpSpPr>
        <p:sp>
          <p:nvSpPr>
            <p:cNvPr id="16" name="正方形/長方形 15">
              <a:extLst>
                <a:ext uri="{FF2B5EF4-FFF2-40B4-BE49-F238E27FC236}">
                  <a16:creationId xmlns:a16="http://schemas.microsoft.com/office/drawing/2014/main" id="{B1C27CE9-0867-46F4-8CD6-20CA3BA74BE5}"/>
                </a:ext>
              </a:extLst>
            </p:cNvPr>
            <p:cNvSpPr/>
            <p:nvPr/>
          </p:nvSpPr>
          <p:spPr>
            <a:xfrm>
              <a:off x="0" y="-526"/>
              <a:ext cx="12192000" cy="1165183"/>
            </a:xfrm>
            <a:prstGeom prst="rect">
              <a:avLst/>
            </a:prstGeom>
            <a:solidFill>
              <a:srgbClr val="F5A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20" name="正方形/長方形 19">
              <a:extLst>
                <a:ext uri="{FF2B5EF4-FFF2-40B4-BE49-F238E27FC236}">
                  <a16:creationId xmlns:a16="http://schemas.microsoft.com/office/drawing/2014/main" id="{BCBCAE8A-8122-4B00-9498-216A04860D27}"/>
                </a:ext>
              </a:extLst>
            </p:cNvPr>
            <p:cNvSpPr/>
            <p:nvPr/>
          </p:nvSpPr>
          <p:spPr>
            <a:xfrm>
              <a:off x="618489" y="-525"/>
              <a:ext cx="216000" cy="11651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21" name="正方形/長方形 20">
              <a:extLst>
                <a:ext uri="{FF2B5EF4-FFF2-40B4-BE49-F238E27FC236}">
                  <a16:creationId xmlns:a16="http://schemas.microsoft.com/office/drawing/2014/main" id="{C4AFD6AE-038C-42B9-932B-6E73ED794BF3}"/>
                </a:ext>
              </a:extLst>
            </p:cNvPr>
            <p:cNvSpPr/>
            <p:nvPr/>
          </p:nvSpPr>
          <p:spPr>
            <a:xfrm>
              <a:off x="618489" y="-525"/>
              <a:ext cx="111762" cy="1165183"/>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sp>
        <p:nvSpPr>
          <p:cNvPr id="7" name="正方形/長方形 6">
            <a:extLst>
              <a:ext uri="{FF2B5EF4-FFF2-40B4-BE49-F238E27FC236}">
                <a16:creationId xmlns:a16="http://schemas.microsoft.com/office/drawing/2014/main" id="{4BCDC1B6-2C96-4416-B7C1-E44D38F841D9}"/>
              </a:ext>
            </a:extLst>
          </p:cNvPr>
          <p:cNvSpPr/>
          <p:nvPr/>
        </p:nvSpPr>
        <p:spPr>
          <a:xfrm>
            <a:off x="0" y="6356347"/>
            <a:ext cx="12192000" cy="501651"/>
          </a:xfrm>
          <a:prstGeom prst="rect">
            <a:avLst/>
          </a:prstGeom>
          <a:solidFill>
            <a:srgbClr val="9CC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6E9000BA-943A-4129-9BA7-AA9E75A624A9}"/>
              </a:ext>
            </a:extLst>
          </p:cNvPr>
          <p:cNvSpPr/>
          <p:nvPr/>
        </p:nvSpPr>
        <p:spPr>
          <a:xfrm>
            <a:off x="618489" y="6356348"/>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9F563CD-8AA5-4501-9045-51F9E21FADC3}"/>
              </a:ext>
            </a:extLst>
          </p:cNvPr>
          <p:cNvSpPr/>
          <p:nvPr/>
        </p:nvSpPr>
        <p:spPr>
          <a:xfrm>
            <a:off x="618489" y="6356348"/>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8B50DFD-76C2-4912-9D1B-89B6214FA9A0}"/>
              </a:ext>
            </a:extLst>
          </p:cNvPr>
          <p:cNvSpPr>
            <a:spLocks noGrp="1"/>
          </p:cNvSpPr>
          <p:nvPr>
            <p:ph type="title" hasCustomPrompt="1"/>
          </p:nvPr>
        </p:nvSpPr>
        <p:spPr>
          <a:xfrm>
            <a:off x="834489" y="593266"/>
            <a:ext cx="10515600" cy="571391"/>
          </a:xfrm>
        </p:spPr>
        <p:txBody>
          <a:bodyPr>
            <a:normAutofit/>
          </a:bodyPr>
          <a:lstStyle>
            <a:lvl1pPr>
              <a:defRPr sz="4000">
                <a:solidFill>
                  <a:schemeClr val="tx1"/>
                </a:solidFill>
              </a:defRPr>
            </a:lvl1pPr>
          </a:lstStyle>
          <a:p>
            <a:r>
              <a:rPr kumimoji="1" lang="ja-JP" altLang="en-US" dirty="0"/>
              <a:t>マスタータイトル</a:t>
            </a:r>
            <a:r>
              <a:rPr kumimoji="1"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42CB869-2B6F-43C0-94E6-4E43FF132E0E}"/>
              </a:ext>
            </a:extLst>
          </p:cNvPr>
          <p:cNvSpPr>
            <a:spLocks noGrp="1"/>
          </p:cNvSpPr>
          <p:nvPr>
            <p:ph idx="1"/>
          </p:nvPr>
        </p:nvSpPr>
        <p:spPr>
          <a:xfrm>
            <a:off x="838200" y="1330157"/>
            <a:ext cx="10515600" cy="482892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2D8ABD99-D91D-48F0-A9B9-9AAC9AE42A0C}"/>
              </a:ext>
            </a:extLst>
          </p:cNvPr>
          <p:cNvSpPr>
            <a:spLocks noGrp="1"/>
          </p:cNvSpPr>
          <p:nvPr>
            <p:ph type="dt" sz="half" idx="10"/>
          </p:nvPr>
        </p:nvSpPr>
        <p:spPr>
          <a:xfrm>
            <a:off x="9472276" y="6356350"/>
            <a:ext cx="1677690" cy="501650"/>
          </a:xfrm>
          <a:prstGeom prst="rect">
            <a:avLst/>
          </a:prstGeom>
        </p:spPr>
        <p:txBody>
          <a:bodyPr anchor="ctr"/>
          <a:lstStyle>
            <a:lvl1pPr algn="ctr">
              <a:defRPr sz="1800">
                <a:solidFill>
                  <a:schemeClr val="bg1"/>
                </a:solidFill>
              </a:defRPr>
            </a:lvl1pPr>
          </a:lstStyle>
          <a:p>
            <a:r>
              <a:rPr kumimoji="1" lang="en-US" altLang="ja-JP" dirty="0"/>
              <a:t>2022/7/20</a:t>
            </a:r>
            <a:endParaRPr kumimoji="1" lang="ja-JP" altLang="en-US"/>
          </a:p>
        </p:txBody>
      </p:sp>
      <p:sp>
        <p:nvSpPr>
          <p:cNvPr id="5" name="フッター プレースホルダー 4">
            <a:extLst>
              <a:ext uri="{FF2B5EF4-FFF2-40B4-BE49-F238E27FC236}">
                <a16:creationId xmlns:a16="http://schemas.microsoft.com/office/drawing/2014/main" id="{EAA768A4-191F-4AD6-B96A-E0DE284F8B8B}"/>
              </a:ext>
            </a:extLst>
          </p:cNvPr>
          <p:cNvSpPr>
            <a:spLocks noGrp="1"/>
          </p:cNvSpPr>
          <p:nvPr>
            <p:ph type="ftr" sz="quarter" idx="11"/>
          </p:nvPr>
        </p:nvSpPr>
        <p:spPr>
          <a:xfrm>
            <a:off x="2593273" y="6356350"/>
            <a:ext cx="3502727" cy="501650"/>
          </a:xfrm>
          <a:prstGeom prst="rect">
            <a:avLst/>
          </a:prstGeom>
        </p:spPr>
        <p:txBody>
          <a:bodyPr anchor="ctr"/>
          <a:lstStyle>
            <a:lvl1pPr>
              <a:defRPr>
                <a:solidFill>
                  <a:schemeClr val="bg1"/>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222590E-0F31-4DA6-B566-A4158E603730}"/>
              </a:ext>
            </a:extLst>
          </p:cNvPr>
          <p:cNvSpPr>
            <a:spLocks noGrp="1"/>
          </p:cNvSpPr>
          <p:nvPr>
            <p:ph type="sldNum" sz="quarter" idx="12"/>
          </p:nvPr>
        </p:nvSpPr>
        <p:spPr>
          <a:xfrm>
            <a:off x="11149966" y="6356347"/>
            <a:ext cx="1042033" cy="501651"/>
          </a:xfrm>
          <a:prstGeom prst="rect">
            <a:avLst/>
          </a:prstGeom>
        </p:spPr>
        <p:txBody>
          <a:bodyPr anchor="ctr"/>
          <a:lstStyle>
            <a:lvl1pPr algn="ctr">
              <a:defRPr sz="2000" spc="-50" baseline="0">
                <a:solidFill>
                  <a:schemeClr val="bg1"/>
                </a:solidFill>
              </a:defRPr>
            </a:lvl1pPr>
          </a:lstStyle>
          <a:p>
            <a:fld id="{1A58A620-9DB4-4C03-BB55-9A6BA96E3938}" type="slidenum">
              <a:rPr kumimoji="1" lang="ja-JP" altLang="en-US" smtClean="0"/>
              <a:t>‹#›</a:t>
            </a:fld>
            <a:endParaRPr kumimoji="1" lang="ja-JP" altLang="en-US"/>
          </a:p>
        </p:txBody>
      </p:sp>
      <p:sp>
        <p:nvSpPr>
          <p:cNvPr id="27" name="テキスト プレースホルダー 26">
            <a:extLst>
              <a:ext uri="{FF2B5EF4-FFF2-40B4-BE49-F238E27FC236}">
                <a16:creationId xmlns:a16="http://schemas.microsoft.com/office/drawing/2014/main" id="{5377EC18-CC3C-4A0F-AD44-98921D583148}"/>
              </a:ext>
            </a:extLst>
          </p:cNvPr>
          <p:cNvSpPr>
            <a:spLocks noGrp="1"/>
          </p:cNvSpPr>
          <p:nvPr>
            <p:ph type="body" sz="quarter" idx="13" hasCustomPrompt="1"/>
          </p:nvPr>
        </p:nvSpPr>
        <p:spPr>
          <a:xfrm>
            <a:off x="834488" y="164975"/>
            <a:ext cx="10515599" cy="414412"/>
          </a:xfrm>
        </p:spPr>
        <p:txBody>
          <a:bodyPr anchor="ctr">
            <a:noAutofit/>
          </a:bodyPr>
          <a:lstStyle>
            <a:lvl1pPr marL="0" indent="0">
              <a:buNone/>
              <a:defRPr sz="2400">
                <a:solidFill>
                  <a:schemeClr val="tx1"/>
                </a:solidFill>
              </a:defRPr>
            </a:lvl1pPr>
          </a:lstStyle>
          <a:p>
            <a:pPr lvl="0"/>
            <a:r>
              <a:rPr kumimoji="1" lang="ja-JP" altLang="en-US" dirty="0"/>
              <a:t>マスタータイトル</a:t>
            </a:r>
            <a:r>
              <a:rPr kumimoji="1" lang="en-US" altLang="ja-JP" dirty="0"/>
              <a:t>1</a:t>
            </a:r>
          </a:p>
        </p:txBody>
      </p:sp>
      <p:pic>
        <p:nvPicPr>
          <p:cNvPr id="17" name="グラフィックス 16">
            <a:extLst>
              <a:ext uri="{FF2B5EF4-FFF2-40B4-BE49-F238E27FC236}">
                <a16:creationId xmlns:a16="http://schemas.microsoft.com/office/drawing/2014/main" id="{5A25A7BA-80FA-4424-8CF3-60D522E9F9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407" y="6369046"/>
            <a:ext cx="447675" cy="476250"/>
          </a:xfrm>
          <a:prstGeom prst="rect">
            <a:avLst/>
          </a:prstGeom>
        </p:spPr>
      </p:pic>
      <p:pic>
        <p:nvPicPr>
          <p:cNvPr id="19" name="図 18" descr="グラフ が含まれている画像&#10;&#10;自動的に生成された説明">
            <a:extLst>
              <a:ext uri="{FF2B5EF4-FFF2-40B4-BE49-F238E27FC236}">
                <a16:creationId xmlns:a16="http://schemas.microsoft.com/office/drawing/2014/main" id="{31310EF5-74A1-E7A7-EBE1-48EEB105559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2034" y="6369046"/>
            <a:ext cx="1144355" cy="488952"/>
          </a:xfrm>
          <a:prstGeom prst="rect">
            <a:avLst/>
          </a:prstGeom>
        </p:spPr>
      </p:pic>
    </p:spTree>
    <p:extLst>
      <p:ext uri="{BB962C8B-B14F-4D97-AF65-F5344CB8AC3E}">
        <p14:creationId xmlns:p14="http://schemas.microsoft.com/office/powerpoint/2010/main" val="370066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タイトル スライド">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6947D9B1-0969-46F6-B8DE-9117654D79B1}"/>
              </a:ext>
            </a:extLst>
          </p:cNvPr>
          <p:cNvSpPr/>
          <p:nvPr/>
        </p:nvSpPr>
        <p:spPr>
          <a:xfrm>
            <a:off x="0" y="2316162"/>
            <a:ext cx="12192000" cy="1967077"/>
          </a:xfrm>
          <a:prstGeom prst="rect">
            <a:avLst/>
          </a:prstGeom>
          <a:solidFill>
            <a:srgbClr val="F5A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18" name="正方形/長方形 17">
            <a:extLst>
              <a:ext uri="{FF2B5EF4-FFF2-40B4-BE49-F238E27FC236}">
                <a16:creationId xmlns:a16="http://schemas.microsoft.com/office/drawing/2014/main" id="{4236EBAC-44D4-48AF-BE19-4F651C24F9CC}"/>
              </a:ext>
            </a:extLst>
          </p:cNvPr>
          <p:cNvSpPr/>
          <p:nvPr/>
        </p:nvSpPr>
        <p:spPr>
          <a:xfrm>
            <a:off x="2032426" y="2316677"/>
            <a:ext cx="216000" cy="19670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19" name="正方形/長方形 18">
            <a:extLst>
              <a:ext uri="{FF2B5EF4-FFF2-40B4-BE49-F238E27FC236}">
                <a16:creationId xmlns:a16="http://schemas.microsoft.com/office/drawing/2014/main" id="{7334057D-1B40-4B8E-A8E4-C7D9C38ECFB8}"/>
              </a:ext>
            </a:extLst>
          </p:cNvPr>
          <p:cNvSpPr/>
          <p:nvPr/>
        </p:nvSpPr>
        <p:spPr>
          <a:xfrm>
            <a:off x="2032426" y="2316677"/>
            <a:ext cx="111762" cy="1967077"/>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 name="タイトル 1">
            <a:extLst>
              <a:ext uri="{FF2B5EF4-FFF2-40B4-BE49-F238E27FC236}">
                <a16:creationId xmlns:a16="http://schemas.microsoft.com/office/drawing/2014/main" id="{8A5E7872-ADC8-4318-A414-1E2B5F5A976C}"/>
              </a:ext>
            </a:extLst>
          </p:cNvPr>
          <p:cNvSpPr>
            <a:spLocks noGrp="1"/>
          </p:cNvSpPr>
          <p:nvPr>
            <p:ph type="ctrTitle" hasCustomPrompt="1"/>
          </p:nvPr>
        </p:nvSpPr>
        <p:spPr>
          <a:xfrm>
            <a:off x="2248426" y="2854327"/>
            <a:ext cx="7896246" cy="967415"/>
          </a:xfrm>
        </p:spPr>
        <p:txBody>
          <a:bodyPr anchor="ctr">
            <a:normAutofit/>
          </a:bodyPr>
          <a:lstStyle>
            <a:lvl1pPr algn="l">
              <a:defRPr sz="5400">
                <a:solidFill>
                  <a:schemeClr val="tx1"/>
                </a:solidFill>
              </a:defRPr>
            </a:lvl1pPr>
          </a:lstStyle>
          <a:p>
            <a:r>
              <a:rPr kumimoji="1" lang="ja-JP" altLang="en-US" dirty="0"/>
              <a:t>タイトル</a:t>
            </a:r>
          </a:p>
        </p:txBody>
      </p:sp>
      <p:sp>
        <p:nvSpPr>
          <p:cNvPr id="25" name="日付プレースホルダー 3">
            <a:extLst>
              <a:ext uri="{FF2B5EF4-FFF2-40B4-BE49-F238E27FC236}">
                <a16:creationId xmlns:a16="http://schemas.microsoft.com/office/drawing/2014/main" id="{64AF1C41-7A9D-41BD-B3ED-B4D9DB4730D7}"/>
              </a:ext>
            </a:extLst>
          </p:cNvPr>
          <p:cNvSpPr>
            <a:spLocks noGrp="1"/>
          </p:cNvSpPr>
          <p:nvPr>
            <p:ph type="dt" sz="half" idx="10"/>
          </p:nvPr>
        </p:nvSpPr>
        <p:spPr>
          <a:xfrm>
            <a:off x="2248426" y="3830754"/>
            <a:ext cx="2282010" cy="447293"/>
          </a:xfrm>
          <a:prstGeom prst="rect">
            <a:avLst/>
          </a:prstGeom>
        </p:spPr>
        <p:txBody>
          <a:bodyPr anchor="ctr"/>
          <a:lstStyle>
            <a:lvl1pPr algn="l">
              <a:defRPr sz="2000">
                <a:solidFill>
                  <a:schemeClr val="tx1"/>
                </a:solidFill>
              </a:defRPr>
            </a:lvl1pPr>
          </a:lstStyle>
          <a:p>
            <a:r>
              <a:rPr lang="en-US" altLang="ja-JP" dirty="0"/>
              <a:t>2022/7/20</a:t>
            </a:r>
            <a:endParaRPr lang="ja-JP" altLang="en-US"/>
          </a:p>
        </p:txBody>
      </p:sp>
      <p:sp>
        <p:nvSpPr>
          <p:cNvPr id="15" name="正方形/長方形 14">
            <a:extLst>
              <a:ext uri="{FF2B5EF4-FFF2-40B4-BE49-F238E27FC236}">
                <a16:creationId xmlns:a16="http://schemas.microsoft.com/office/drawing/2014/main" id="{F1E1EED6-CCD3-4BAC-A1C0-7460FC0E7033}"/>
              </a:ext>
            </a:extLst>
          </p:cNvPr>
          <p:cNvSpPr/>
          <p:nvPr/>
        </p:nvSpPr>
        <p:spPr>
          <a:xfrm>
            <a:off x="0" y="4739544"/>
            <a:ext cx="12192000" cy="501651"/>
          </a:xfrm>
          <a:prstGeom prst="rect">
            <a:avLst/>
          </a:prstGeom>
          <a:solidFill>
            <a:srgbClr val="9CC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正方形/長方形 15">
            <a:extLst>
              <a:ext uri="{FF2B5EF4-FFF2-40B4-BE49-F238E27FC236}">
                <a16:creationId xmlns:a16="http://schemas.microsoft.com/office/drawing/2014/main" id="{003E7C60-FA2B-41CE-B224-AE56E7CF149C}"/>
              </a:ext>
            </a:extLst>
          </p:cNvPr>
          <p:cNvSpPr/>
          <p:nvPr/>
        </p:nvSpPr>
        <p:spPr>
          <a:xfrm>
            <a:off x="2032426" y="4740061"/>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638D12F8-E786-4759-ACD7-DDD46438DAE7}"/>
              </a:ext>
            </a:extLst>
          </p:cNvPr>
          <p:cNvSpPr/>
          <p:nvPr/>
        </p:nvSpPr>
        <p:spPr>
          <a:xfrm>
            <a:off x="2032426" y="4740061"/>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グラフィックス 32">
            <a:extLst>
              <a:ext uri="{FF2B5EF4-FFF2-40B4-BE49-F238E27FC236}">
                <a16:creationId xmlns:a16="http://schemas.microsoft.com/office/drawing/2014/main" id="{89A5D3C2-E853-4D0A-ADF8-8E9B87273B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56601" y="4749071"/>
            <a:ext cx="447675" cy="476250"/>
          </a:xfrm>
          <a:prstGeom prst="rect">
            <a:avLst/>
          </a:prstGeom>
        </p:spPr>
      </p:pic>
      <p:sp>
        <p:nvSpPr>
          <p:cNvPr id="34" name="テキスト ボックス 33">
            <a:extLst>
              <a:ext uri="{FF2B5EF4-FFF2-40B4-BE49-F238E27FC236}">
                <a16:creationId xmlns:a16="http://schemas.microsoft.com/office/drawing/2014/main" id="{AE4D57BD-24E0-49FA-A4BB-934C8FC9A608}"/>
              </a:ext>
            </a:extLst>
          </p:cNvPr>
          <p:cNvSpPr txBox="1"/>
          <p:nvPr/>
        </p:nvSpPr>
        <p:spPr>
          <a:xfrm>
            <a:off x="2912451" y="4802530"/>
            <a:ext cx="2553322" cy="369332"/>
          </a:xfrm>
          <a:prstGeom prst="rect">
            <a:avLst/>
          </a:prstGeom>
          <a:noFill/>
        </p:spPr>
        <p:txBody>
          <a:bodyPr wrap="square" rtlCol="0">
            <a:spAutoFit/>
          </a:bodyPr>
          <a:lstStyle/>
          <a:p>
            <a:r>
              <a:rPr kumimoji="1" lang="ja-JP" altLang="en-US" dirty="0">
                <a:solidFill>
                  <a:schemeClr val="bg1"/>
                </a:solidFill>
              </a:rPr>
              <a:t>工大祭実行委員会</a:t>
            </a:r>
          </a:p>
        </p:txBody>
      </p:sp>
      <p:sp>
        <p:nvSpPr>
          <p:cNvPr id="5" name="テキスト ボックス 4">
            <a:extLst>
              <a:ext uri="{FF2B5EF4-FFF2-40B4-BE49-F238E27FC236}">
                <a16:creationId xmlns:a16="http://schemas.microsoft.com/office/drawing/2014/main" id="{9AA7908C-D06B-4CBE-B362-2DECB2E2E87C}"/>
              </a:ext>
            </a:extLst>
          </p:cNvPr>
          <p:cNvSpPr txBox="1"/>
          <p:nvPr/>
        </p:nvSpPr>
        <p:spPr>
          <a:xfrm>
            <a:off x="2248426" y="2323636"/>
            <a:ext cx="2282010" cy="523220"/>
          </a:xfrm>
          <a:prstGeom prst="rect">
            <a:avLst/>
          </a:prstGeom>
          <a:noFill/>
        </p:spPr>
        <p:txBody>
          <a:bodyPr wrap="square" rtlCol="0" anchor="ctr">
            <a:spAutoFit/>
          </a:bodyPr>
          <a:lstStyle/>
          <a:p>
            <a:r>
              <a:rPr kumimoji="1" lang="ja-JP" altLang="en-US" sz="2800">
                <a:solidFill>
                  <a:schemeClr val="tx1"/>
                </a:solidFill>
              </a:rPr>
              <a:t>工大祭</a:t>
            </a:r>
            <a:r>
              <a:rPr kumimoji="1" lang="en-US" altLang="ja-JP" sz="2800" dirty="0">
                <a:solidFill>
                  <a:schemeClr val="tx1"/>
                </a:solidFill>
              </a:rPr>
              <a:t>2022</a:t>
            </a:r>
            <a:endParaRPr kumimoji="1" lang="ja-JP" altLang="en-US" sz="2800" dirty="0">
              <a:solidFill>
                <a:schemeClr val="tx1"/>
              </a:solidFill>
            </a:endParaRPr>
          </a:p>
        </p:txBody>
      </p:sp>
    </p:spTree>
    <p:extLst>
      <p:ext uri="{BB962C8B-B14F-4D97-AF65-F5344CB8AC3E}">
        <p14:creationId xmlns:p14="http://schemas.microsoft.com/office/powerpoint/2010/main" val="781025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BCDC1B6-2C96-4416-B7C1-E44D38F841D9}"/>
              </a:ext>
            </a:extLst>
          </p:cNvPr>
          <p:cNvSpPr/>
          <p:nvPr/>
        </p:nvSpPr>
        <p:spPr>
          <a:xfrm>
            <a:off x="0" y="6356347"/>
            <a:ext cx="12192000" cy="501651"/>
          </a:xfrm>
          <a:prstGeom prst="rect">
            <a:avLst/>
          </a:prstGeom>
          <a:solidFill>
            <a:srgbClr val="9CC3E8"/>
          </a:solidFill>
          <a:ln>
            <a:solidFill>
              <a:srgbClr val="9CC3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6E9000BA-943A-4129-9BA7-AA9E75A624A9}"/>
              </a:ext>
            </a:extLst>
          </p:cNvPr>
          <p:cNvSpPr/>
          <p:nvPr/>
        </p:nvSpPr>
        <p:spPr>
          <a:xfrm>
            <a:off x="618489" y="6356348"/>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9F563CD-8AA5-4501-9045-51F9E21FADC3}"/>
              </a:ext>
            </a:extLst>
          </p:cNvPr>
          <p:cNvSpPr/>
          <p:nvPr/>
        </p:nvSpPr>
        <p:spPr>
          <a:xfrm>
            <a:off x="618489" y="6356348"/>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ー 3">
            <a:extLst>
              <a:ext uri="{FF2B5EF4-FFF2-40B4-BE49-F238E27FC236}">
                <a16:creationId xmlns:a16="http://schemas.microsoft.com/office/drawing/2014/main" id="{2D8ABD99-D91D-48F0-A9B9-9AAC9AE42A0C}"/>
              </a:ext>
            </a:extLst>
          </p:cNvPr>
          <p:cNvSpPr>
            <a:spLocks noGrp="1"/>
          </p:cNvSpPr>
          <p:nvPr>
            <p:ph type="dt" sz="half" idx="10"/>
          </p:nvPr>
        </p:nvSpPr>
        <p:spPr>
          <a:xfrm>
            <a:off x="9472276" y="6356350"/>
            <a:ext cx="1677690" cy="501650"/>
          </a:xfrm>
          <a:prstGeom prst="rect">
            <a:avLst/>
          </a:prstGeom>
        </p:spPr>
        <p:txBody>
          <a:bodyPr anchor="ctr"/>
          <a:lstStyle>
            <a:lvl1pPr algn="ctr">
              <a:defRPr sz="1800">
                <a:solidFill>
                  <a:schemeClr val="bg1"/>
                </a:solidFill>
              </a:defRPr>
            </a:lvl1pPr>
          </a:lstStyle>
          <a:p>
            <a:r>
              <a:rPr kumimoji="1" lang="en-US" altLang="ja-JP" dirty="0"/>
              <a:t>2022/7/20</a:t>
            </a:r>
            <a:endParaRPr kumimoji="1" lang="ja-JP" altLang="en-US"/>
          </a:p>
        </p:txBody>
      </p:sp>
      <p:sp>
        <p:nvSpPr>
          <p:cNvPr id="5" name="フッター プレースホルダー 4">
            <a:extLst>
              <a:ext uri="{FF2B5EF4-FFF2-40B4-BE49-F238E27FC236}">
                <a16:creationId xmlns:a16="http://schemas.microsoft.com/office/drawing/2014/main" id="{EAA768A4-191F-4AD6-B96A-E0DE284F8B8B}"/>
              </a:ext>
            </a:extLst>
          </p:cNvPr>
          <p:cNvSpPr>
            <a:spLocks noGrp="1"/>
          </p:cNvSpPr>
          <p:nvPr>
            <p:ph type="ftr" sz="quarter" idx="11"/>
          </p:nvPr>
        </p:nvSpPr>
        <p:spPr>
          <a:xfrm>
            <a:off x="2593273" y="6356350"/>
            <a:ext cx="3502727" cy="501650"/>
          </a:xfrm>
          <a:prstGeom prst="rect">
            <a:avLst/>
          </a:prstGeom>
        </p:spPr>
        <p:txBody>
          <a:bodyPr anchor="ctr"/>
          <a:lstStyle>
            <a:lvl1pPr>
              <a:defRPr>
                <a:solidFill>
                  <a:schemeClr val="bg1"/>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222590E-0F31-4DA6-B566-A4158E603730}"/>
              </a:ext>
            </a:extLst>
          </p:cNvPr>
          <p:cNvSpPr>
            <a:spLocks noGrp="1"/>
          </p:cNvSpPr>
          <p:nvPr>
            <p:ph type="sldNum" sz="quarter" idx="12"/>
          </p:nvPr>
        </p:nvSpPr>
        <p:spPr>
          <a:xfrm>
            <a:off x="11149966" y="6356347"/>
            <a:ext cx="1042033" cy="501651"/>
          </a:xfrm>
          <a:prstGeom prst="rect">
            <a:avLst/>
          </a:prstGeom>
        </p:spPr>
        <p:txBody>
          <a:bodyPr anchor="ctr"/>
          <a:lstStyle>
            <a:lvl1pPr algn="ctr">
              <a:defRPr sz="2000" spc="-50" baseline="0">
                <a:solidFill>
                  <a:schemeClr val="bg1"/>
                </a:solidFill>
              </a:defRPr>
            </a:lvl1pPr>
          </a:lstStyle>
          <a:p>
            <a:fld id="{1A58A620-9DB4-4C03-BB55-9A6BA96E3938}" type="slidenum">
              <a:rPr kumimoji="1" lang="ja-JP" altLang="en-US" smtClean="0"/>
              <a:t>‹#›</a:t>
            </a:fld>
            <a:endParaRPr kumimoji="1" lang="ja-JP" altLang="en-US"/>
          </a:p>
        </p:txBody>
      </p:sp>
      <p:pic>
        <p:nvPicPr>
          <p:cNvPr id="17" name="グラフィックス 16">
            <a:extLst>
              <a:ext uri="{FF2B5EF4-FFF2-40B4-BE49-F238E27FC236}">
                <a16:creationId xmlns:a16="http://schemas.microsoft.com/office/drawing/2014/main" id="{5A25A7BA-80FA-4424-8CF3-60D522E9F9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407" y="6369046"/>
            <a:ext cx="447675" cy="476250"/>
          </a:xfrm>
          <a:prstGeom prst="rect">
            <a:avLst/>
          </a:prstGeom>
        </p:spPr>
      </p:pic>
      <p:sp>
        <p:nvSpPr>
          <p:cNvPr id="18" name="正方形/長方形 17">
            <a:extLst>
              <a:ext uri="{FF2B5EF4-FFF2-40B4-BE49-F238E27FC236}">
                <a16:creationId xmlns:a16="http://schemas.microsoft.com/office/drawing/2014/main" id="{508ECB7C-6DD7-45E8-976A-343023102508}"/>
              </a:ext>
            </a:extLst>
          </p:cNvPr>
          <p:cNvSpPr/>
          <p:nvPr/>
        </p:nvSpPr>
        <p:spPr>
          <a:xfrm>
            <a:off x="0" y="2316162"/>
            <a:ext cx="12192000" cy="1112838"/>
          </a:xfrm>
          <a:prstGeom prst="rect">
            <a:avLst/>
          </a:prstGeom>
          <a:solidFill>
            <a:srgbClr val="F5A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19" name="正方形/長方形 18">
            <a:extLst>
              <a:ext uri="{FF2B5EF4-FFF2-40B4-BE49-F238E27FC236}">
                <a16:creationId xmlns:a16="http://schemas.microsoft.com/office/drawing/2014/main" id="{A71431B5-7190-438C-AB23-116B5C68AFDD}"/>
              </a:ext>
            </a:extLst>
          </p:cNvPr>
          <p:cNvSpPr/>
          <p:nvPr/>
        </p:nvSpPr>
        <p:spPr>
          <a:xfrm>
            <a:off x="2032426" y="2316677"/>
            <a:ext cx="216000" cy="1112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2" name="正方形/長方形 21">
            <a:extLst>
              <a:ext uri="{FF2B5EF4-FFF2-40B4-BE49-F238E27FC236}">
                <a16:creationId xmlns:a16="http://schemas.microsoft.com/office/drawing/2014/main" id="{F8931EFD-B004-4BFC-9175-EB6584CF3AE2}"/>
              </a:ext>
            </a:extLst>
          </p:cNvPr>
          <p:cNvSpPr/>
          <p:nvPr/>
        </p:nvSpPr>
        <p:spPr>
          <a:xfrm>
            <a:off x="2032426" y="2316677"/>
            <a:ext cx="111762" cy="1112838"/>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3" name="タイトル 1">
            <a:extLst>
              <a:ext uri="{FF2B5EF4-FFF2-40B4-BE49-F238E27FC236}">
                <a16:creationId xmlns:a16="http://schemas.microsoft.com/office/drawing/2014/main" id="{B83E005D-F81B-4EB4-8DEB-77EE8E45F759}"/>
              </a:ext>
            </a:extLst>
          </p:cNvPr>
          <p:cNvSpPr>
            <a:spLocks noGrp="1"/>
          </p:cNvSpPr>
          <p:nvPr>
            <p:ph type="ctrTitle" hasCustomPrompt="1"/>
          </p:nvPr>
        </p:nvSpPr>
        <p:spPr>
          <a:xfrm>
            <a:off x="2248425" y="2388873"/>
            <a:ext cx="9943573" cy="967415"/>
          </a:xfrm>
        </p:spPr>
        <p:txBody>
          <a:bodyPr anchor="ctr">
            <a:normAutofit/>
          </a:bodyPr>
          <a:lstStyle>
            <a:lvl1pPr algn="l">
              <a:defRPr sz="5400">
                <a:solidFill>
                  <a:schemeClr val="tx1"/>
                </a:solidFill>
              </a:defRPr>
            </a:lvl1pPr>
          </a:lstStyle>
          <a:p>
            <a:r>
              <a:rPr kumimoji="1" lang="ja-JP" altLang="en-US" dirty="0"/>
              <a:t>タイトル</a:t>
            </a:r>
          </a:p>
        </p:txBody>
      </p:sp>
      <p:pic>
        <p:nvPicPr>
          <p:cNvPr id="13" name="図 12" descr="グラフ が含まれている画像&#10;&#10;自動的に生成された説明">
            <a:extLst>
              <a:ext uri="{FF2B5EF4-FFF2-40B4-BE49-F238E27FC236}">
                <a16:creationId xmlns:a16="http://schemas.microsoft.com/office/drawing/2014/main" id="{CDE8122E-06EE-92FB-26D8-3C401BA998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2034" y="6369046"/>
            <a:ext cx="1144355" cy="488952"/>
          </a:xfrm>
          <a:prstGeom prst="rect">
            <a:avLst/>
          </a:prstGeom>
        </p:spPr>
      </p:pic>
    </p:spTree>
    <p:extLst>
      <p:ext uri="{BB962C8B-B14F-4D97-AF65-F5344CB8AC3E}">
        <p14:creationId xmlns:p14="http://schemas.microsoft.com/office/powerpoint/2010/main" val="3753282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grpSp>
        <p:nvGrpSpPr>
          <p:cNvPr id="24" name="グループ化 23">
            <a:extLst>
              <a:ext uri="{FF2B5EF4-FFF2-40B4-BE49-F238E27FC236}">
                <a16:creationId xmlns:a16="http://schemas.microsoft.com/office/drawing/2014/main" id="{2F9B083A-8419-4B00-BDA8-EC67C60D8E45}"/>
              </a:ext>
            </a:extLst>
          </p:cNvPr>
          <p:cNvGrpSpPr/>
          <p:nvPr/>
        </p:nvGrpSpPr>
        <p:grpSpPr>
          <a:xfrm>
            <a:off x="0" y="-526"/>
            <a:ext cx="12192000" cy="1165184"/>
            <a:chOff x="0" y="-526"/>
            <a:chExt cx="12192000" cy="1165184"/>
          </a:xfrm>
        </p:grpSpPr>
        <p:sp>
          <p:nvSpPr>
            <p:cNvPr id="16" name="正方形/長方形 15">
              <a:extLst>
                <a:ext uri="{FF2B5EF4-FFF2-40B4-BE49-F238E27FC236}">
                  <a16:creationId xmlns:a16="http://schemas.microsoft.com/office/drawing/2014/main" id="{B1C27CE9-0867-46F4-8CD6-20CA3BA74BE5}"/>
                </a:ext>
              </a:extLst>
            </p:cNvPr>
            <p:cNvSpPr/>
            <p:nvPr/>
          </p:nvSpPr>
          <p:spPr>
            <a:xfrm>
              <a:off x="0" y="-526"/>
              <a:ext cx="12192000" cy="1165183"/>
            </a:xfrm>
            <a:prstGeom prst="rect">
              <a:avLst/>
            </a:prstGeom>
            <a:solidFill>
              <a:srgbClr val="F5AD54"/>
            </a:solidFill>
            <a:ln>
              <a:solidFill>
                <a:srgbClr val="9CC3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20" name="正方形/長方形 19">
              <a:extLst>
                <a:ext uri="{FF2B5EF4-FFF2-40B4-BE49-F238E27FC236}">
                  <a16:creationId xmlns:a16="http://schemas.microsoft.com/office/drawing/2014/main" id="{BCBCAE8A-8122-4B00-9498-216A04860D27}"/>
                </a:ext>
              </a:extLst>
            </p:cNvPr>
            <p:cNvSpPr/>
            <p:nvPr/>
          </p:nvSpPr>
          <p:spPr>
            <a:xfrm>
              <a:off x="618489" y="-525"/>
              <a:ext cx="216000" cy="11651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dirty="0"/>
            </a:p>
          </p:txBody>
        </p:sp>
        <p:sp>
          <p:nvSpPr>
            <p:cNvPr id="21" name="正方形/長方形 20">
              <a:extLst>
                <a:ext uri="{FF2B5EF4-FFF2-40B4-BE49-F238E27FC236}">
                  <a16:creationId xmlns:a16="http://schemas.microsoft.com/office/drawing/2014/main" id="{C4AFD6AE-038C-42B9-932B-6E73ED794BF3}"/>
                </a:ext>
              </a:extLst>
            </p:cNvPr>
            <p:cNvSpPr/>
            <p:nvPr/>
          </p:nvSpPr>
          <p:spPr>
            <a:xfrm>
              <a:off x="618489" y="-525"/>
              <a:ext cx="111762" cy="1165183"/>
            </a:xfrm>
            <a:prstGeom prst="rect">
              <a:avLst/>
            </a:prstGeom>
            <a:solidFill>
              <a:srgbClr val="C75A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sp>
        <p:nvSpPr>
          <p:cNvPr id="7" name="正方形/長方形 6">
            <a:extLst>
              <a:ext uri="{FF2B5EF4-FFF2-40B4-BE49-F238E27FC236}">
                <a16:creationId xmlns:a16="http://schemas.microsoft.com/office/drawing/2014/main" id="{4BCDC1B6-2C96-4416-B7C1-E44D38F841D9}"/>
              </a:ext>
            </a:extLst>
          </p:cNvPr>
          <p:cNvSpPr/>
          <p:nvPr/>
        </p:nvSpPr>
        <p:spPr>
          <a:xfrm>
            <a:off x="0" y="6356347"/>
            <a:ext cx="12192000" cy="501651"/>
          </a:xfrm>
          <a:prstGeom prst="rect">
            <a:avLst/>
          </a:prstGeom>
          <a:solidFill>
            <a:srgbClr val="9CC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6E9000BA-943A-4129-9BA7-AA9E75A624A9}"/>
              </a:ext>
            </a:extLst>
          </p:cNvPr>
          <p:cNvSpPr/>
          <p:nvPr/>
        </p:nvSpPr>
        <p:spPr>
          <a:xfrm>
            <a:off x="618489" y="6356348"/>
            <a:ext cx="216000" cy="50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9F563CD-8AA5-4501-9045-51F9E21FADC3}"/>
              </a:ext>
            </a:extLst>
          </p:cNvPr>
          <p:cNvSpPr/>
          <p:nvPr/>
        </p:nvSpPr>
        <p:spPr>
          <a:xfrm>
            <a:off x="618489" y="6356348"/>
            <a:ext cx="111762" cy="501651"/>
          </a:xfrm>
          <a:prstGeom prst="rect">
            <a:avLst/>
          </a:prstGeom>
          <a:solidFill>
            <a:srgbClr val="2F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8B50DFD-76C2-4912-9D1B-89B6214FA9A0}"/>
              </a:ext>
            </a:extLst>
          </p:cNvPr>
          <p:cNvSpPr>
            <a:spLocks noGrp="1"/>
          </p:cNvSpPr>
          <p:nvPr>
            <p:ph type="title" hasCustomPrompt="1"/>
          </p:nvPr>
        </p:nvSpPr>
        <p:spPr>
          <a:xfrm>
            <a:off x="834489" y="593266"/>
            <a:ext cx="10515600" cy="571391"/>
          </a:xfrm>
        </p:spPr>
        <p:txBody>
          <a:bodyPr>
            <a:normAutofit/>
          </a:bodyPr>
          <a:lstStyle>
            <a:lvl1pPr>
              <a:defRPr sz="4000">
                <a:solidFill>
                  <a:schemeClr val="tx1"/>
                </a:solidFill>
              </a:defRPr>
            </a:lvl1pPr>
          </a:lstStyle>
          <a:p>
            <a:r>
              <a:rPr kumimoji="1" lang="ja-JP" altLang="en-US" dirty="0"/>
              <a:t>マスタータイトル</a:t>
            </a:r>
            <a:r>
              <a:rPr kumimoji="1"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E42CB869-2B6F-43C0-94E6-4E43FF132E0E}"/>
              </a:ext>
            </a:extLst>
          </p:cNvPr>
          <p:cNvSpPr>
            <a:spLocks noGrp="1"/>
          </p:cNvSpPr>
          <p:nvPr>
            <p:ph idx="1"/>
          </p:nvPr>
        </p:nvSpPr>
        <p:spPr>
          <a:xfrm>
            <a:off x="838200" y="1330157"/>
            <a:ext cx="10515600" cy="4828921"/>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2D8ABD99-D91D-48F0-A9B9-9AAC9AE42A0C}"/>
              </a:ext>
            </a:extLst>
          </p:cNvPr>
          <p:cNvSpPr>
            <a:spLocks noGrp="1"/>
          </p:cNvSpPr>
          <p:nvPr>
            <p:ph type="dt" sz="half" idx="10"/>
          </p:nvPr>
        </p:nvSpPr>
        <p:spPr>
          <a:xfrm>
            <a:off x="9472276" y="6356350"/>
            <a:ext cx="1677690" cy="501650"/>
          </a:xfrm>
          <a:prstGeom prst="rect">
            <a:avLst/>
          </a:prstGeom>
        </p:spPr>
        <p:txBody>
          <a:bodyPr anchor="ctr"/>
          <a:lstStyle>
            <a:lvl1pPr algn="ctr">
              <a:defRPr sz="1800">
                <a:solidFill>
                  <a:schemeClr val="bg1"/>
                </a:solidFill>
              </a:defRPr>
            </a:lvl1pPr>
          </a:lstStyle>
          <a:p>
            <a:r>
              <a:rPr kumimoji="1" lang="en-US" altLang="ja-JP" dirty="0"/>
              <a:t>2022/7/20</a:t>
            </a:r>
            <a:endParaRPr kumimoji="1" lang="ja-JP" altLang="en-US"/>
          </a:p>
        </p:txBody>
      </p:sp>
      <p:sp>
        <p:nvSpPr>
          <p:cNvPr id="5" name="フッター プレースホルダー 4">
            <a:extLst>
              <a:ext uri="{FF2B5EF4-FFF2-40B4-BE49-F238E27FC236}">
                <a16:creationId xmlns:a16="http://schemas.microsoft.com/office/drawing/2014/main" id="{EAA768A4-191F-4AD6-B96A-E0DE284F8B8B}"/>
              </a:ext>
            </a:extLst>
          </p:cNvPr>
          <p:cNvSpPr>
            <a:spLocks noGrp="1"/>
          </p:cNvSpPr>
          <p:nvPr>
            <p:ph type="ftr" sz="quarter" idx="11"/>
          </p:nvPr>
        </p:nvSpPr>
        <p:spPr>
          <a:xfrm>
            <a:off x="2593273" y="6356350"/>
            <a:ext cx="3502727" cy="501650"/>
          </a:xfrm>
          <a:prstGeom prst="rect">
            <a:avLst/>
          </a:prstGeom>
        </p:spPr>
        <p:txBody>
          <a:bodyPr anchor="ctr"/>
          <a:lstStyle>
            <a:lvl1pPr>
              <a:defRPr>
                <a:solidFill>
                  <a:schemeClr val="bg1"/>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222590E-0F31-4DA6-B566-A4158E603730}"/>
              </a:ext>
            </a:extLst>
          </p:cNvPr>
          <p:cNvSpPr>
            <a:spLocks noGrp="1"/>
          </p:cNvSpPr>
          <p:nvPr>
            <p:ph type="sldNum" sz="quarter" idx="12"/>
          </p:nvPr>
        </p:nvSpPr>
        <p:spPr>
          <a:xfrm>
            <a:off x="11149966" y="6356347"/>
            <a:ext cx="1042033" cy="501651"/>
          </a:xfrm>
          <a:prstGeom prst="rect">
            <a:avLst/>
          </a:prstGeom>
        </p:spPr>
        <p:txBody>
          <a:bodyPr anchor="ctr"/>
          <a:lstStyle>
            <a:lvl1pPr algn="ctr">
              <a:defRPr sz="2000" spc="-50" baseline="0">
                <a:solidFill>
                  <a:schemeClr val="bg1"/>
                </a:solidFill>
              </a:defRPr>
            </a:lvl1pPr>
          </a:lstStyle>
          <a:p>
            <a:fld id="{1A58A620-9DB4-4C03-BB55-9A6BA96E3938}" type="slidenum">
              <a:rPr kumimoji="1" lang="ja-JP" altLang="en-US" smtClean="0"/>
              <a:t>‹#›</a:t>
            </a:fld>
            <a:endParaRPr kumimoji="1" lang="ja-JP" altLang="en-US"/>
          </a:p>
        </p:txBody>
      </p:sp>
      <p:sp>
        <p:nvSpPr>
          <p:cNvPr id="27" name="テキスト プレースホルダー 26">
            <a:extLst>
              <a:ext uri="{FF2B5EF4-FFF2-40B4-BE49-F238E27FC236}">
                <a16:creationId xmlns:a16="http://schemas.microsoft.com/office/drawing/2014/main" id="{5377EC18-CC3C-4A0F-AD44-98921D583148}"/>
              </a:ext>
            </a:extLst>
          </p:cNvPr>
          <p:cNvSpPr>
            <a:spLocks noGrp="1"/>
          </p:cNvSpPr>
          <p:nvPr>
            <p:ph type="body" sz="quarter" idx="13" hasCustomPrompt="1"/>
          </p:nvPr>
        </p:nvSpPr>
        <p:spPr>
          <a:xfrm>
            <a:off x="834488" y="164975"/>
            <a:ext cx="10515599" cy="414412"/>
          </a:xfrm>
        </p:spPr>
        <p:txBody>
          <a:bodyPr anchor="ctr">
            <a:noAutofit/>
          </a:bodyPr>
          <a:lstStyle>
            <a:lvl1pPr marL="0" indent="0">
              <a:buNone/>
              <a:defRPr sz="2400">
                <a:solidFill>
                  <a:schemeClr val="tx1"/>
                </a:solidFill>
              </a:defRPr>
            </a:lvl1pPr>
          </a:lstStyle>
          <a:p>
            <a:pPr lvl="0"/>
            <a:r>
              <a:rPr kumimoji="1" lang="ja-JP" altLang="en-US" dirty="0"/>
              <a:t>マスタータイトル</a:t>
            </a:r>
            <a:r>
              <a:rPr kumimoji="1" lang="en-US" altLang="ja-JP" dirty="0"/>
              <a:t>1</a:t>
            </a:r>
          </a:p>
        </p:txBody>
      </p:sp>
      <p:pic>
        <p:nvPicPr>
          <p:cNvPr id="17" name="グラフィックス 16">
            <a:extLst>
              <a:ext uri="{FF2B5EF4-FFF2-40B4-BE49-F238E27FC236}">
                <a16:creationId xmlns:a16="http://schemas.microsoft.com/office/drawing/2014/main" id="{5A25A7BA-80FA-4424-8CF3-60D522E9F9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407" y="6369046"/>
            <a:ext cx="447675" cy="476250"/>
          </a:xfrm>
          <a:prstGeom prst="rect">
            <a:avLst/>
          </a:prstGeom>
        </p:spPr>
      </p:pic>
      <p:pic>
        <p:nvPicPr>
          <p:cNvPr id="18" name="図 17" descr="グラフ が含まれている画像&#10;&#10;自動的に生成された説明">
            <a:extLst>
              <a:ext uri="{FF2B5EF4-FFF2-40B4-BE49-F238E27FC236}">
                <a16:creationId xmlns:a16="http://schemas.microsoft.com/office/drawing/2014/main" id="{82036994-129A-5931-79B2-E60CAE15A71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2034" y="6369046"/>
            <a:ext cx="1144355" cy="488952"/>
          </a:xfrm>
          <a:prstGeom prst="rect">
            <a:avLst/>
          </a:prstGeom>
        </p:spPr>
      </p:pic>
    </p:spTree>
    <p:extLst>
      <p:ext uri="{BB962C8B-B14F-4D97-AF65-F5344CB8AC3E}">
        <p14:creationId xmlns:p14="http://schemas.microsoft.com/office/powerpoint/2010/main" val="24440607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32037E3-EB1E-48F5-8142-0749CB8661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FBB233D-BC15-4CC1-8881-68A17E95D9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339208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109E94-AAD4-46D2-8D8B-B66FD2E2CAB3}"/>
              </a:ext>
            </a:extLst>
          </p:cNvPr>
          <p:cNvSpPr>
            <a:spLocks noGrp="1"/>
          </p:cNvSpPr>
          <p:nvPr>
            <p:ph type="ctrTitle"/>
          </p:nvPr>
        </p:nvSpPr>
        <p:spPr/>
        <p:txBody>
          <a:bodyPr/>
          <a:lstStyle/>
          <a:p>
            <a:r>
              <a:rPr lang="ja-JP" altLang="en-US" dirty="0"/>
              <a:t>第二回参加団体総会</a:t>
            </a:r>
            <a:endParaRPr kumimoji="1" lang="ja-JP" altLang="en-US" dirty="0"/>
          </a:p>
        </p:txBody>
      </p:sp>
      <p:sp>
        <p:nvSpPr>
          <p:cNvPr id="3" name="日付プレースホルダー 2">
            <a:extLst>
              <a:ext uri="{FF2B5EF4-FFF2-40B4-BE49-F238E27FC236}">
                <a16:creationId xmlns:a16="http://schemas.microsoft.com/office/drawing/2014/main" id="{3689D9EB-5404-4396-9208-D91CB9849EA0}"/>
              </a:ext>
            </a:extLst>
          </p:cNvPr>
          <p:cNvSpPr>
            <a:spLocks noGrp="1"/>
          </p:cNvSpPr>
          <p:nvPr>
            <p:ph type="dt" sz="half" idx="10"/>
          </p:nvPr>
        </p:nvSpPr>
        <p:spPr/>
        <p:txBody>
          <a:bodyPr/>
          <a:lstStyle/>
          <a:p>
            <a:r>
              <a:rPr lang="en-US" altLang="ja-JP" dirty="0"/>
              <a:t>2022/10/5</a:t>
            </a:r>
          </a:p>
        </p:txBody>
      </p:sp>
    </p:spTree>
    <p:extLst>
      <p:ext uri="{BB962C8B-B14F-4D97-AF65-F5344CB8AC3E}">
        <p14:creationId xmlns:p14="http://schemas.microsoft.com/office/powerpoint/2010/main" val="365538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配布資料</a:t>
            </a:r>
            <a:endParaRPr kumimoji="1" lang="ja-JP" altLang="en-US" dirty="0"/>
          </a:p>
        </p:txBody>
      </p:sp>
      <p:sp>
        <p:nvSpPr>
          <p:cNvPr id="3" name="コンテンツ プレースホルダー 2">
            <a:extLst>
              <a:ext uri="{FF2B5EF4-FFF2-40B4-BE49-F238E27FC236}">
                <a16:creationId xmlns:a16="http://schemas.microsoft.com/office/drawing/2014/main" id="{F05C50D6-5CBB-4010-8781-F262C941F009}"/>
              </a:ext>
            </a:extLst>
          </p:cNvPr>
          <p:cNvSpPr>
            <a:spLocks noGrp="1"/>
          </p:cNvSpPr>
          <p:nvPr>
            <p:ph idx="1"/>
          </p:nvPr>
        </p:nvSpPr>
        <p:spPr>
          <a:xfrm>
            <a:off x="838199" y="1369913"/>
            <a:ext cx="10709787" cy="4828921"/>
          </a:xfrm>
        </p:spPr>
        <p:txBody>
          <a:bodyPr>
            <a:noAutofit/>
          </a:bodyPr>
          <a:lstStyle/>
          <a:p>
            <a:pPr marL="514350" indent="-514350">
              <a:buFont typeface="+mj-lt"/>
              <a:buAutoNum type="arabicPeriod"/>
            </a:pPr>
            <a:r>
              <a:rPr lang="en-US" altLang="ja-JP" dirty="0"/>
              <a:t>TIPS</a:t>
            </a:r>
          </a:p>
          <a:p>
            <a:pPr marL="514350" indent="-514350">
              <a:buFont typeface="+mj-lt"/>
              <a:buAutoNum type="arabicPeriod"/>
            </a:pPr>
            <a:r>
              <a:rPr lang="ja-JP" altLang="en-US"/>
              <a:t>スライドレジュメ</a:t>
            </a:r>
            <a:endParaRPr lang="en-US" altLang="ja-JP" dirty="0"/>
          </a:p>
          <a:p>
            <a:pPr marL="514350" indent="-514350">
              <a:buFont typeface="+mj-lt"/>
              <a:buAutoNum type="arabicPeriod"/>
            </a:pPr>
            <a:r>
              <a:rPr lang="ja-JP" altLang="en-US"/>
              <a:t>訂正版書類</a:t>
            </a:r>
            <a:r>
              <a:rPr lang="en-US" altLang="ja-JP" dirty="0"/>
              <a:t>(</a:t>
            </a:r>
            <a:r>
              <a:rPr lang="ja-JP" altLang="en-US"/>
              <a:t>該当団体のみ</a:t>
            </a:r>
            <a:r>
              <a:rPr lang="en-US" altLang="ja-JP" dirty="0"/>
              <a:t>)</a:t>
            </a:r>
          </a:p>
          <a:p>
            <a:pPr marL="514350" indent="-514350">
              <a:buFont typeface="+mj-lt"/>
              <a:buAutoNum type="arabicPeriod"/>
            </a:pPr>
            <a:endParaRPr lang="en-US" altLang="ja-JP" sz="2400" dirty="0"/>
          </a:p>
          <a:p>
            <a:pPr marL="0" indent="0">
              <a:buNone/>
            </a:pPr>
            <a:r>
              <a:rPr lang="en-US" altLang="ja-JP" sz="2400" dirty="0"/>
              <a:t>※</a:t>
            </a:r>
            <a:r>
              <a:rPr lang="ja-JP" altLang="en-US" sz="2400"/>
              <a:t>これらの資料は、工大祭</a:t>
            </a:r>
            <a:r>
              <a:rPr lang="en-US" altLang="ja-JP" sz="2400" dirty="0"/>
              <a:t>2022</a:t>
            </a:r>
            <a:r>
              <a:rPr lang="ja-JP" altLang="en-US" sz="2400"/>
              <a:t>参加団体向けサイトよりダウンロードできます。</a:t>
            </a:r>
            <a:endParaRPr lang="en-US" altLang="ja-JP" sz="2400"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075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63172E3-7734-354A-A198-9848A9648A0E}" type="slidenum">
              <a:rPr lang="en-US" altLang="ja-JP" smtClean="0"/>
              <a:t>2</a:t>
            </a:fld>
            <a:endParaRPr lang="en-US" altLang="ja-JP"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　</a:t>
            </a:r>
          </a:p>
        </p:txBody>
      </p:sp>
    </p:spTree>
    <p:extLst>
      <p:ext uri="{BB962C8B-B14F-4D97-AF65-F5344CB8AC3E}">
        <p14:creationId xmlns:p14="http://schemas.microsoft.com/office/powerpoint/2010/main" val="272186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目次</a:t>
            </a:r>
            <a:endParaRPr kumimoji="1" lang="ja-JP" altLang="en-US" dirty="0"/>
          </a:p>
        </p:txBody>
      </p:sp>
      <p:sp>
        <p:nvSpPr>
          <p:cNvPr id="3" name="コンテンツ プレースホルダー 2">
            <a:extLst>
              <a:ext uri="{FF2B5EF4-FFF2-40B4-BE49-F238E27FC236}">
                <a16:creationId xmlns:a16="http://schemas.microsoft.com/office/drawing/2014/main" id="{F05C50D6-5CBB-4010-8781-F262C941F009}"/>
              </a:ext>
            </a:extLst>
          </p:cNvPr>
          <p:cNvSpPr>
            <a:spLocks noGrp="1"/>
          </p:cNvSpPr>
          <p:nvPr>
            <p:ph idx="1"/>
          </p:nvPr>
        </p:nvSpPr>
        <p:spPr>
          <a:xfrm>
            <a:off x="834488" y="1307255"/>
            <a:ext cx="10515600" cy="4828921"/>
          </a:xfrm>
        </p:spPr>
        <p:txBody>
          <a:bodyPr>
            <a:normAutofit fontScale="92500" lnSpcReduction="10000"/>
          </a:bodyPr>
          <a:lstStyle/>
          <a:p>
            <a:pPr marL="514350" indent="-514350">
              <a:lnSpc>
                <a:spcPct val="120000"/>
              </a:lnSpc>
              <a:buFont typeface="+mj-lt"/>
              <a:buAutoNum type="arabicPeriod"/>
            </a:pPr>
            <a:r>
              <a:rPr lang="ja-JP" altLang="en-US" sz="3500" dirty="0"/>
              <a:t>　</a:t>
            </a:r>
            <a:r>
              <a:rPr lang="ja-JP" altLang="en-US" sz="3500"/>
              <a:t>工大祭概要</a:t>
            </a:r>
            <a:endParaRPr lang="en-US" altLang="ja-JP" sz="3500" dirty="0"/>
          </a:p>
          <a:p>
            <a:pPr marL="514350" indent="-514350">
              <a:lnSpc>
                <a:spcPct val="120000"/>
              </a:lnSpc>
              <a:buFont typeface="+mj-lt"/>
              <a:buAutoNum type="arabicPeriod"/>
            </a:pPr>
            <a:r>
              <a:rPr lang="en-US" altLang="ja-JP" sz="3500" dirty="0"/>
              <a:t>  </a:t>
            </a:r>
            <a:r>
              <a:rPr lang="ja-JP" altLang="en-US" sz="3500"/>
              <a:t>入構規制について</a:t>
            </a:r>
            <a:endParaRPr lang="en-US" altLang="ja-JP" sz="3500" dirty="0"/>
          </a:p>
          <a:p>
            <a:pPr marL="514350" indent="-514350">
              <a:lnSpc>
                <a:spcPct val="120000"/>
              </a:lnSpc>
              <a:buFont typeface="+mj-lt"/>
              <a:buAutoNum type="arabicPeriod"/>
            </a:pPr>
            <a:r>
              <a:rPr lang="ja-JP" altLang="en-US" sz="3500" dirty="0"/>
              <a:t>　工大祭準備日まで</a:t>
            </a:r>
            <a:endParaRPr lang="en-US" altLang="ja-JP" sz="3500" dirty="0"/>
          </a:p>
          <a:p>
            <a:pPr marL="514350" indent="-514350">
              <a:lnSpc>
                <a:spcPct val="120000"/>
              </a:lnSpc>
              <a:buFont typeface="+mj-lt"/>
              <a:buAutoNum type="arabicPeriod"/>
            </a:pPr>
            <a:r>
              <a:rPr lang="ja-JP" altLang="en-US" sz="3500" dirty="0"/>
              <a:t>　工大祭準備日</a:t>
            </a:r>
            <a:endParaRPr lang="en-US" altLang="ja-JP" sz="3500" dirty="0"/>
          </a:p>
          <a:p>
            <a:pPr marL="514350" indent="-514350">
              <a:lnSpc>
                <a:spcPct val="120000"/>
              </a:lnSpc>
              <a:buFont typeface="+mj-lt"/>
              <a:buAutoNum type="arabicPeriod"/>
            </a:pPr>
            <a:r>
              <a:rPr lang="ja-JP" altLang="en-US" sz="3500" dirty="0"/>
              <a:t>　工大祭当日</a:t>
            </a:r>
            <a:endParaRPr lang="en-US" altLang="ja-JP" sz="3500" dirty="0"/>
          </a:p>
          <a:p>
            <a:pPr marL="514350" indent="-514350">
              <a:lnSpc>
                <a:spcPct val="120000"/>
              </a:lnSpc>
              <a:buFont typeface="+mj-lt"/>
              <a:buAutoNum type="arabicPeriod"/>
            </a:pPr>
            <a:r>
              <a:rPr lang="ja-JP" altLang="en-US" sz="3500" dirty="0"/>
              <a:t>　工大祭片付け日</a:t>
            </a:r>
            <a:endParaRPr lang="en-US" altLang="ja-JP" sz="3500" dirty="0"/>
          </a:p>
          <a:p>
            <a:pPr marL="514350" indent="-514350">
              <a:lnSpc>
                <a:spcPct val="120000"/>
              </a:lnSpc>
              <a:buFont typeface="+mj-lt"/>
              <a:buAutoNum type="arabicPeriod"/>
            </a:pPr>
            <a:r>
              <a:rPr lang="ja-JP" altLang="en-US" sz="3500" dirty="0"/>
              <a:t>　付録</a:t>
            </a:r>
            <a:endParaRPr lang="en-US" altLang="ja-JP" sz="3500" dirty="0"/>
          </a:p>
          <a:p>
            <a:pPr marL="0" indent="0">
              <a:lnSpc>
                <a:spcPct val="120000"/>
              </a:lnSpc>
              <a:buNone/>
            </a:pPr>
            <a:endParaRPr lang="ja-JP" altLang="en-US" sz="3500" dirty="0"/>
          </a:p>
          <a:p>
            <a:pPr marL="0" indent="0">
              <a:buNone/>
            </a:pPr>
            <a:endParaRPr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4211288"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186F18C6-7155-5A4D-A4E9-9627370D34DE}" type="slidenum">
              <a:rPr lang="en-US" altLang="ja-JP" smtClean="0"/>
              <a:t>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　</a:t>
            </a:r>
          </a:p>
        </p:txBody>
      </p:sp>
    </p:spTree>
    <p:extLst>
      <p:ext uri="{BB962C8B-B14F-4D97-AF65-F5344CB8AC3E}">
        <p14:creationId xmlns:p14="http://schemas.microsoft.com/office/powerpoint/2010/main" val="239814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4</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1.</a:t>
            </a:r>
            <a:r>
              <a:rPr lang="ja-JP" altLang="en-US" sz="4400" dirty="0"/>
              <a:t>工大祭概要</a:t>
            </a:r>
          </a:p>
        </p:txBody>
      </p:sp>
    </p:spTree>
    <p:extLst>
      <p:ext uri="{BB962C8B-B14F-4D97-AF65-F5344CB8AC3E}">
        <p14:creationId xmlns:p14="http://schemas.microsoft.com/office/powerpoint/2010/main" val="4040913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期間中の注意・お願い</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r>
              <a:rPr kumimoji="1" lang="en-US" altLang="ja-JP" sz="3200" dirty="0"/>
              <a:t>TIPS2022</a:t>
            </a:r>
            <a:r>
              <a:rPr kumimoji="1" lang="ja-JP" altLang="en-US" sz="3200" dirty="0"/>
              <a:t>及び工大祭</a:t>
            </a:r>
            <a:r>
              <a:rPr kumimoji="1" lang="en-US" altLang="ja-JP" sz="3200" dirty="0"/>
              <a:t>2022</a:t>
            </a:r>
            <a:r>
              <a:rPr kumimoji="1" lang="ja-JP" altLang="en-US" sz="3200" dirty="0"/>
              <a:t>参加団体規約の内容を遵守し、工大祭実行委員の指示に従って</a:t>
            </a:r>
            <a:r>
              <a:rPr kumimoji="1" lang="ja-JP" altLang="en-US" sz="3200"/>
              <a:t>ください。</a:t>
            </a:r>
            <a:br>
              <a:rPr lang="en-US" altLang="ja-JP" sz="3200" dirty="0"/>
            </a:br>
            <a:r>
              <a:rPr kumimoji="1" lang="ja-JP" altLang="en-US" sz="3200"/>
              <a:t>違反</a:t>
            </a:r>
            <a:r>
              <a:rPr kumimoji="1" lang="ja-JP" altLang="en-US" sz="3200" dirty="0"/>
              <a:t>した場合、参加保証金の一部または全部を返却しないことが</a:t>
            </a:r>
            <a:r>
              <a:rPr kumimoji="1" lang="ja-JP" altLang="en-US" sz="3200"/>
              <a:t>ございます。</a:t>
            </a:r>
            <a:br>
              <a:rPr kumimoji="1" lang="en-US" altLang="ja-JP" sz="3200" dirty="0"/>
            </a:br>
            <a:endParaRPr kumimoji="1" lang="en-US" altLang="ja-JP" sz="3200" dirty="0"/>
          </a:p>
          <a:p>
            <a:r>
              <a:rPr lang="ja-JP" altLang="en-US" sz="3200" dirty="0"/>
              <a:t>また、その場で企画中止となることもございます。</a:t>
            </a:r>
            <a:r>
              <a:rPr lang="ja-JP" altLang="en-US" sz="3200"/>
              <a:t>物品や</a:t>
            </a:r>
            <a:br>
              <a:rPr lang="en-US" altLang="ja-JP" sz="3200" dirty="0"/>
            </a:br>
            <a:r>
              <a:rPr lang="ja-JP" altLang="en-US" sz="3200"/>
              <a:t>施設</a:t>
            </a:r>
            <a:r>
              <a:rPr lang="ja-JP" altLang="en-US" sz="3200" dirty="0"/>
              <a:t>を破損、汚損した場合、別途弁償していただく</a:t>
            </a:r>
            <a:r>
              <a:rPr lang="ja-JP" altLang="en-US" sz="3200"/>
              <a:t>ことが</a:t>
            </a:r>
            <a:br>
              <a:rPr lang="en-US" altLang="ja-JP" sz="3200" dirty="0"/>
            </a:br>
            <a:r>
              <a:rPr lang="ja-JP" altLang="en-US" sz="3200"/>
              <a:t>ございます</a:t>
            </a:r>
            <a:r>
              <a:rPr lang="ja-JP" altLang="en-US" sz="3200" dirty="0"/>
              <a:t>。</a:t>
            </a:r>
            <a:endParaRPr lang="en-US" altLang="ja-JP" sz="3200" dirty="0"/>
          </a:p>
          <a:p>
            <a:endParaRPr kumimoji="1" lang="en-US" altLang="ja-JP" sz="3200" dirty="0"/>
          </a:p>
          <a:p>
            <a:pPr marL="0" indent="0" algn="r">
              <a:buNone/>
            </a:pPr>
            <a:endParaRPr kumimoji="1" lang="ja-JP" altLang="en-US" sz="4800" dirty="0"/>
          </a:p>
        </p:txBody>
      </p:sp>
      <p:grpSp>
        <p:nvGrpSpPr>
          <p:cNvPr id="3" name="グループ化 2">
            <a:extLst>
              <a:ext uri="{FF2B5EF4-FFF2-40B4-BE49-F238E27FC236}">
                <a16:creationId xmlns:a16="http://schemas.microsoft.com/office/drawing/2014/main" id="{9B4EEDD0-E266-03CD-F028-0C1424247C96}"/>
              </a:ext>
            </a:extLst>
          </p:cNvPr>
          <p:cNvGrpSpPr/>
          <p:nvPr/>
        </p:nvGrpSpPr>
        <p:grpSpPr>
          <a:xfrm>
            <a:off x="829341" y="5627541"/>
            <a:ext cx="10520744" cy="501651"/>
            <a:chOff x="829341" y="5627541"/>
            <a:chExt cx="10520744" cy="501651"/>
          </a:xfrm>
        </p:grpSpPr>
        <p:sp>
          <p:nvSpPr>
            <p:cNvPr id="5" name="四角形: 角を丸くする 13">
              <a:extLst>
                <a:ext uri="{FF2B5EF4-FFF2-40B4-BE49-F238E27FC236}">
                  <a16:creationId xmlns:a16="http://schemas.microsoft.com/office/drawing/2014/main" id="{1490A753-CB91-A355-682F-43FD7ED6A840}"/>
                </a:ext>
              </a:extLst>
            </p:cNvPr>
            <p:cNvSpPr/>
            <p:nvPr/>
          </p:nvSpPr>
          <p:spPr>
            <a:xfrm>
              <a:off x="834488" y="5627541"/>
              <a:ext cx="10515597" cy="501651"/>
            </a:xfrm>
            <a:prstGeom prst="roundRect">
              <a:avLst/>
            </a:prstGeom>
            <a:solidFill>
              <a:schemeClr val="tx1">
                <a:lumMod val="65000"/>
                <a:lumOff val="35000"/>
              </a:schemeClr>
            </a:solidFill>
            <a:ln w="38100" cmpd="sng">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BDDD94E-C0E7-A878-6E92-EABDAC12337F}"/>
                </a:ext>
              </a:extLst>
            </p:cNvPr>
            <p:cNvSpPr txBox="1"/>
            <p:nvPr/>
          </p:nvSpPr>
          <p:spPr>
            <a:xfrm>
              <a:off x="829341" y="5647533"/>
              <a:ext cx="1758784" cy="461665"/>
            </a:xfrm>
            <a:prstGeom prst="rect">
              <a:avLst/>
            </a:prstGeom>
            <a:noFill/>
          </p:spPr>
          <p:txBody>
            <a:bodyPr wrap="square" rtlCol="0">
              <a:spAutoFit/>
            </a:bodyPr>
            <a:lstStyle/>
            <a:p>
              <a:pPr algn="ctr"/>
              <a:r>
                <a:rPr lang="ja-JP" altLang="en-US" sz="2400" dirty="0">
                  <a:solidFill>
                    <a:schemeClr val="bg1"/>
                  </a:solidFill>
                </a:rPr>
                <a:t>詳細</a:t>
              </a:r>
              <a:r>
                <a:rPr kumimoji="1" lang="ja-JP" altLang="en-US" sz="2400" dirty="0">
                  <a:solidFill>
                    <a:schemeClr val="bg1"/>
                  </a:solidFill>
                </a:rPr>
                <a:t>は</a:t>
              </a:r>
            </a:p>
          </p:txBody>
        </p:sp>
        <p:sp>
          <p:nvSpPr>
            <p:cNvPr id="11" name="テキスト ボックス 10">
              <a:extLst>
                <a:ext uri="{FF2B5EF4-FFF2-40B4-BE49-F238E27FC236}">
                  <a16:creationId xmlns:a16="http://schemas.microsoft.com/office/drawing/2014/main" id="{6CB74434-5AA8-EDCC-8E31-72B1B4615E20}"/>
                </a:ext>
              </a:extLst>
            </p:cNvPr>
            <p:cNvSpPr txBox="1"/>
            <p:nvPr/>
          </p:nvSpPr>
          <p:spPr>
            <a:xfrm>
              <a:off x="2588125" y="5675288"/>
              <a:ext cx="5933576" cy="400110"/>
            </a:xfrm>
            <a:prstGeom prst="rect">
              <a:avLst/>
            </a:prstGeom>
            <a:solidFill>
              <a:schemeClr val="bg1"/>
            </a:solidFill>
          </p:spPr>
          <p:txBody>
            <a:bodyPr wrap="square" rtlCol="0" anchor="ctr">
              <a:spAutoFit/>
            </a:bodyPr>
            <a:lstStyle/>
            <a:p>
              <a:pPr algn="ctr"/>
              <a:r>
                <a:rPr lang="en-US" altLang="ja-JP" sz="2000" dirty="0"/>
                <a:t>TIPS</a:t>
              </a:r>
              <a:r>
                <a:rPr lang="ja-JP" altLang="en-US" sz="2000" dirty="0"/>
                <a:t>　</a:t>
              </a:r>
              <a:r>
                <a:rPr lang="en-US" altLang="ja-JP" sz="2000" dirty="0"/>
                <a:t>P.9</a:t>
              </a:r>
              <a:endParaRPr kumimoji="1" lang="ja-JP" altLang="en-US" sz="2000" dirty="0"/>
            </a:p>
          </p:txBody>
        </p:sp>
        <p:sp>
          <p:nvSpPr>
            <p:cNvPr id="12" name="テキスト ボックス 11">
              <a:extLst>
                <a:ext uri="{FF2B5EF4-FFF2-40B4-BE49-F238E27FC236}">
                  <a16:creationId xmlns:a16="http://schemas.microsoft.com/office/drawing/2014/main" id="{C31053F0-92B9-8BBE-9925-73B6292F3484}"/>
                </a:ext>
              </a:extLst>
            </p:cNvPr>
            <p:cNvSpPr txBox="1"/>
            <p:nvPr/>
          </p:nvSpPr>
          <p:spPr>
            <a:xfrm>
              <a:off x="8521700" y="5644511"/>
              <a:ext cx="2828385" cy="461665"/>
            </a:xfrm>
            <a:prstGeom prst="rect">
              <a:avLst/>
            </a:prstGeom>
            <a:noFill/>
          </p:spPr>
          <p:txBody>
            <a:bodyPr wrap="square" rtlCol="0">
              <a:spAutoFit/>
            </a:bodyPr>
            <a:lstStyle/>
            <a:p>
              <a:pPr algn="ctr"/>
              <a:r>
                <a:rPr lang="ja-JP" altLang="en-US" sz="2400" dirty="0">
                  <a:solidFill>
                    <a:schemeClr val="bg1"/>
                  </a:solidFill>
                </a:rPr>
                <a:t>をご覧ください</a:t>
              </a:r>
              <a:endParaRPr kumimoji="1" lang="ja-JP" altLang="en-US" sz="2400" dirty="0">
                <a:solidFill>
                  <a:schemeClr val="bg1"/>
                </a:solidFill>
              </a:endParaRPr>
            </a:p>
          </p:txBody>
        </p:sp>
      </p:grpSp>
    </p:spTree>
    <p:extLst>
      <p:ext uri="{BB962C8B-B14F-4D97-AF65-F5344CB8AC3E}">
        <p14:creationId xmlns:p14="http://schemas.microsoft.com/office/powerpoint/2010/main" val="190789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本部</a:t>
            </a:r>
            <a:r>
              <a:rPr lang="ja-JP" altLang="en-US" dirty="0"/>
              <a:t>・案内所・工大祭実行委員会室</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endParaRPr>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工大祭</a:t>
            </a:r>
            <a:r>
              <a:rPr kumimoji="1" lang="en-US" altLang="zh-CN"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2022</a:t>
            </a:r>
            <a:r>
              <a:rPr kumimoji="1" lang="zh-CN" altLang="en-US"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　</a:t>
            </a:r>
            <a:r>
              <a:rPr kumimoji="1" lang="ja-JP" altLang="en-US"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第二回</a:t>
            </a:r>
            <a:r>
              <a:rPr kumimoji="1" lang="zh-CN" altLang="en-US"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参加</a:t>
            </a:r>
            <a:r>
              <a:rPr kumimoji="1" lang="ja-JP" altLang="en-US" sz="1800" b="0" i="0" u="none" strike="noStrike" kern="1200" cap="none" spc="0" normalizeH="0" baseline="0" noProof="0" dirty="0">
                <a:ln>
                  <a:noFill/>
                </a:ln>
                <a:solidFill>
                  <a:prstClr val="white"/>
                </a:solidFill>
                <a:effectLst/>
                <a:uLnTx/>
                <a:uFillTx/>
                <a:latin typeface="HGP創英角ｺﾞｼｯｸUB"/>
                <a:ea typeface="HGP創英角ｺﾞｼｯｸUB"/>
                <a:cs typeface="+mn-cs"/>
              </a:rPr>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73192BC5-A2DD-B04F-A736-AAEFDCBDBEAE}" type="slidenum">
              <a:rPr kumimoji="1" lang="ja-JP" altLang="en-US" sz="2000" b="0" i="0" u="none" strike="noStrike" kern="1200" cap="none" spc="-50" normalizeH="0" baseline="0" noProof="0" smtClean="0">
                <a:ln>
                  <a:noFill/>
                </a:ln>
                <a:solidFill>
                  <a:prstClr val="white"/>
                </a:solidFill>
                <a:effectLst/>
                <a:uLnTx/>
                <a:uFillTx/>
                <a:latin typeface="HGP創英角ｺﾞｼｯｸUB"/>
                <a:ea typeface="HGP創英角ｺﾞｼｯｸUB"/>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1" lang="ja-JP" altLang="en-US" sz="2000" b="0" i="0" u="none" strike="noStrike" kern="1200" cap="none" spc="-50" normalizeH="0" baseline="0" noProof="0" dirty="0">
              <a:ln>
                <a:noFill/>
              </a:ln>
              <a:solidFill>
                <a:prstClr val="white"/>
              </a:solidFill>
              <a:effectLst/>
              <a:uLnTx/>
              <a:uFillTx/>
              <a:latin typeface="HGP創英角ｺﾞｼｯｸUB"/>
              <a:ea typeface="HGP創英角ｺﾞｼｯｸUB"/>
              <a:cs typeface="+mn-cs"/>
            </a:endParaRPr>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pPr marL="0" indent="0">
              <a:buNone/>
            </a:pPr>
            <a:r>
              <a:rPr lang="ja-JP" altLang="en-US" sz="2400" dirty="0"/>
              <a:t>工大祭期間中にトラブルが発生した場合、以下が窓口となります。</a:t>
            </a:r>
            <a:endParaRPr lang="en-US" altLang="ja-JP" sz="2400" dirty="0"/>
          </a:p>
          <a:p>
            <a:pPr marL="0" indent="0">
              <a:buNone/>
            </a:pPr>
            <a:r>
              <a:rPr lang="ja-JP" altLang="en-US" sz="2400" dirty="0"/>
              <a:t>裏表紙の対応早見表に各部署で対応可能なトラブル一覧を掲載しております。</a:t>
            </a:r>
            <a:endParaRPr lang="en-US" altLang="ja-JP" sz="2400" dirty="0"/>
          </a:p>
          <a:p>
            <a:pPr marL="0" indent="0">
              <a:buNone/>
            </a:pPr>
            <a:r>
              <a:rPr lang="ja-JP" altLang="en-US" sz="2400" dirty="0"/>
              <a:t>下記以外のテントでは窓口対応を致しかねます。</a:t>
            </a:r>
            <a:endParaRPr lang="en-US" altLang="ja-JP" sz="2400" dirty="0"/>
          </a:p>
          <a:p>
            <a:pPr marL="0" indent="0">
              <a:buNone/>
            </a:pPr>
            <a:endParaRPr kumimoji="1" lang="en-US" altLang="ja-JP" sz="2400" dirty="0"/>
          </a:p>
          <a:p>
            <a:pPr marL="0" indent="0" algn="r">
              <a:buNone/>
            </a:pPr>
            <a:endParaRPr kumimoji="1" lang="ja-JP" altLang="en-US" sz="4800" dirty="0"/>
          </a:p>
        </p:txBody>
      </p:sp>
      <p:graphicFrame>
        <p:nvGraphicFramePr>
          <p:cNvPr id="5" name="表 5">
            <a:extLst>
              <a:ext uri="{FF2B5EF4-FFF2-40B4-BE49-F238E27FC236}">
                <a16:creationId xmlns:a16="http://schemas.microsoft.com/office/drawing/2014/main" id="{50200A67-8DB8-5207-8B67-D6C326BB9870}"/>
              </a:ext>
            </a:extLst>
          </p:cNvPr>
          <p:cNvGraphicFramePr>
            <a:graphicFrameLocks noGrp="1"/>
          </p:cNvGraphicFramePr>
          <p:nvPr>
            <p:extLst>
              <p:ext uri="{D42A27DB-BD31-4B8C-83A1-F6EECF244321}">
                <p14:modId xmlns:p14="http://schemas.microsoft.com/office/powerpoint/2010/main" val="1521118120"/>
              </p:ext>
            </p:extLst>
          </p:nvPr>
        </p:nvGraphicFramePr>
        <p:xfrm>
          <a:off x="708560" y="2933700"/>
          <a:ext cx="10975440" cy="2908302"/>
        </p:xfrm>
        <a:graphic>
          <a:graphicData uri="http://schemas.openxmlformats.org/drawingml/2006/table">
            <a:tbl>
              <a:tblPr firstRow="1" bandRow="1">
                <a:tableStyleId>{5C22544A-7EE6-4342-B048-85BDC9FD1C3A}</a:tableStyleId>
              </a:tblPr>
              <a:tblGrid>
                <a:gridCol w="2741789">
                  <a:extLst>
                    <a:ext uri="{9D8B030D-6E8A-4147-A177-3AD203B41FA5}">
                      <a16:colId xmlns:a16="http://schemas.microsoft.com/office/drawing/2014/main" val="3536537620"/>
                    </a:ext>
                  </a:extLst>
                </a:gridCol>
                <a:gridCol w="3661465">
                  <a:extLst>
                    <a:ext uri="{9D8B030D-6E8A-4147-A177-3AD203B41FA5}">
                      <a16:colId xmlns:a16="http://schemas.microsoft.com/office/drawing/2014/main" val="4122202552"/>
                    </a:ext>
                  </a:extLst>
                </a:gridCol>
                <a:gridCol w="4572186">
                  <a:extLst>
                    <a:ext uri="{9D8B030D-6E8A-4147-A177-3AD203B41FA5}">
                      <a16:colId xmlns:a16="http://schemas.microsoft.com/office/drawing/2014/main" val="3257021506"/>
                    </a:ext>
                  </a:extLst>
                </a:gridCol>
              </a:tblGrid>
              <a:tr h="469704">
                <a:tc>
                  <a:txBody>
                    <a:bodyPr/>
                    <a:lstStyle/>
                    <a:p>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設置時間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場所</a:t>
                      </a:r>
                      <a:r>
                        <a:rPr kumimoji="1" lang="en-US" altLang="ja-JP" sz="2000" b="0" dirty="0">
                          <a:solidFill>
                            <a:schemeClr val="tx1"/>
                          </a:solidFill>
                        </a:rPr>
                        <a:t>【TIPS</a:t>
                      </a:r>
                      <a:r>
                        <a:rPr kumimoji="1" lang="ja-JP" altLang="en-US" sz="2000" b="0" dirty="0">
                          <a:solidFill>
                            <a:schemeClr val="tx1"/>
                          </a:solidFill>
                        </a:rPr>
                        <a:t>　</a:t>
                      </a:r>
                      <a:r>
                        <a:rPr kumimoji="1" lang="en-US" altLang="ja-JP" sz="2000" b="0" dirty="0">
                          <a:solidFill>
                            <a:schemeClr val="tx1"/>
                          </a:solidFill>
                        </a:rPr>
                        <a:t>P.7,8】</a:t>
                      </a:r>
                      <a:endParaRPr kumimoji="1" lang="ja-JP" alt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765621"/>
                  </a:ext>
                </a:extLst>
              </a:tr>
              <a:tr h="810721">
                <a:tc>
                  <a:txBody>
                    <a:bodyPr/>
                    <a:lstStyle/>
                    <a:p>
                      <a:r>
                        <a:rPr kumimoji="1" lang="ja-JP" altLang="en-US" sz="2000" dirty="0"/>
                        <a:t>本部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t>10</a:t>
                      </a:r>
                      <a:r>
                        <a:rPr kumimoji="1" lang="ja-JP" altLang="en-US" sz="2000" dirty="0"/>
                        <a:t>月</a:t>
                      </a:r>
                      <a:r>
                        <a:rPr kumimoji="1" lang="en-US" altLang="ja-JP" sz="2000" dirty="0"/>
                        <a:t>29</a:t>
                      </a:r>
                      <a:r>
                        <a:rPr kumimoji="1" lang="ja-JP" altLang="en-US" sz="2000" dirty="0"/>
                        <a:t>日</a:t>
                      </a:r>
                      <a:r>
                        <a:rPr kumimoji="1" lang="en-US" altLang="ja-JP" sz="2000" dirty="0"/>
                        <a:t>(</a:t>
                      </a:r>
                      <a:r>
                        <a:rPr kumimoji="1" lang="ja-JP" altLang="en-US" sz="2000" dirty="0"/>
                        <a:t>土</a:t>
                      </a:r>
                      <a:r>
                        <a:rPr kumimoji="1" lang="en-US" altLang="ja-JP" sz="2000" dirty="0"/>
                        <a:t>)10:00</a:t>
                      </a:r>
                      <a:r>
                        <a:rPr kumimoji="1" lang="ja-JP" altLang="en-US" sz="2000" dirty="0"/>
                        <a:t>～</a:t>
                      </a:r>
                      <a:r>
                        <a:rPr kumimoji="1" lang="en-US" altLang="ja-JP" sz="2000" dirty="0"/>
                        <a:t>18:30</a:t>
                      </a:r>
                    </a:p>
                    <a:p>
                      <a:r>
                        <a:rPr kumimoji="1" lang="en-US" altLang="ja-JP" sz="2000" dirty="0"/>
                        <a:t>10</a:t>
                      </a:r>
                      <a:r>
                        <a:rPr kumimoji="1" lang="ja-JP" altLang="en-US" sz="2000" dirty="0"/>
                        <a:t>月</a:t>
                      </a:r>
                      <a:r>
                        <a:rPr kumimoji="1" lang="en-US" altLang="ja-JP" sz="2000" dirty="0"/>
                        <a:t>30</a:t>
                      </a:r>
                      <a:r>
                        <a:rPr kumimoji="1" lang="ja-JP" altLang="en-US" sz="2000" dirty="0"/>
                        <a:t>日</a:t>
                      </a:r>
                      <a:r>
                        <a:rPr kumimoji="1" lang="en-US" altLang="ja-JP" sz="2000" dirty="0"/>
                        <a:t>(</a:t>
                      </a:r>
                      <a:r>
                        <a:rPr kumimoji="1" lang="ja-JP" altLang="en-US" sz="2000" dirty="0"/>
                        <a:t>日</a:t>
                      </a:r>
                      <a:r>
                        <a:rPr kumimoji="1" lang="en-US" altLang="ja-JP" sz="2000" dirty="0"/>
                        <a:t>)10:00</a:t>
                      </a:r>
                      <a:r>
                        <a:rPr kumimoji="1" lang="ja-JP" altLang="en-US" sz="2000" dirty="0"/>
                        <a:t>～</a:t>
                      </a:r>
                      <a:r>
                        <a:rPr kumimoji="1" lang="en-US" altLang="ja-JP" sz="2000" dirty="0"/>
                        <a:t>18:30</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t>手島精一像前</a:t>
                      </a:r>
                      <a:endParaRPr kumimoji="1" lang="en-US" altLang="ja-JP" sz="2000" dirty="0"/>
                    </a:p>
                    <a:p>
                      <a:r>
                        <a:rPr kumimoji="1" lang="en-US" altLang="ja-JP" sz="2000" dirty="0"/>
                        <a:t>(</a:t>
                      </a:r>
                      <a:r>
                        <a:rPr kumimoji="1" lang="ja-JP" altLang="en-US" sz="2000" dirty="0"/>
                        <a:t>ウッドデッキ脇</a:t>
                      </a:r>
                      <a:r>
                        <a:rPr kumimoji="1" lang="en-US" altLang="ja-JP" sz="2000" dirty="0"/>
                        <a:t>)</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9873227"/>
                  </a:ext>
                </a:extLst>
              </a:tr>
              <a:tr h="1158173">
                <a:tc>
                  <a:txBody>
                    <a:bodyPr/>
                    <a:lstStyle/>
                    <a:p>
                      <a:r>
                        <a:rPr kumimoji="1" lang="ja-JP" altLang="en-US" sz="2000" dirty="0"/>
                        <a:t>案内所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t>10</a:t>
                      </a:r>
                      <a:r>
                        <a:rPr kumimoji="1" lang="ja-JP" altLang="en-US" sz="2000" dirty="0"/>
                        <a:t>月</a:t>
                      </a:r>
                      <a:r>
                        <a:rPr kumimoji="1" lang="en-US" altLang="ja-JP" sz="2000" dirty="0"/>
                        <a:t>29</a:t>
                      </a:r>
                      <a:r>
                        <a:rPr kumimoji="1" lang="ja-JP" altLang="en-US" sz="2000" dirty="0"/>
                        <a:t>日</a:t>
                      </a:r>
                      <a:r>
                        <a:rPr kumimoji="1" lang="en-US" altLang="ja-JP" sz="2000" dirty="0"/>
                        <a:t>(</a:t>
                      </a:r>
                      <a:r>
                        <a:rPr kumimoji="1" lang="ja-JP" altLang="en-US" sz="2000" dirty="0"/>
                        <a:t>土</a:t>
                      </a:r>
                      <a:r>
                        <a:rPr kumimoji="1" lang="en-US" altLang="ja-JP" sz="2000" dirty="0"/>
                        <a:t>)10:00</a:t>
                      </a:r>
                      <a:r>
                        <a:rPr kumimoji="1" lang="ja-JP" altLang="en-US" sz="2000" dirty="0"/>
                        <a:t>～</a:t>
                      </a:r>
                      <a:r>
                        <a:rPr kumimoji="1" lang="en-US" altLang="ja-JP" sz="2000" dirty="0"/>
                        <a:t>18:30</a:t>
                      </a:r>
                    </a:p>
                    <a:p>
                      <a:r>
                        <a:rPr kumimoji="1" lang="en-US" altLang="ja-JP" sz="2000" dirty="0"/>
                        <a:t>10</a:t>
                      </a:r>
                      <a:r>
                        <a:rPr kumimoji="1" lang="ja-JP" altLang="en-US" sz="2000" dirty="0"/>
                        <a:t>月</a:t>
                      </a:r>
                      <a:r>
                        <a:rPr kumimoji="1" lang="en-US" altLang="ja-JP" sz="2000" dirty="0"/>
                        <a:t>30</a:t>
                      </a:r>
                      <a:r>
                        <a:rPr kumimoji="1" lang="ja-JP" altLang="en-US" sz="2000" dirty="0"/>
                        <a:t>日</a:t>
                      </a:r>
                      <a:r>
                        <a:rPr kumimoji="1" lang="en-US" altLang="ja-JP" sz="2000" dirty="0"/>
                        <a:t>(</a:t>
                      </a:r>
                      <a:r>
                        <a:rPr kumimoji="1" lang="ja-JP" altLang="en-US" sz="2000" dirty="0"/>
                        <a:t>日</a:t>
                      </a:r>
                      <a:r>
                        <a:rPr kumimoji="1" lang="en-US" altLang="ja-JP" sz="2000" dirty="0"/>
                        <a:t>)10:00</a:t>
                      </a:r>
                      <a:r>
                        <a:rPr kumimoji="1" lang="ja-JP" altLang="en-US" sz="2000" dirty="0"/>
                        <a:t>～</a:t>
                      </a:r>
                      <a:r>
                        <a:rPr kumimoji="1" lang="en-US" altLang="ja-JP" sz="2000" dirty="0"/>
                        <a:t>18:30</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t>本館東側</a:t>
                      </a:r>
                      <a:r>
                        <a:rPr kumimoji="1" lang="en-US" altLang="ja-JP" sz="2000" dirty="0"/>
                        <a:t>(</a:t>
                      </a:r>
                      <a:r>
                        <a:rPr kumimoji="1" lang="ja-JP" altLang="en-US" sz="2000" dirty="0"/>
                        <a:t>東案内所</a:t>
                      </a:r>
                      <a:r>
                        <a:rPr kumimoji="1" lang="en-US" altLang="ja-JP" sz="2000" dirty="0"/>
                        <a:t>)</a:t>
                      </a:r>
                    </a:p>
                    <a:p>
                      <a:r>
                        <a:rPr kumimoji="1" lang="ja-JP" altLang="en-US" sz="2000" dirty="0"/>
                        <a:t>本館北西側</a:t>
                      </a:r>
                      <a:r>
                        <a:rPr kumimoji="1" lang="en-US" altLang="ja-JP" sz="2000" dirty="0"/>
                        <a:t>(</a:t>
                      </a:r>
                      <a:r>
                        <a:rPr kumimoji="1" lang="ja-JP" altLang="en-US" sz="2000" dirty="0"/>
                        <a:t>西案内所</a:t>
                      </a:r>
                      <a:r>
                        <a:rPr kumimoji="1" lang="en-US" altLang="ja-JP" sz="2000" dirty="0"/>
                        <a:t>)</a:t>
                      </a:r>
                    </a:p>
                    <a:p>
                      <a:r>
                        <a:rPr kumimoji="1" lang="ja-JP" altLang="en-US" sz="2000" dirty="0"/>
                        <a:t>南</a:t>
                      </a:r>
                      <a:r>
                        <a:rPr kumimoji="1" lang="en-US" altLang="ja-JP" sz="2000" dirty="0"/>
                        <a:t>2</a:t>
                      </a:r>
                      <a:r>
                        <a:rPr kumimoji="1" lang="ja-JP" altLang="en-US" sz="2000" dirty="0"/>
                        <a:t>号館前</a:t>
                      </a:r>
                      <a:r>
                        <a:rPr kumimoji="1" lang="en-US" altLang="ja-JP" sz="2000" dirty="0"/>
                        <a:t>(</a:t>
                      </a:r>
                      <a:r>
                        <a:rPr kumimoji="1" lang="ja-JP" altLang="en-US" sz="2000" dirty="0"/>
                        <a:t>南案内所</a:t>
                      </a:r>
                      <a:r>
                        <a:rPr kumimoji="1" lang="en-US" altLang="ja-JP" sz="2000" dirty="0"/>
                        <a:t>)</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2768234"/>
                  </a:ext>
                </a:extLst>
              </a:tr>
              <a:tr h="469704">
                <a:tc>
                  <a:txBody>
                    <a:bodyPr/>
                    <a:lstStyle/>
                    <a:p>
                      <a:r>
                        <a:rPr kumimoji="1" lang="ja-JP" altLang="en-US" sz="2000" dirty="0"/>
                        <a:t>工大祭実行委員会室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t>工大祭期間中終日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t>新サークル棟</a:t>
                      </a:r>
                      <a:r>
                        <a:rPr kumimoji="1" lang="en-US" altLang="ja-JP" sz="2000" dirty="0"/>
                        <a:t>1</a:t>
                      </a:r>
                      <a:r>
                        <a:rPr kumimoji="1" lang="ja-JP" altLang="en-US" sz="2000" dirty="0"/>
                        <a:t>　</a:t>
                      </a:r>
                      <a:r>
                        <a:rPr kumimoji="1" lang="en-US" altLang="ja-JP" sz="2000" dirty="0"/>
                        <a:t>4</a:t>
                      </a:r>
                      <a:r>
                        <a:rPr kumimoji="1" lang="ja-JP" altLang="en-US" sz="2000" dirty="0"/>
                        <a:t>階　</a:t>
                      </a:r>
                      <a:r>
                        <a:rPr kumimoji="1" lang="en-US" altLang="ja-JP" sz="2000" dirty="0"/>
                        <a:t>401</a:t>
                      </a:r>
                      <a:endParaRPr kumimoji="1" lang="ja-JP" alt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65045"/>
                  </a:ext>
                </a:extLst>
              </a:tr>
            </a:tbl>
          </a:graphicData>
        </a:graphic>
      </p:graphicFrame>
    </p:spTree>
    <p:extLst>
      <p:ext uri="{BB962C8B-B14F-4D97-AF65-F5344CB8AC3E}">
        <p14:creationId xmlns:p14="http://schemas.microsoft.com/office/powerpoint/2010/main" val="344234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車両規制</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lang="ja-JP" altLang="ja-JP" sz="1100" dirty="0">
              <a:latin typeface="+mn-ea"/>
            </a:endParaRPr>
          </a:p>
          <a:p>
            <a:r>
              <a:rPr lang="ja-JP" altLang="ja-JP" dirty="0">
                <a:latin typeface="+mj-ea"/>
              </a:rPr>
              <a:t>工大祭期間中</a:t>
            </a:r>
            <a:r>
              <a:rPr lang="en-US" altLang="ja-JP" dirty="0">
                <a:latin typeface="+mj-ea"/>
              </a:rPr>
              <a:t>(10</a:t>
            </a:r>
            <a:r>
              <a:rPr lang="ja-JP" altLang="ja-JP" dirty="0">
                <a:latin typeface="+mj-ea"/>
              </a:rPr>
              <a:t>月</a:t>
            </a:r>
            <a:r>
              <a:rPr lang="en-US" altLang="ja-JP" dirty="0">
                <a:latin typeface="+mj-ea"/>
              </a:rPr>
              <a:t>28</a:t>
            </a:r>
            <a:r>
              <a:rPr lang="ja-JP" altLang="ja-JP" dirty="0">
                <a:latin typeface="+mj-ea"/>
              </a:rPr>
              <a:t>日</a:t>
            </a:r>
            <a:r>
              <a:rPr lang="en-US" altLang="ja-JP" dirty="0">
                <a:latin typeface="+mj-ea"/>
              </a:rPr>
              <a:t>(</a:t>
            </a:r>
            <a:r>
              <a:rPr lang="ja-JP" altLang="ja-JP" dirty="0">
                <a:latin typeface="+mj-ea"/>
              </a:rPr>
              <a:t>金</a:t>
            </a:r>
            <a:r>
              <a:rPr lang="en-US" altLang="ja-JP" dirty="0">
                <a:latin typeface="+mj-ea"/>
              </a:rPr>
              <a:t>)8:30</a:t>
            </a:r>
            <a:r>
              <a:rPr lang="ja-JP" altLang="ja-JP" dirty="0">
                <a:latin typeface="+mj-ea"/>
              </a:rPr>
              <a:t>～</a:t>
            </a:r>
            <a:r>
              <a:rPr lang="en-US" altLang="ja-JP" dirty="0">
                <a:latin typeface="+mj-ea"/>
              </a:rPr>
              <a:t>10</a:t>
            </a:r>
            <a:r>
              <a:rPr lang="ja-JP" altLang="ja-JP" dirty="0">
                <a:latin typeface="+mj-ea"/>
              </a:rPr>
              <a:t>月</a:t>
            </a:r>
            <a:r>
              <a:rPr lang="en-US" altLang="ja-JP" dirty="0">
                <a:latin typeface="+mj-ea"/>
              </a:rPr>
              <a:t>31</a:t>
            </a:r>
            <a:r>
              <a:rPr lang="ja-JP" altLang="ja-JP" dirty="0">
                <a:latin typeface="+mj-ea"/>
              </a:rPr>
              <a:t>日</a:t>
            </a:r>
            <a:r>
              <a:rPr lang="en-US" altLang="ja-JP" dirty="0">
                <a:latin typeface="+mj-ea"/>
              </a:rPr>
              <a:t>(</a:t>
            </a:r>
            <a:r>
              <a:rPr lang="ja-JP" altLang="ja-JP" dirty="0">
                <a:latin typeface="+mj-ea"/>
              </a:rPr>
              <a:t>月</a:t>
            </a:r>
            <a:r>
              <a:rPr lang="en-US" altLang="ja-JP" dirty="0">
                <a:latin typeface="+mj-ea"/>
              </a:rPr>
              <a:t>)12:00)</a:t>
            </a:r>
            <a:r>
              <a:rPr lang="ja-JP" altLang="ja-JP">
                <a:latin typeface="+mj-ea"/>
              </a:rPr>
              <a:t>は</a:t>
            </a:r>
            <a:br>
              <a:rPr lang="en-US" altLang="ja-JP" dirty="0">
                <a:latin typeface="+mj-ea"/>
              </a:rPr>
            </a:br>
            <a:r>
              <a:rPr lang="ja-JP" altLang="en-US">
                <a:latin typeface="+mj-ea"/>
              </a:rPr>
              <a:t>大学</a:t>
            </a:r>
            <a:r>
              <a:rPr lang="ja-JP" altLang="en-US" dirty="0">
                <a:latin typeface="+mj-ea"/>
              </a:rPr>
              <a:t>構内への車両入構を制限しております。</a:t>
            </a:r>
            <a:endParaRPr lang="en-US" altLang="ja-JP" dirty="0">
              <a:latin typeface="+mj-ea"/>
            </a:endParaRPr>
          </a:p>
          <a:p>
            <a:r>
              <a:rPr lang="ja-JP" altLang="en-US" dirty="0">
                <a:latin typeface="+mj-ea"/>
              </a:rPr>
              <a:t>車両入構許可申請をした団体の方には、防災</a:t>
            </a:r>
            <a:r>
              <a:rPr lang="ja-JP" altLang="en-US">
                <a:latin typeface="+mj-ea"/>
              </a:rPr>
              <a:t>講習会</a:t>
            </a:r>
            <a:r>
              <a:rPr lang="ja-JP" altLang="ja-JP">
                <a:latin typeface="+mj-ea"/>
              </a:rPr>
              <a:t>にて</a:t>
            </a:r>
            <a:br>
              <a:rPr lang="en-US" altLang="ja-JP" dirty="0">
                <a:latin typeface="+mj-ea"/>
              </a:rPr>
            </a:br>
            <a:r>
              <a:rPr lang="ja-JP" altLang="ja-JP">
                <a:latin typeface="+mj-ea"/>
              </a:rPr>
              <a:t>入構</a:t>
            </a:r>
            <a:r>
              <a:rPr lang="ja-JP" altLang="ja-JP" dirty="0">
                <a:latin typeface="+mj-ea"/>
              </a:rPr>
              <a:t>許可引換証</a:t>
            </a:r>
            <a:r>
              <a:rPr lang="ja-JP" altLang="en-US" dirty="0">
                <a:latin typeface="+mj-ea"/>
              </a:rPr>
              <a:t>を</a:t>
            </a:r>
            <a:r>
              <a:rPr lang="ja-JP" altLang="ja-JP">
                <a:latin typeface="+mj-ea"/>
              </a:rPr>
              <a:t>お渡し</a:t>
            </a:r>
            <a:r>
              <a:rPr lang="ja-JP" altLang="en-US">
                <a:latin typeface="+mj-ea"/>
              </a:rPr>
              <a:t>しており</a:t>
            </a:r>
            <a:r>
              <a:rPr lang="ja-JP" altLang="ja-JP">
                <a:latin typeface="+mj-ea"/>
              </a:rPr>
              <a:t>ます</a:t>
            </a:r>
            <a:r>
              <a:rPr lang="ja-JP" altLang="ja-JP" dirty="0">
                <a:latin typeface="+mj-ea"/>
              </a:rPr>
              <a:t>。</a:t>
            </a:r>
            <a:endParaRPr lang="en-US" altLang="ja-JP" dirty="0">
              <a:latin typeface="+mj-ea"/>
            </a:endParaRPr>
          </a:p>
          <a:p>
            <a:r>
              <a:rPr lang="ja-JP" altLang="en-US" dirty="0">
                <a:latin typeface="+mj-ea"/>
              </a:rPr>
              <a:t>入構する車両</a:t>
            </a:r>
            <a:r>
              <a:rPr lang="en-US" altLang="ja-JP" dirty="0">
                <a:latin typeface="+mj-ea"/>
              </a:rPr>
              <a:t>1</a:t>
            </a:r>
            <a:r>
              <a:rPr lang="ja-JP" altLang="en-US" dirty="0">
                <a:latin typeface="+mj-ea"/>
              </a:rPr>
              <a:t>台につき</a:t>
            </a:r>
            <a:r>
              <a:rPr lang="en-US" altLang="ja-JP" dirty="0">
                <a:latin typeface="+mj-ea"/>
              </a:rPr>
              <a:t>1</a:t>
            </a:r>
            <a:r>
              <a:rPr lang="ja-JP" altLang="en-US" dirty="0">
                <a:latin typeface="+mj-ea"/>
              </a:rPr>
              <a:t>枚の入構許可引換証が必要です。</a:t>
            </a:r>
            <a:endParaRPr lang="en-US" altLang="ja-JP" dirty="0">
              <a:latin typeface="+mj-ea"/>
            </a:endParaRPr>
          </a:p>
          <a:p>
            <a:r>
              <a:rPr lang="ja-JP" altLang="en-US" dirty="0">
                <a:latin typeface="+mj-ea"/>
              </a:rPr>
              <a:t>例年初心者運転者の方による事故が発生しておりますので、免許を取得して１年未満の初心運転者の方はできるだけ運転</a:t>
            </a:r>
            <a:r>
              <a:rPr lang="ja-JP" altLang="en-US">
                <a:latin typeface="+mj-ea"/>
              </a:rPr>
              <a:t>をお控え</a:t>
            </a:r>
            <a:br>
              <a:rPr lang="en-US" altLang="ja-JP" dirty="0">
                <a:latin typeface="+mj-ea"/>
              </a:rPr>
            </a:br>
            <a:r>
              <a:rPr lang="ja-JP" altLang="en-US">
                <a:latin typeface="+mj-ea"/>
              </a:rPr>
              <a:t>ください</a:t>
            </a:r>
            <a:r>
              <a:rPr lang="ja-JP" altLang="en-US" dirty="0">
                <a:latin typeface="+mj-ea"/>
              </a:rPr>
              <a:t>。</a:t>
            </a:r>
            <a:endParaRPr lang="en-US" altLang="ja-JP" dirty="0">
              <a:latin typeface="+mj-ea"/>
            </a:endParaRPr>
          </a:p>
          <a:p>
            <a:r>
              <a:rPr lang="ja-JP" altLang="en-US" dirty="0">
                <a:latin typeface="+mj-ea"/>
              </a:rPr>
              <a:t>時間帯により、車両規制が異なります。</a:t>
            </a:r>
            <a:endParaRPr lang="ja-JP" altLang="ja-JP" dirty="0">
              <a:latin typeface="+mj-ea"/>
            </a:endParaRPr>
          </a:p>
          <a:p>
            <a:pPr marL="0" indent="0">
              <a:buNone/>
            </a:pPr>
            <a:endParaRPr lang="en-US" altLang="ja-JP" sz="2400" dirty="0"/>
          </a:p>
          <a:p>
            <a:pPr marL="0" indent="0">
              <a:buNone/>
            </a:pPr>
            <a:endParaRPr kumimoji="1" lang="en-US" altLang="ja-JP" sz="3200" dirty="0"/>
          </a:p>
          <a:p>
            <a:pPr marL="0" indent="0">
              <a:buNone/>
            </a:pPr>
            <a:endParaRPr lang="en-US" altLang="ja-JP" sz="3200" dirty="0"/>
          </a:p>
        </p:txBody>
      </p:sp>
    </p:spTree>
    <p:extLst>
      <p:ext uri="{BB962C8B-B14F-4D97-AF65-F5344CB8AC3E}">
        <p14:creationId xmlns:p14="http://schemas.microsoft.com/office/powerpoint/2010/main" val="2584373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工大祭開催期間外の車両規制</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dirty="0"/>
              <a:t>車両規制</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dirty="0"/>
              <a:t>該当期間</a:t>
            </a:r>
            <a:endParaRPr lang="en-US" altLang="ja-JP" dirty="0"/>
          </a:p>
          <a:p>
            <a:pPr marL="0" indent="0">
              <a:buNone/>
            </a:pPr>
            <a:r>
              <a:rPr kumimoji="1" lang="en-US" altLang="ja-JP" dirty="0"/>
              <a:t>10</a:t>
            </a:r>
            <a:r>
              <a:rPr kumimoji="1" lang="ja-JP" altLang="en-US" dirty="0"/>
              <a:t>月</a:t>
            </a:r>
            <a:r>
              <a:rPr kumimoji="1" lang="en-US" altLang="ja-JP" dirty="0"/>
              <a:t>28</a:t>
            </a:r>
            <a:r>
              <a:rPr kumimoji="1" lang="ja-JP" altLang="en-US" dirty="0"/>
              <a:t>日</a:t>
            </a:r>
            <a:r>
              <a:rPr kumimoji="1" lang="en-US" altLang="ja-JP" dirty="0"/>
              <a:t>(</a:t>
            </a:r>
            <a:r>
              <a:rPr kumimoji="1" lang="ja-JP" altLang="en-US" dirty="0"/>
              <a:t>金</a:t>
            </a:r>
            <a:r>
              <a:rPr kumimoji="1" lang="en-US" altLang="ja-JP" dirty="0"/>
              <a:t>)</a:t>
            </a:r>
            <a:r>
              <a:rPr kumimoji="1" lang="ja-JP" altLang="en-US" dirty="0"/>
              <a:t>　</a:t>
            </a:r>
            <a:r>
              <a:rPr kumimoji="1" lang="en-US" altLang="ja-JP" dirty="0"/>
              <a:t>8:30</a:t>
            </a:r>
            <a:r>
              <a:rPr kumimoji="1" lang="ja-JP" altLang="en-US" dirty="0"/>
              <a:t>～</a:t>
            </a:r>
            <a:r>
              <a:rPr kumimoji="1" lang="en-US" altLang="ja-JP" dirty="0"/>
              <a:t>10</a:t>
            </a:r>
            <a:r>
              <a:rPr kumimoji="1" lang="ja-JP" altLang="en-US" dirty="0"/>
              <a:t>月</a:t>
            </a:r>
            <a:r>
              <a:rPr kumimoji="1" lang="en-US" altLang="ja-JP" dirty="0"/>
              <a:t>29</a:t>
            </a:r>
            <a:r>
              <a:rPr kumimoji="1" lang="ja-JP" altLang="en-US" dirty="0"/>
              <a:t>日</a:t>
            </a:r>
            <a:r>
              <a:rPr kumimoji="1" lang="en-US" altLang="ja-JP" dirty="0"/>
              <a:t>(</a:t>
            </a:r>
            <a:r>
              <a:rPr kumimoji="1" lang="ja-JP" altLang="en-US" dirty="0"/>
              <a:t>土</a:t>
            </a:r>
            <a:r>
              <a:rPr kumimoji="1" lang="en-US" altLang="ja-JP" dirty="0"/>
              <a:t>)8:30</a:t>
            </a:r>
          </a:p>
          <a:p>
            <a:pPr marL="0" indent="0">
              <a:buNone/>
            </a:pPr>
            <a:r>
              <a:rPr lang="en-US" altLang="ja-JP" dirty="0"/>
              <a:t>10</a:t>
            </a:r>
            <a:r>
              <a:rPr lang="ja-JP" altLang="en-US" dirty="0"/>
              <a:t>月</a:t>
            </a:r>
            <a:r>
              <a:rPr lang="en-US" altLang="ja-JP" dirty="0"/>
              <a:t>29</a:t>
            </a:r>
            <a:r>
              <a:rPr lang="ja-JP" altLang="en-US" dirty="0"/>
              <a:t>日</a:t>
            </a:r>
            <a:r>
              <a:rPr lang="en-US" altLang="ja-JP" dirty="0"/>
              <a:t>(</a:t>
            </a:r>
            <a:r>
              <a:rPr lang="ja-JP" altLang="en-US" dirty="0"/>
              <a:t>土</a:t>
            </a:r>
            <a:r>
              <a:rPr lang="en-US" altLang="ja-JP" dirty="0"/>
              <a:t>)19:30</a:t>
            </a:r>
            <a:r>
              <a:rPr lang="ja-JP" altLang="en-US" dirty="0"/>
              <a:t>～</a:t>
            </a:r>
            <a:r>
              <a:rPr lang="en-US" altLang="ja-JP" dirty="0"/>
              <a:t>10</a:t>
            </a:r>
            <a:r>
              <a:rPr lang="ja-JP" altLang="en-US" dirty="0"/>
              <a:t>月</a:t>
            </a:r>
            <a:r>
              <a:rPr lang="en-US" altLang="ja-JP" dirty="0"/>
              <a:t>30</a:t>
            </a:r>
            <a:r>
              <a:rPr lang="ja-JP" altLang="en-US" dirty="0"/>
              <a:t>日</a:t>
            </a:r>
            <a:r>
              <a:rPr lang="en-US" altLang="ja-JP" dirty="0"/>
              <a:t>(</a:t>
            </a:r>
            <a:r>
              <a:rPr lang="ja-JP" altLang="en-US" dirty="0"/>
              <a:t>日</a:t>
            </a:r>
            <a:r>
              <a:rPr lang="en-US" altLang="ja-JP" dirty="0"/>
              <a:t>)8:30</a:t>
            </a:r>
          </a:p>
          <a:p>
            <a:pPr marL="0" indent="0">
              <a:buNone/>
            </a:pPr>
            <a:r>
              <a:rPr kumimoji="1" lang="en-US" altLang="ja-JP" dirty="0"/>
              <a:t>10</a:t>
            </a:r>
            <a:r>
              <a:rPr kumimoji="1" lang="ja-JP" altLang="en-US" dirty="0"/>
              <a:t>月</a:t>
            </a:r>
            <a:r>
              <a:rPr kumimoji="1" lang="en-US" altLang="ja-JP" dirty="0"/>
              <a:t>30</a:t>
            </a:r>
            <a:r>
              <a:rPr kumimoji="1" lang="ja-JP" altLang="en-US" dirty="0"/>
              <a:t>日</a:t>
            </a:r>
            <a:r>
              <a:rPr kumimoji="1" lang="en-US" altLang="ja-JP" dirty="0"/>
              <a:t>(</a:t>
            </a:r>
            <a:r>
              <a:rPr kumimoji="1" lang="ja-JP" altLang="en-US" dirty="0"/>
              <a:t>日</a:t>
            </a:r>
            <a:r>
              <a:rPr kumimoji="1" lang="en-US" altLang="ja-JP" dirty="0"/>
              <a:t>)19:30</a:t>
            </a:r>
            <a:r>
              <a:rPr kumimoji="1" lang="ja-JP" altLang="en-US" dirty="0"/>
              <a:t>～</a:t>
            </a:r>
            <a:r>
              <a:rPr kumimoji="1" lang="en-US" altLang="ja-JP" dirty="0"/>
              <a:t>10</a:t>
            </a:r>
            <a:r>
              <a:rPr kumimoji="1" lang="ja-JP" altLang="en-US" dirty="0"/>
              <a:t>月</a:t>
            </a:r>
            <a:r>
              <a:rPr kumimoji="1" lang="en-US" altLang="ja-JP" dirty="0"/>
              <a:t>31</a:t>
            </a:r>
            <a:r>
              <a:rPr kumimoji="1" lang="ja-JP" altLang="en-US" dirty="0"/>
              <a:t>日</a:t>
            </a:r>
            <a:r>
              <a:rPr kumimoji="1" lang="en-US" altLang="ja-JP" dirty="0"/>
              <a:t>(</a:t>
            </a:r>
            <a:r>
              <a:rPr kumimoji="1" lang="ja-JP" altLang="en-US" dirty="0"/>
              <a:t>月</a:t>
            </a:r>
            <a:r>
              <a:rPr kumimoji="1" lang="en-US" altLang="ja-JP" dirty="0"/>
              <a:t>)12:00</a:t>
            </a:r>
          </a:p>
          <a:p>
            <a:r>
              <a:rPr kumimoji="1" lang="ja-JP" altLang="en-US" sz="2400" dirty="0"/>
              <a:t>正門から入構し、守衛所に入構許可引換証を提出した後、入構</a:t>
            </a:r>
            <a:r>
              <a:rPr kumimoji="1" lang="ja-JP" altLang="en-US" sz="2400"/>
              <a:t>許可証を</a:t>
            </a:r>
            <a:br>
              <a:rPr kumimoji="1" lang="en-US" altLang="ja-JP" sz="2400" dirty="0"/>
            </a:br>
            <a:r>
              <a:rPr kumimoji="1" lang="ja-JP" altLang="en-US" sz="2400"/>
              <a:t>受け取って</a:t>
            </a:r>
            <a:r>
              <a:rPr kumimoji="1" lang="ja-JP" altLang="en-US" sz="2400" dirty="0"/>
              <a:t>ください。入構許可証はダッシュボード上など、車外から見える位置に置いてください。</a:t>
            </a:r>
            <a:endParaRPr kumimoji="1" lang="en-US" altLang="ja-JP" sz="2400" dirty="0"/>
          </a:p>
          <a:p>
            <a:r>
              <a:rPr kumimoji="1" lang="ja-JP" altLang="en-US" sz="2400" dirty="0"/>
              <a:t>車両規制に従ってください。駐車禁止区域での長時間停車はご遠慮ください。</a:t>
            </a:r>
            <a:endParaRPr kumimoji="1" lang="en-US" altLang="ja-JP" sz="2400" dirty="0"/>
          </a:p>
          <a:p>
            <a:r>
              <a:rPr kumimoji="1" lang="ja-JP" altLang="en-US" sz="2400" dirty="0"/>
              <a:t>入構許可証を守衛所に返却し、正門から退構してください。再入構を</a:t>
            </a:r>
            <a:r>
              <a:rPr kumimoji="1" lang="ja-JP" altLang="en-US" sz="2400"/>
              <a:t>希望する</a:t>
            </a:r>
            <a:br>
              <a:rPr kumimoji="1" lang="en-US" altLang="ja-JP" sz="2400" dirty="0"/>
            </a:br>
            <a:r>
              <a:rPr kumimoji="1" lang="ja-JP" altLang="en-US" sz="2400"/>
              <a:t>場合</a:t>
            </a:r>
            <a:r>
              <a:rPr kumimoji="1" lang="ja-JP" altLang="en-US" sz="2400" dirty="0"/>
              <a:t>は、退構時に入構許可引換証を受け取ってください。</a:t>
            </a:r>
            <a:r>
              <a:rPr kumimoji="1" lang="ja-JP" altLang="en-US" sz="3200" dirty="0"/>
              <a:t>　</a:t>
            </a:r>
            <a:endParaRPr lang="en-US" altLang="ja-JP" sz="3200" dirty="0">
              <a:latin typeface="+mn-ea"/>
            </a:endParaRPr>
          </a:p>
          <a:p>
            <a:pPr marL="0" indent="0">
              <a:buNone/>
            </a:pPr>
            <a:endParaRPr lang="en-US" altLang="ja-JP" sz="1050" dirty="0">
              <a:latin typeface="+mn-ea"/>
            </a:endParaRPr>
          </a:p>
          <a:p>
            <a:pPr marL="0" indent="0">
              <a:buNone/>
            </a:pPr>
            <a:endParaRPr lang="ja-JP" altLang="ja-JP" sz="1050" dirty="0">
              <a:latin typeface="+mn-ea"/>
            </a:endParaRPr>
          </a:p>
          <a:p>
            <a:pPr marL="0" indent="0">
              <a:buNone/>
            </a:pPr>
            <a:endParaRPr lang="en-US" altLang="ja-JP" sz="3200" dirty="0"/>
          </a:p>
          <a:p>
            <a:pPr marL="0" indent="0">
              <a:buNone/>
            </a:pPr>
            <a:endParaRPr kumimoji="1" lang="en-US" altLang="ja-JP" sz="3200" dirty="0"/>
          </a:p>
          <a:p>
            <a:pPr marL="0" indent="0">
              <a:buNone/>
            </a:pPr>
            <a:endParaRPr lang="en-US" altLang="ja-JP" sz="3200" dirty="0"/>
          </a:p>
        </p:txBody>
      </p:sp>
    </p:spTree>
    <p:extLst>
      <p:ext uri="{BB962C8B-B14F-4D97-AF65-F5344CB8AC3E}">
        <p14:creationId xmlns:p14="http://schemas.microsoft.com/office/powerpoint/2010/main" val="141381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工大祭開催期間中の車両規制</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車両規制</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dirty="0">
                <a:latin typeface="+mn-ea"/>
              </a:rPr>
              <a:t>該当期間</a:t>
            </a:r>
            <a:endParaRPr lang="en-US" altLang="ja-JP" dirty="0">
              <a:latin typeface="+mn-ea"/>
            </a:endParaRPr>
          </a:p>
          <a:p>
            <a:pPr marL="0" indent="0">
              <a:buNone/>
            </a:pPr>
            <a:r>
              <a:rPr lang="en-US" altLang="ja-JP" dirty="0">
                <a:latin typeface="+mn-ea"/>
              </a:rPr>
              <a:t>10</a:t>
            </a:r>
            <a:r>
              <a:rPr lang="ja-JP" altLang="en-US" dirty="0">
                <a:latin typeface="+mn-ea"/>
              </a:rPr>
              <a:t>月</a:t>
            </a:r>
            <a:r>
              <a:rPr lang="en-US" altLang="ja-JP" dirty="0">
                <a:latin typeface="+mn-ea"/>
              </a:rPr>
              <a:t>29</a:t>
            </a:r>
            <a:r>
              <a:rPr lang="ja-JP" altLang="en-US" dirty="0">
                <a:latin typeface="+mn-ea"/>
              </a:rPr>
              <a:t>日</a:t>
            </a:r>
            <a:r>
              <a:rPr lang="en-US" altLang="ja-JP" dirty="0">
                <a:latin typeface="+mn-ea"/>
              </a:rPr>
              <a:t>(</a:t>
            </a:r>
            <a:r>
              <a:rPr lang="ja-JP" altLang="en-US" dirty="0">
                <a:latin typeface="+mn-ea"/>
              </a:rPr>
              <a:t>土</a:t>
            </a:r>
            <a:r>
              <a:rPr lang="en-US" altLang="ja-JP" dirty="0">
                <a:latin typeface="+mn-ea"/>
              </a:rPr>
              <a:t>)8:30</a:t>
            </a:r>
            <a:r>
              <a:rPr lang="ja-JP" altLang="en-US" dirty="0">
                <a:latin typeface="+mn-ea"/>
              </a:rPr>
              <a:t>～</a:t>
            </a:r>
            <a:r>
              <a:rPr lang="en-US" altLang="ja-JP" dirty="0">
                <a:latin typeface="+mn-ea"/>
              </a:rPr>
              <a:t>19</a:t>
            </a:r>
            <a:r>
              <a:rPr lang="ja-JP" altLang="en-US" dirty="0">
                <a:latin typeface="+mn-ea"/>
              </a:rPr>
              <a:t>：</a:t>
            </a:r>
            <a:r>
              <a:rPr lang="en-US" altLang="ja-JP" dirty="0">
                <a:latin typeface="+mn-ea"/>
              </a:rPr>
              <a:t>30</a:t>
            </a:r>
          </a:p>
          <a:p>
            <a:pPr marL="0" indent="0">
              <a:buNone/>
            </a:pPr>
            <a:r>
              <a:rPr lang="en-US" altLang="ja-JP" dirty="0">
                <a:latin typeface="+mn-ea"/>
              </a:rPr>
              <a:t>10</a:t>
            </a:r>
            <a:r>
              <a:rPr lang="ja-JP" altLang="en-US" dirty="0">
                <a:latin typeface="+mn-ea"/>
              </a:rPr>
              <a:t>月</a:t>
            </a:r>
            <a:r>
              <a:rPr lang="en-US" altLang="ja-JP" dirty="0">
                <a:latin typeface="+mn-ea"/>
              </a:rPr>
              <a:t>30</a:t>
            </a:r>
            <a:r>
              <a:rPr lang="ja-JP" altLang="en-US" dirty="0">
                <a:latin typeface="+mn-ea"/>
              </a:rPr>
              <a:t>日</a:t>
            </a:r>
            <a:r>
              <a:rPr lang="en-US" altLang="ja-JP" dirty="0">
                <a:latin typeface="+mn-ea"/>
              </a:rPr>
              <a:t>(</a:t>
            </a:r>
            <a:r>
              <a:rPr lang="ja-JP" altLang="en-US" dirty="0">
                <a:latin typeface="+mn-ea"/>
              </a:rPr>
              <a:t>日</a:t>
            </a:r>
            <a:r>
              <a:rPr lang="en-US" altLang="ja-JP" dirty="0">
                <a:latin typeface="+mn-ea"/>
              </a:rPr>
              <a:t>)8:30</a:t>
            </a:r>
            <a:r>
              <a:rPr lang="ja-JP" altLang="en-US" dirty="0">
                <a:latin typeface="+mn-ea"/>
              </a:rPr>
              <a:t>～</a:t>
            </a:r>
            <a:r>
              <a:rPr lang="en-US" altLang="ja-JP" dirty="0">
                <a:latin typeface="+mn-ea"/>
              </a:rPr>
              <a:t>19</a:t>
            </a:r>
            <a:r>
              <a:rPr lang="ja-JP" altLang="en-US" dirty="0">
                <a:latin typeface="+mn-ea"/>
              </a:rPr>
              <a:t>：</a:t>
            </a:r>
            <a:r>
              <a:rPr lang="en-US" altLang="ja-JP" dirty="0">
                <a:latin typeface="+mn-ea"/>
              </a:rPr>
              <a:t>30</a:t>
            </a:r>
          </a:p>
          <a:p>
            <a:r>
              <a:rPr lang="ja-JP" altLang="en-US" sz="2400" dirty="0">
                <a:latin typeface="+mn-ea"/>
              </a:rPr>
              <a:t>西門</a:t>
            </a:r>
            <a:r>
              <a:rPr lang="en-US" altLang="ja-JP" sz="2400" dirty="0">
                <a:latin typeface="+mn-ea"/>
              </a:rPr>
              <a:t>(</a:t>
            </a:r>
            <a:r>
              <a:rPr lang="ja-JP" altLang="en-US" sz="2400" dirty="0">
                <a:latin typeface="+mn-ea"/>
              </a:rPr>
              <a:t>緑ヶ丘</a:t>
            </a:r>
            <a:r>
              <a:rPr lang="en-US" altLang="ja-JP" sz="2400" dirty="0">
                <a:latin typeface="+mn-ea"/>
              </a:rPr>
              <a:t>)</a:t>
            </a:r>
            <a:r>
              <a:rPr lang="ja-JP" altLang="en-US" sz="2400" dirty="0">
                <a:latin typeface="+mn-ea"/>
              </a:rPr>
              <a:t>から入構し、各門にいる工大祭実行委員に入構許可</a:t>
            </a:r>
            <a:r>
              <a:rPr lang="ja-JP" altLang="en-US" sz="2400">
                <a:latin typeface="+mn-ea"/>
              </a:rPr>
              <a:t>引換証を</a:t>
            </a:r>
            <a:br>
              <a:rPr lang="en-US" altLang="ja-JP" sz="2400" dirty="0">
                <a:latin typeface="+mn-ea"/>
              </a:rPr>
            </a:br>
            <a:r>
              <a:rPr lang="ja-JP" altLang="en-US" sz="2400">
                <a:latin typeface="+mn-ea"/>
              </a:rPr>
              <a:t>提出</a:t>
            </a:r>
            <a:r>
              <a:rPr lang="ja-JP" altLang="en-US" sz="2400" dirty="0">
                <a:latin typeface="+mn-ea"/>
              </a:rPr>
              <a:t>した後、入構許可引換証を受け取ってください。入構</a:t>
            </a:r>
            <a:r>
              <a:rPr lang="ja-JP" altLang="en-US" sz="2400">
                <a:latin typeface="+mn-ea"/>
              </a:rPr>
              <a:t>許可証は</a:t>
            </a:r>
            <a:br>
              <a:rPr lang="en-US" altLang="ja-JP" sz="2400" dirty="0">
                <a:latin typeface="+mn-ea"/>
              </a:rPr>
            </a:br>
            <a:r>
              <a:rPr lang="ja-JP" altLang="en-US" sz="2400">
                <a:latin typeface="+mn-ea"/>
              </a:rPr>
              <a:t>ダッシュボード上</a:t>
            </a:r>
            <a:r>
              <a:rPr lang="ja-JP" altLang="en-US" sz="2400" dirty="0">
                <a:latin typeface="+mn-ea"/>
              </a:rPr>
              <a:t>など、車外から見える位置に置いてください。</a:t>
            </a:r>
            <a:endParaRPr lang="en-US" altLang="ja-JP" sz="2400" dirty="0">
              <a:latin typeface="+mn-ea"/>
            </a:endParaRPr>
          </a:p>
          <a:p>
            <a:r>
              <a:rPr lang="ja-JP" altLang="en-US" sz="2400" dirty="0">
                <a:latin typeface="+mn-ea"/>
              </a:rPr>
              <a:t>車両規制に従い、指定された順路を通行してください。</a:t>
            </a:r>
            <a:endParaRPr lang="en-US" altLang="ja-JP" sz="2400" dirty="0">
              <a:latin typeface="+mn-ea"/>
            </a:endParaRPr>
          </a:p>
          <a:p>
            <a:r>
              <a:rPr lang="ja-JP" altLang="en-US" sz="2400" dirty="0">
                <a:latin typeface="+mn-ea"/>
              </a:rPr>
              <a:t>東地区・西地区・南地区の模擬店街は車両進入禁止です。</a:t>
            </a:r>
            <a:endParaRPr lang="en-US" altLang="ja-JP" sz="2400" dirty="0">
              <a:latin typeface="+mn-ea"/>
            </a:endParaRPr>
          </a:p>
          <a:p>
            <a:r>
              <a:rPr lang="ja-JP" altLang="en-US" sz="2400" dirty="0">
                <a:latin typeface="+mn-ea"/>
              </a:rPr>
              <a:t>入構許可証を各門にいる工大祭実行委員に返却し、原則入構した門</a:t>
            </a:r>
            <a:r>
              <a:rPr lang="ja-JP" altLang="en-US" sz="2400">
                <a:latin typeface="+mn-ea"/>
              </a:rPr>
              <a:t>から退構</a:t>
            </a:r>
            <a:br>
              <a:rPr lang="en-US" altLang="ja-JP" sz="2400" dirty="0">
                <a:latin typeface="+mn-ea"/>
              </a:rPr>
            </a:br>
            <a:r>
              <a:rPr lang="ja-JP" altLang="en-US" sz="2400">
                <a:latin typeface="+mn-ea"/>
              </a:rPr>
              <a:t>して</a:t>
            </a:r>
            <a:r>
              <a:rPr lang="ja-JP" altLang="en-US" sz="2400" dirty="0">
                <a:latin typeface="+mn-ea"/>
              </a:rPr>
              <a:t>ください。再入構を希望する場合は、退構時に入構許可引換証をお受け取りください。</a:t>
            </a:r>
            <a:endParaRPr lang="en-US" altLang="ja-JP" sz="2400" dirty="0">
              <a:latin typeface="+mn-ea"/>
            </a:endParaRPr>
          </a:p>
          <a:p>
            <a:endParaRPr lang="ja-JP" altLang="ja-JP" sz="2400" dirty="0">
              <a:latin typeface="+mn-ea"/>
            </a:endParaRPr>
          </a:p>
          <a:p>
            <a:pPr marL="0" indent="0">
              <a:buNone/>
            </a:pPr>
            <a:endParaRPr lang="en-US" altLang="ja-JP" sz="3200" dirty="0"/>
          </a:p>
          <a:p>
            <a:pPr marL="0" indent="0">
              <a:buNone/>
            </a:pPr>
            <a:endParaRPr kumimoji="1" lang="en-US" altLang="ja-JP" sz="3200" dirty="0"/>
          </a:p>
          <a:p>
            <a:pPr marL="0" indent="0">
              <a:buNone/>
            </a:pPr>
            <a:endParaRPr lang="en-US" altLang="ja-JP" sz="3200" dirty="0"/>
          </a:p>
        </p:txBody>
      </p:sp>
    </p:spTree>
    <p:extLst>
      <p:ext uri="{BB962C8B-B14F-4D97-AF65-F5344CB8AC3E}">
        <p14:creationId xmlns:p14="http://schemas.microsoft.com/office/powerpoint/2010/main" val="2861386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グランプリ</a:t>
            </a:r>
            <a:r>
              <a:rPr kumimoji="1" lang="en-US" altLang="ja-JP" dirty="0"/>
              <a:t>2022</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10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lang="en-US" altLang="ja-JP" sz="3200" dirty="0"/>
          </a:p>
          <a:p>
            <a:pPr marL="0" indent="0">
              <a:buNone/>
            </a:pPr>
            <a:endParaRPr lang="en-US" altLang="ja-JP" sz="3200" dirty="0"/>
          </a:p>
          <a:p>
            <a:pPr marL="0" indent="0">
              <a:buNone/>
            </a:pPr>
            <a:r>
              <a:rPr lang="ja-JP" altLang="en-US" sz="3200" dirty="0"/>
              <a:t>グランプリ</a:t>
            </a:r>
            <a:r>
              <a:rPr lang="en-US" altLang="ja-JP" sz="3200" dirty="0"/>
              <a:t>2022</a:t>
            </a:r>
            <a:r>
              <a:rPr lang="ja-JP" altLang="en-US" sz="3200" dirty="0"/>
              <a:t>とは、</a:t>
            </a:r>
            <a:endParaRPr lang="en-US" altLang="ja-JP" sz="3200" dirty="0"/>
          </a:p>
          <a:p>
            <a:pPr marL="0" indent="0">
              <a:buNone/>
            </a:pPr>
            <a:r>
              <a:rPr lang="ja-JP" altLang="en-US" sz="3200" dirty="0"/>
              <a:t>来場者の方々に気に入った企画に投票して</a:t>
            </a:r>
            <a:r>
              <a:rPr lang="ja-JP" altLang="en-US" sz="3200"/>
              <a:t>いただき、</a:t>
            </a:r>
            <a:br>
              <a:rPr lang="en-US" altLang="ja-JP" sz="3200" dirty="0"/>
            </a:br>
            <a:r>
              <a:rPr lang="ja-JP" altLang="en-US" sz="3200"/>
              <a:t>工大祭</a:t>
            </a:r>
            <a:r>
              <a:rPr lang="en-US" altLang="ja-JP" sz="3200" dirty="0"/>
              <a:t>2022</a:t>
            </a:r>
            <a:r>
              <a:rPr lang="ja-JP" altLang="en-US" sz="3200" dirty="0"/>
              <a:t>の人気企画を決めようという一大イベントです。</a:t>
            </a:r>
            <a:endParaRPr kumimoji="1" lang="ja-JP" altLang="en-US" sz="4800" dirty="0"/>
          </a:p>
        </p:txBody>
      </p:sp>
    </p:spTree>
    <p:extLst>
      <p:ext uri="{BB962C8B-B14F-4D97-AF65-F5344CB8AC3E}">
        <p14:creationId xmlns:p14="http://schemas.microsoft.com/office/powerpoint/2010/main" val="2645580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EDCE6-96A7-3399-3308-75C18F1F70C4}"/>
              </a:ext>
            </a:extLst>
          </p:cNvPr>
          <p:cNvSpPr>
            <a:spLocks noGrp="1"/>
          </p:cNvSpPr>
          <p:nvPr>
            <p:ph type="title"/>
          </p:nvPr>
        </p:nvSpPr>
        <p:spPr/>
        <p:txBody>
          <a:bodyPr>
            <a:normAutofit fontScale="90000"/>
          </a:bodyPr>
          <a:lstStyle/>
          <a:p>
            <a:r>
              <a:rPr lang="ja-JP" altLang="en-US" dirty="0"/>
              <a:t>投票方法</a:t>
            </a:r>
            <a:endParaRPr kumimoji="1" lang="ja-JP" altLang="en-US" dirty="0"/>
          </a:p>
        </p:txBody>
      </p:sp>
      <p:sp>
        <p:nvSpPr>
          <p:cNvPr id="3" name="コンテンツ プレースホルダー 2">
            <a:extLst>
              <a:ext uri="{FF2B5EF4-FFF2-40B4-BE49-F238E27FC236}">
                <a16:creationId xmlns:a16="http://schemas.microsoft.com/office/drawing/2014/main" id="{151E424D-EE76-77D1-6D3B-BAC8E81DBAE4}"/>
              </a:ext>
            </a:extLst>
          </p:cNvPr>
          <p:cNvSpPr>
            <a:spLocks noGrp="1"/>
          </p:cNvSpPr>
          <p:nvPr>
            <p:ph idx="1"/>
          </p:nvPr>
        </p:nvSpPr>
        <p:spPr/>
        <p:txBody>
          <a:bodyPr>
            <a:normAutofit/>
          </a:bodyPr>
          <a:lstStyle/>
          <a:p>
            <a:pPr marL="0" indent="0">
              <a:buNone/>
            </a:pPr>
            <a:r>
              <a:rPr kumimoji="1" lang="ja-JP" altLang="en-US" dirty="0"/>
              <a:t>工大祭公式サイトからの投票</a:t>
            </a:r>
            <a:endParaRPr kumimoji="1" lang="en-US" altLang="ja-JP" dirty="0"/>
          </a:p>
          <a:p>
            <a:pPr marL="0" indent="0">
              <a:buNone/>
            </a:pPr>
            <a:r>
              <a:rPr lang="ja-JP" altLang="en-US"/>
              <a:t>工大祭</a:t>
            </a:r>
            <a:r>
              <a:rPr lang="ja-JP" altLang="en-US" dirty="0"/>
              <a:t>公式サイトからグランプリ投票ページに進み、投票する</a:t>
            </a:r>
            <a:r>
              <a:rPr lang="ja-JP" altLang="en-US"/>
              <a:t>企画を</a:t>
            </a:r>
            <a:br>
              <a:rPr lang="en-US" altLang="ja-JP" dirty="0"/>
            </a:br>
            <a:r>
              <a:rPr lang="ja-JP" altLang="en-US"/>
              <a:t>選択</a:t>
            </a:r>
            <a:r>
              <a:rPr lang="ja-JP" altLang="en-US" dirty="0"/>
              <a:t>したのち、投票ボタンを押すことで投票完了となります。</a:t>
            </a:r>
            <a:endParaRPr lang="en-US" altLang="ja-JP" dirty="0"/>
          </a:p>
          <a:p>
            <a:pPr marL="0" indent="0">
              <a:buNone/>
            </a:pPr>
            <a:r>
              <a:rPr kumimoji="1" lang="en-US" altLang="ja-JP" sz="2000" dirty="0"/>
              <a:t>※</a:t>
            </a:r>
            <a:r>
              <a:rPr kumimoji="1" lang="ja-JP" altLang="en-US" sz="2000" dirty="0"/>
              <a:t>来場者に配布する工大祭公式パンフレット等に、グランプリ投票ページの二次元コードを掲載</a:t>
            </a:r>
            <a:r>
              <a:rPr kumimoji="1" lang="ja-JP" altLang="en-US" sz="2000"/>
              <a:t>いたします。</a:t>
            </a:r>
            <a:br>
              <a:rPr kumimoji="1" lang="en-US" altLang="ja-JP" sz="2000" dirty="0"/>
            </a:br>
            <a:endParaRPr kumimoji="1" lang="en-US" altLang="ja-JP" sz="2000" dirty="0"/>
          </a:p>
          <a:p>
            <a:r>
              <a:rPr kumimoji="1" lang="ja-JP" altLang="en-US" sz="2400" dirty="0"/>
              <a:t>一人何票でも投票可能ですが、同一企画には一票しか入れられません。</a:t>
            </a:r>
            <a:endParaRPr kumimoji="1" lang="en-US" altLang="ja-JP" sz="2400" dirty="0"/>
          </a:p>
          <a:p>
            <a:r>
              <a:rPr lang="ja-JP" altLang="en-US" sz="2400" dirty="0"/>
              <a:t>投票していただいた来場者の方には、景品が当たる抽選にご参加いただけます。ただし、抽選は一人一回までとさせていただきます。</a:t>
            </a:r>
            <a:endParaRPr lang="en-US" altLang="ja-JP" sz="2400" dirty="0"/>
          </a:p>
          <a:p>
            <a:r>
              <a:rPr lang="ja-JP" altLang="en-US" sz="2400" dirty="0"/>
              <a:t>投票に関して当委員会が著しく不適切であると判断した行為が見られた場合、該当行為を速やかに停止するよう指摘させていただくことがございます。ご了承ください。</a:t>
            </a:r>
            <a:endParaRPr lang="en-US" altLang="ja-JP" sz="2400" dirty="0"/>
          </a:p>
        </p:txBody>
      </p:sp>
      <p:sp>
        <p:nvSpPr>
          <p:cNvPr id="4" name="テキスト プレースホルダー 3">
            <a:extLst>
              <a:ext uri="{FF2B5EF4-FFF2-40B4-BE49-F238E27FC236}">
                <a16:creationId xmlns:a16="http://schemas.microsoft.com/office/drawing/2014/main" id="{F1B831B5-B76C-48BF-8227-CBA080203806}"/>
              </a:ext>
            </a:extLst>
          </p:cNvPr>
          <p:cNvSpPr>
            <a:spLocks noGrp="1"/>
          </p:cNvSpPr>
          <p:nvPr>
            <p:ph type="body" sz="quarter" idx="13"/>
          </p:nvPr>
        </p:nvSpPr>
        <p:spPr/>
        <p:txBody>
          <a:bodyPr/>
          <a:lstStyle/>
          <a:p>
            <a:r>
              <a:rPr lang="ja-JP" altLang="en-US" dirty="0"/>
              <a:t>グランプリ</a:t>
            </a:r>
            <a:r>
              <a:rPr lang="en-US" altLang="ja-JP" dirty="0"/>
              <a:t>2022</a:t>
            </a:r>
            <a:endParaRPr kumimoji="1" lang="ja-JP" altLang="en-US" dirty="0"/>
          </a:p>
        </p:txBody>
      </p:sp>
      <p:sp>
        <p:nvSpPr>
          <p:cNvPr id="7" name="テキスト ボックス 6">
            <a:extLst>
              <a:ext uri="{FF2B5EF4-FFF2-40B4-BE49-F238E27FC236}">
                <a16:creationId xmlns:a16="http://schemas.microsoft.com/office/drawing/2014/main" id="{D7BBAD28-D22A-6755-CE0B-7280414A7C98}"/>
              </a:ext>
            </a:extLst>
          </p:cNvPr>
          <p:cNvSpPr txBox="1"/>
          <p:nvPr/>
        </p:nvSpPr>
        <p:spPr>
          <a:xfrm>
            <a:off x="2593562" y="6425739"/>
            <a:ext cx="5885411"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5" name="日付プレースホルダー 3">
            <a:extLst>
              <a:ext uri="{FF2B5EF4-FFF2-40B4-BE49-F238E27FC236}">
                <a16:creationId xmlns:a16="http://schemas.microsoft.com/office/drawing/2014/main" id="{B1721902-0FAD-ACCF-502D-86D7D984CB2F}"/>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スライド番号プレースホルダー 8">
            <a:extLst>
              <a:ext uri="{FF2B5EF4-FFF2-40B4-BE49-F238E27FC236}">
                <a16:creationId xmlns:a16="http://schemas.microsoft.com/office/drawing/2014/main" id="{A9D478F2-80F6-9CF9-90B8-8ACC58C53E8F}"/>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11</a:t>
            </a:fld>
            <a:endParaRPr lang="ja-JP" altLang="en-US" dirty="0"/>
          </a:p>
        </p:txBody>
      </p:sp>
    </p:spTree>
    <p:extLst>
      <p:ext uri="{BB962C8B-B14F-4D97-AF65-F5344CB8AC3E}">
        <p14:creationId xmlns:p14="http://schemas.microsoft.com/office/powerpoint/2010/main" val="2698052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EDCE6-96A7-3399-3308-75C18F1F70C4}"/>
              </a:ext>
            </a:extLst>
          </p:cNvPr>
          <p:cNvSpPr>
            <a:spLocks noGrp="1"/>
          </p:cNvSpPr>
          <p:nvPr>
            <p:ph type="title"/>
          </p:nvPr>
        </p:nvSpPr>
        <p:spPr/>
        <p:txBody>
          <a:bodyPr>
            <a:normAutofit fontScale="90000"/>
          </a:bodyPr>
          <a:lstStyle/>
          <a:p>
            <a:r>
              <a:rPr lang="ja-JP" altLang="en-US" dirty="0"/>
              <a:t>表彰</a:t>
            </a:r>
            <a:endParaRPr kumimoji="1" lang="ja-JP" altLang="en-US" dirty="0"/>
          </a:p>
        </p:txBody>
      </p:sp>
      <p:sp>
        <p:nvSpPr>
          <p:cNvPr id="3" name="コンテンツ プレースホルダー 2">
            <a:extLst>
              <a:ext uri="{FF2B5EF4-FFF2-40B4-BE49-F238E27FC236}">
                <a16:creationId xmlns:a16="http://schemas.microsoft.com/office/drawing/2014/main" id="{151E424D-EE76-77D1-6D3B-BAC8E81DBAE4}"/>
              </a:ext>
            </a:extLst>
          </p:cNvPr>
          <p:cNvSpPr>
            <a:spLocks noGrp="1"/>
          </p:cNvSpPr>
          <p:nvPr>
            <p:ph idx="1"/>
          </p:nvPr>
        </p:nvSpPr>
        <p:spPr/>
        <p:txBody>
          <a:bodyPr>
            <a:normAutofit/>
          </a:bodyPr>
          <a:lstStyle/>
          <a:p>
            <a:endParaRPr lang="en-US" altLang="ja-JP" sz="2400" dirty="0"/>
          </a:p>
          <a:p>
            <a:r>
              <a:rPr lang="ja-JP" altLang="en-US" sz="2400" dirty="0"/>
              <a:t>部門賞として「模擬店企画部門」「学生展示企画</a:t>
            </a:r>
            <a:r>
              <a:rPr lang="ja-JP" altLang="en-US" sz="2400"/>
              <a:t>部門」</a:t>
            </a:r>
            <a:r>
              <a:rPr lang="ja-JP" altLang="en-US" sz="2400">
                <a:effectLst/>
                <a:latin typeface="KozGoPr6N"/>
              </a:rPr>
              <a:t>「学生ステージ企画部門」 </a:t>
            </a:r>
            <a:r>
              <a:rPr lang="ja-JP" altLang="en-US" sz="2400"/>
              <a:t>「</a:t>
            </a:r>
            <a:r>
              <a:rPr lang="ja-JP" altLang="en-US" sz="2400" dirty="0"/>
              <a:t>研究室公開企画部門」の</a:t>
            </a:r>
            <a:r>
              <a:rPr lang="en-US" altLang="ja-JP" sz="2400" dirty="0"/>
              <a:t>4</a:t>
            </a:r>
            <a:r>
              <a:rPr lang="ja-JP" altLang="en-US" sz="2400" dirty="0"/>
              <a:t>部門から得票数が多い団体を</a:t>
            </a:r>
            <a:r>
              <a:rPr lang="en-US" altLang="ja-JP" sz="2400" dirty="0"/>
              <a:t>2</a:t>
            </a:r>
            <a:r>
              <a:rPr lang="ja-JP" altLang="en-US" sz="2400" dirty="0"/>
              <a:t>団体</a:t>
            </a:r>
            <a:r>
              <a:rPr lang="ja-JP" altLang="en-US" sz="2400"/>
              <a:t>ずつ表彰</a:t>
            </a:r>
            <a:br>
              <a:rPr lang="en-US" altLang="ja-JP" sz="2400" dirty="0"/>
            </a:br>
            <a:r>
              <a:rPr lang="ja-JP" altLang="en-US" sz="2400"/>
              <a:t>します</a:t>
            </a:r>
            <a:r>
              <a:rPr lang="ja-JP" altLang="en-US" sz="2400" dirty="0"/>
              <a:t>。加えて特別賞を</a:t>
            </a:r>
            <a:r>
              <a:rPr lang="en-US" altLang="ja-JP" sz="2400" dirty="0"/>
              <a:t>2</a:t>
            </a:r>
            <a:r>
              <a:rPr lang="ja-JP" altLang="en-US" sz="2400" dirty="0"/>
              <a:t>種類用意しております。表彰された団体には</a:t>
            </a:r>
            <a:r>
              <a:rPr lang="ja-JP" altLang="en-US" sz="2400"/>
              <a:t>賞品を</a:t>
            </a:r>
            <a:br>
              <a:rPr lang="en-US" altLang="ja-JP" sz="2400" dirty="0"/>
            </a:br>
            <a:r>
              <a:rPr lang="ja-JP" altLang="en-US" sz="2400"/>
              <a:t>用意</a:t>
            </a:r>
            <a:r>
              <a:rPr lang="ja-JP" altLang="en-US" sz="2400" dirty="0"/>
              <a:t>して</a:t>
            </a:r>
            <a:r>
              <a:rPr lang="ja-JP" altLang="en-US" sz="2400"/>
              <a:t>おります。</a:t>
            </a:r>
            <a:br>
              <a:rPr lang="en-US" altLang="ja-JP" sz="2400" dirty="0"/>
            </a:br>
            <a:endParaRPr lang="en-US" altLang="ja-JP" sz="2400" dirty="0"/>
          </a:p>
          <a:p>
            <a:r>
              <a:rPr lang="en-US" altLang="ja-JP" sz="2400" dirty="0"/>
              <a:t>4</a:t>
            </a:r>
            <a:r>
              <a:rPr lang="ja-JP" altLang="en-US" sz="2400" dirty="0"/>
              <a:t>部門の優勝団体からさらに総合優勝として</a:t>
            </a:r>
            <a:r>
              <a:rPr lang="en-US" altLang="ja-JP" sz="2400" dirty="0"/>
              <a:t>1</a:t>
            </a:r>
            <a:r>
              <a:rPr lang="ja-JP" altLang="en-US" sz="2400" dirty="0"/>
              <a:t>団体</a:t>
            </a:r>
            <a:r>
              <a:rPr lang="ja-JP" altLang="en-US" sz="2400"/>
              <a:t>を決める</a:t>
            </a:r>
            <a:br>
              <a:rPr lang="en-US" altLang="ja-JP" sz="2400" dirty="0"/>
            </a:br>
            <a:r>
              <a:rPr lang="ja-JP" altLang="en-US" sz="2400"/>
              <a:t>「</a:t>
            </a:r>
            <a:r>
              <a:rPr lang="en-US" altLang="ja-JP" sz="2400" dirty="0"/>
              <a:t>Best of </a:t>
            </a:r>
            <a:r>
              <a:rPr lang="ja-JP" altLang="en-US" sz="2400"/>
              <a:t>工大祭」を</a:t>
            </a:r>
            <a:r>
              <a:rPr lang="ja-JP" altLang="en-US" sz="2400" dirty="0"/>
              <a:t>用意しております。「</a:t>
            </a:r>
            <a:r>
              <a:rPr lang="en-US" altLang="ja-JP" sz="2400" dirty="0"/>
              <a:t>Best of </a:t>
            </a:r>
            <a:r>
              <a:rPr lang="ja-JP" altLang="en-US" sz="2400"/>
              <a:t>工大祭</a:t>
            </a:r>
            <a:r>
              <a:rPr lang="ja-JP" altLang="en-US" sz="2400" dirty="0"/>
              <a:t>」に選ばれた団体にはトロフィーを贈呈</a:t>
            </a:r>
            <a:r>
              <a:rPr lang="ja-JP" altLang="en-US" sz="2400"/>
              <a:t>いたします。</a:t>
            </a:r>
            <a:br>
              <a:rPr lang="en-US" altLang="ja-JP" sz="2400" dirty="0"/>
            </a:br>
            <a:endParaRPr lang="en-US" altLang="ja-JP" sz="2400" dirty="0"/>
          </a:p>
          <a:p>
            <a:r>
              <a:rPr lang="ja-JP" altLang="en-US" sz="2400" dirty="0"/>
              <a:t>各賞の受賞団体はグランプリの表彰式に参加していただきます。表彰式には各団体</a:t>
            </a:r>
            <a:r>
              <a:rPr lang="en-US" altLang="ja-JP" sz="2400" dirty="0"/>
              <a:t>3</a:t>
            </a:r>
            <a:r>
              <a:rPr lang="ja-JP" altLang="en-US" sz="2400" dirty="0"/>
              <a:t>名までご参加いただけます。</a:t>
            </a:r>
            <a:endParaRPr lang="en-US" altLang="ja-JP" sz="2400" dirty="0"/>
          </a:p>
          <a:p>
            <a:pPr marL="0" indent="0">
              <a:buNone/>
            </a:pPr>
            <a:endParaRPr lang="en-US" altLang="ja-JP" sz="2400" dirty="0"/>
          </a:p>
        </p:txBody>
      </p:sp>
      <p:sp>
        <p:nvSpPr>
          <p:cNvPr id="4" name="テキスト プレースホルダー 3">
            <a:extLst>
              <a:ext uri="{FF2B5EF4-FFF2-40B4-BE49-F238E27FC236}">
                <a16:creationId xmlns:a16="http://schemas.microsoft.com/office/drawing/2014/main" id="{F1B831B5-B76C-48BF-8227-CBA080203806}"/>
              </a:ext>
            </a:extLst>
          </p:cNvPr>
          <p:cNvSpPr>
            <a:spLocks noGrp="1"/>
          </p:cNvSpPr>
          <p:nvPr>
            <p:ph type="body" sz="quarter" idx="13"/>
          </p:nvPr>
        </p:nvSpPr>
        <p:spPr/>
        <p:txBody>
          <a:bodyPr/>
          <a:lstStyle/>
          <a:p>
            <a:r>
              <a:rPr lang="ja-JP" altLang="en-US" dirty="0"/>
              <a:t>グランプリ</a:t>
            </a:r>
            <a:r>
              <a:rPr lang="en-US" altLang="ja-JP" dirty="0"/>
              <a:t>2022</a:t>
            </a:r>
            <a:endParaRPr kumimoji="1" lang="ja-JP" altLang="en-US" dirty="0"/>
          </a:p>
        </p:txBody>
      </p:sp>
      <p:sp>
        <p:nvSpPr>
          <p:cNvPr id="7" name="テキスト ボックス 6">
            <a:extLst>
              <a:ext uri="{FF2B5EF4-FFF2-40B4-BE49-F238E27FC236}">
                <a16:creationId xmlns:a16="http://schemas.microsoft.com/office/drawing/2014/main" id="{D7BBAD28-D22A-6755-CE0B-7280414A7C98}"/>
              </a:ext>
            </a:extLst>
          </p:cNvPr>
          <p:cNvSpPr txBox="1"/>
          <p:nvPr/>
        </p:nvSpPr>
        <p:spPr>
          <a:xfrm>
            <a:off x="2593562" y="6425739"/>
            <a:ext cx="5885411"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5" name="日付プレースホルダー 3">
            <a:extLst>
              <a:ext uri="{FF2B5EF4-FFF2-40B4-BE49-F238E27FC236}">
                <a16:creationId xmlns:a16="http://schemas.microsoft.com/office/drawing/2014/main" id="{CB6FD487-ACDF-67DC-677E-6D9C1AEE1D53}"/>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スライド番号プレースホルダー 8">
            <a:extLst>
              <a:ext uri="{FF2B5EF4-FFF2-40B4-BE49-F238E27FC236}">
                <a16:creationId xmlns:a16="http://schemas.microsoft.com/office/drawing/2014/main" id="{BF2180D5-F9C2-20B2-FD8F-1B0E8C096424}"/>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12</a:t>
            </a:fld>
            <a:endParaRPr lang="ja-JP" altLang="en-US" dirty="0"/>
          </a:p>
        </p:txBody>
      </p:sp>
    </p:spTree>
    <p:extLst>
      <p:ext uri="{BB962C8B-B14F-4D97-AF65-F5344CB8AC3E}">
        <p14:creationId xmlns:p14="http://schemas.microsoft.com/office/powerpoint/2010/main" val="575119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EDCE6-96A7-3399-3308-75C18F1F70C4}"/>
              </a:ext>
            </a:extLst>
          </p:cNvPr>
          <p:cNvSpPr>
            <a:spLocks noGrp="1"/>
          </p:cNvSpPr>
          <p:nvPr>
            <p:ph type="title"/>
          </p:nvPr>
        </p:nvSpPr>
        <p:spPr/>
        <p:txBody>
          <a:bodyPr>
            <a:normAutofit fontScale="90000"/>
          </a:bodyPr>
          <a:lstStyle/>
          <a:p>
            <a:r>
              <a:rPr kumimoji="1" lang="ja-JP" altLang="en-US" dirty="0"/>
              <a:t>中間結果発表</a:t>
            </a:r>
          </a:p>
        </p:txBody>
      </p:sp>
      <p:sp>
        <p:nvSpPr>
          <p:cNvPr id="3" name="コンテンツ プレースホルダー 2">
            <a:extLst>
              <a:ext uri="{FF2B5EF4-FFF2-40B4-BE49-F238E27FC236}">
                <a16:creationId xmlns:a16="http://schemas.microsoft.com/office/drawing/2014/main" id="{151E424D-EE76-77D1-6D3B-BAC8E81DBAE4}"/>
              </a:ext>
            </a:extLst>
          </p:cNvPr>
          <p:cNvSpPr>
            <a:spLocks noGrp="1"/>
          </p:cNvSpPr>
          <p:nvPr>
            <p:ph idx="1"/>
          </p:nvPr>
        </p:nvSpPr>
        <p:spPr/>
        <p:txBody>
          <a:bodyPr>
            <a:normAutofit/>
          </a:bodyPr>
          <a:lstStyle/>
          <a:p>
            <a:pPr marL="0" indent="0">
              <a:buNone/>
            </a:pPr>
            <a:endParaRPr lang="en-US" altLang="ja-JP" sz="2400" dirty="0"/>
          </a:p>
          <a:p>
            <a:pPr marL="0" indent="0">
              <a:buNone/>
            </a:pPr>
            <a:endParaRPr lang="en-US" altLang="ja-JP" sz="2400" dirty="0"/>
          </a:p>
          <a:p>
            <a:pPr marL="0" indent="0">
              <a:buNone/>
            </a:pPr>
            <a:r>
              <a:rPr lang="ja-JP" altLang="en-US" sz="3200" dirty="0"/>
              <a:t>工大祭</a:t>
            </a:r>
            <a:r>
              <a:rPr lang="en-US" altLang="ja-JP" sz="3200" dirty="0"/>
              <a:t>1</a:t>
            </a:r>
            <a:r>
              <a:rPr lang="ja-JP" altLang="en-US" sz="3200" dirty="0"/>
              <a:t>日目</a:t>
            </a:r>
            <a:r>
              <a:rPr lang="en-US" altLang="ja-JP" sz="3200" dirty="0"/>
              <a:t>(29</a:t>
            </a:r>
            <a:r>
              <a:rPr lang="ja-JP" altLang="en-US" sz="3200" dirty="0"/>
              <a:t>日</a:t>
            </a:r>
            <a:r>
              <a:rPr lang="en-US" altLang="ja-JP" sz="3200" dirty="0"/>
              <a:t>(</a:t>
            </a:r>
            <a:r>
              <a:rPr lang="ja-JP" altLang="en-US" sz="3200" dirty="0"/>
              <a:t>土</a:t>
            </a:r>
            <a:r>
              <a:rPr lang="en-US" altLang="ja-JP" sz="3200" dirty="0"/>
              <a:t>))</a:t>
            </a:r>
            <a:r>
              <a:rPr lang="ja-JP" altLang="en-US" sz="3200" dirty="0"/>
              <a:t>の投票結果</a:t>
            </a:r>
            <a:r>
              <a:rPr lang="en-US" altLang="ja-JP" sz="3200" dirty="0"/>
              <a:t>(4</a:t>
            </a:r>
            <a:r>
              <a:rPr lang="ja-JP" altLang="en-US" sz="3200" dirty="0"/>
              <a:t>部門の上</a:t>
            </a:r>
            <a:r>
              <a:rPr lang="ja-JP" altLang="en-US" sz="3200"/>
              <a:t>位団体は、</a:t>
            </a:r>
            <a:r>
              <a:rPr lang="en-US" altLang="ja-JP" sz="3200" dirty="0"/>
              <a:t>2</a:t>
            </a:r>
            <a:r>
              <a:rPr lang="ja-JP" altLang="en-US" sz="3200" dirty="0"/>
              <a:t>日目</a:t>
            </a:r>
            <a:r>
              <a:rPr lang="en-US" altLang="ja-JP" sz="3200" dirty="0"/>
              <a:t>(30</a:t>
            </a:r>
            <a:r>
              <a:rPr lang="ja-JP" altLang="en-US" sz="3200" dirty="0"/>
              <a:t>日</a:t>
            </a:r>
            <a:r>
              <a:rPr lang="en-US" altLang="ja-JP" sz="3200" dirty="0"/>
              <a:t>(</a:t>
            </a:r>
            <a:r>
              <a:rPr lang="ja-JP" altLang="en-US" sz="3200" dirty="0"/>
              <a:t>日</a:t>
            </a:r>
            <a:r>
              <a:rPr lang="en-US" altLang="ja-JP" sz="3200" dirty="0"/>
              <a:t>))</a:t>
            </a:r>
            <a:r>
              <a:rPr lang="ja-JP" altLang="en-US" sz="3200" dirty="0"/>
              <a:t>の朝、正門横のグランプリ</a:t>
            </a:r>
            <a:r>
              <a:rPr lang="ja-JP" altLang="en-US" sz="3200"/>
              <a:t>投票所に</a:t>
            </a:r>
            <a:br>
              <a:rPr lang="en-US" altLang="ja-JP" sz="3200" dirty="0"/>
            </a:br>
            <a:r>
              <a:rPr lang="ja-JP" altLang="en-US" sz="3200"/>
              <a:t>設置</a:t>
            </a:r>
            <a:r>
              <a:rPr lang="ja-JP" altLang="en-US" sz="3200" dirty="0"/>
              <a:t>する</a:t>
            </a:r>
            <a:r>
              <a:rPr lang="ja-JP" altLang="en-US" sz="3200"/>
              <a:t>看板にて発表します。</a:t>
            </a:r>
            <a:br>
              <a:rPr lang="en-US" altLang="ja-JP" sz="3200" dirty="0"/>
            </a:br>
            <a:endParaRPr lang="en-US" altLang="ja-JP" sz="3200" dirty="0"/>
          </a:p>
          <a:p>
            <a:pPr marL="0" indent="0">
              <a:buNone/>
            </a:pPr>
            <a:r>
              <a:rPr lang="ja-JP" altLang="en-US" sz="3200" dirty="0"/>
              <a:t>また、工大祭公式サイトや工大祭公式</a:t>
            </a:r>
            <a:r>
              <a:rPr lang="en-US" altLang="ja-JP" sz="3200" dirty="0"/>
              <a:t>Twitter</a:t>
            </a:r>
            <a:r>
              <a:rPr lang="ja-JP" altLang="en-US" sz="3200" dirty="0"/>
              <a:t>でも発表します。</a:t>
            </a:r>
            <a:endParaRPr lang="en-US" altLang="ja-JP" sz="3200" dirty="0"/>
          </a:p>
        </p:txBody>
      </p:sp>
      <p:sp>
        <p:nvSpPr>
          <p:cNvPr id="4" name="テキスト プレースホルダー 3">
            <a:extLst>
              <a:ext uri="{FF2B5EF4-FFF2-40B4-BE49-F238E27FC236}">
                <a16:creationId xmlns:a16="http://schemas.microsoft.com/office/drawing/2014/main" id="{F1B831B5-B76C-48BF-8227-CBA080203806}"/>
              </a:ext>
            </a:extLst>
          </p:cNvPr>
          <p:cNvSpPr>
            <a:spLocks noGrp="1"/>
          </p:cNvSpPr>
          <p:nvPr>
            <p:ph type="body" sz="quarter" idx="13"/>
          </p:nvPr>
        </p:nvSpPr>
        <p:spPr/>
        <p:txBody>
          <a:bodyPr/>
          <a:lstStyle/>
          <a:p>
            <a:r>
              <a:rPr lang="ja-JP" altLang="en-US" dirty="0"/>
              <a:t>グランプリ</a:t>
            </a:r>
            <a:r>
              <a:rPr lang="en-US" altLang="ja-JP" dirty="0"/>
              <a:t>2022</a:t>
            </a:r>
            <a:endParaRPr kumimoji="1" lang="ja-JP" altLang="en-US" dirty="0"/>
          </a:p>
        </p:txBody>
      </p:sp>
      <p:sp>
        <p:nvSpPr>
          <p:cNvPr id="7" name="テキスト ボックス 6">
            <a:extLst>
              <a:ext uri="{FF2B5EF4-FFF2-40B4-BE49-F238E27FC236}">
                <a16:creationId xmlns:a16="http://schemas.microsoft.com/office/drawing/2014/main" id="{D7BBAD28-D22A-6755-CE0B-7280414A7C98}"/>
              </a:ext>
            </a:extLst>
          </p:cNvPr>
          <p:cNvSpPr txBox="1"/>
          <p:nvPr/>
        </p:nvSpPr>
        <p:spPr>
          <a:xfrm>
            <a:off x="2593562" y="6425739"/>
            <a:ext cx="5885411"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5" name="日付プレースホルダー 3">
            <a:extLst>
              <a:ext uri="{FF2B5EF4-FFF2-40B4-BE49-F238E27FC236}">
                <a16:creationId xmlns:a16="http://schemas.microsoft.com/office/drawing/2014/main" id="{A5962343-66D4-9B38-2BB7-06012F5B3588}"/>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スライド番号プレースホルダー 8">
            <a:extLst>
              <a:ext uri="{FF2B5EF4-FFF2-40B4-BE49-F238E27FC236}">
                <a16:creationId xmlns:a16="http://schemas.microsoft.com/office/drawing/2014/main" id="{DA6F271B-6080-FF58-A4F7-63C6752A73A8}"/>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13</a:t>
            </a:fld>
            <a:endParaRPr lang="ja-JP" altLang="en-US" dirty="0"/>
          </a:p>
        </p:txBody>
      </p:sp>
    </p:spTree>
    <p:extLst>
      <p:ext uri="{BB962C8B-B14F-4D97-AF65-F5344CB8AC3E}">
        <p14:creationId xmlns:p14="http://schemas.microsoft.com/office/powerpoint/2010/main" val="3210137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EDCE6-96A7-3399-3308-75C18F1F70C4}"/>
              </a:ext>
            </a:extLst>
          </p:cNvPr>
          <p:cNvSpPr>
            <a:spLocks noGrp="1"/>
          </p:cNvSpPr>
          <p:nvPr>
            <p:ph type="title"/>
          </p:nvPr>
        </p:nvSpPr>
        <p:spPr/>
        <p:txBody>
          <a:bodyPr>
            <a:normAutofit fontScale="90000"/>
          </a:bodyPr>
          <a:lstStyle/>
          <a:p>
            <a:r>
              <a:rPr lang="ja-JP" altLang="en-US" dirty="0"/>
              <a:t>最終</a:t>
            </a:r>
            <a:r>
              <a:rPr kumimoji="1" lang="ja-JP" altLang="en-US" dirty="0"/>
              <a:t>結果発表</a:t>
            </a:r>
          </a:p>
        </p:txBody>
      </p:sp>
      <p:sp>
        <p:nvSpPr>
          <p:cNvPr id="3" name="コンテンツ プレースホルダー 2">
            <a:extLst>
              <a:ext uri="{FF2B5EF4-FFF2-40B4-BE49-F238E27FC236}">
                <a16:creationId xmlns:a16="http://schemas.microsoft.com/office/drawing/2014/main" id="{151E424D-EE76-77D1-6D3B-BAC8E81DBAE4}"/>
              </a:ext>
            </a:extLst>
          </p:cNvPr>
          <p:cNvSpPr>
            <a:spLocks noGrp="1"/>
          </p:cNvSpPr>
          <p:nvPr>
            <p:ph idx="1"/>
          </p:nvPr>
        </p:nvSpPr>
        <p:spPr/>
        <p:txBody>
          <a:bodyPr>
            <a:normAutofit/>
          </a:bodyPr>
          <a:lstStyle/>
          <a:p>
            <a:r>
              <a:rPr lang="ja-JP" altLang="en-US" sz="3200" dirty="0"/>
              <a:t>結果発表は</a:t>
            </a:r>
            <a:r>
              <a:rPr lang="en-US" altLang="ja-JP" sz="3200" dirty="0"/>
              <a:t>30</a:t>
            </a:r>
            <a:r>
              <a:rPr lang="ja-JP" altLang="en-US" sz="3200" dirty="0"/>
              <a:t>日</a:t>
            </a:r>
            <a:r>
              <a:rPr lang="en-US" altLang="ja-JP" sz="3200" dirty="0"/>
              <a:t>(</a:t>
            </a:r>
            <a:r>
              <a:rPr lang="ja-JP" altLang="en-US" sz="3200" dirty="0"/>
              <a:t>日</a:t>
            </a:r>
            <a:r>
              <a:rPr lang="en-US" altLang="ja-JP" sz="3200" dirty="0"/>
              <a:t>)</a:t>
            </a:r>
            <a:r>
              <a:rPr lang="ja-JP" altLang="en-US" sz="3200" dirty="0"/>
              <a:t>の</a:t>
            </a:r>
            <a:r>
              <a:rPr lang="en-US" altLang="ja-JP" sz="3200" dirty="0"/>
              <a:t>17:00</a:t>
            </a:r>
            <a:r>
              <a:rPr lang="ja-JP" altLang="en-US" sz="3200" dirty="0"/>
              <a:t>から、野外ステージ</a:t>
            </a:r>
            <a:r>
              <a:rPr lang="en-US" altLang="ja-JP" sz="3200" dirty="0"/>
              <a:t>(</a:t>
            </a:r>
            <a:r>
              <a:rPr lang="ja-JP" altLang="en-US" sz="3200" dirty="0"/>
              <a:t>雨天時は体育館</a:t>
            </a:r>
            <a:r>
              <a:rPr lang="en-US" altLang="ja-JP" sz="3200" dirty="0"/>
              <a:t>)</a:t>
            </a:r>
            <a:r>
              <a:rPr lang="ja-JP" altLang="en-US" sz="3200" dirty="0"/>
              <a:t>にてフィナーレ企画の中で行います。</a:t>
            </a:r>
            <a:endParaRPr lang="en-US" altLang="ja-JP" sz="3200" dirty="0"/>
          </a:p>
          <a:p>
            <a:r>
              <a:rPr lang="ja-JP" altLang="en-US" sz="3200" dirty="0"/>
              <a:t>受賞が決定した団体の責任者の方に、</a:t>
            </a:r>
            <a:r>
              <a:rPr lang="en-US" altLang="ja-JP" sz="3200" dirty="0"/>
              <a:t>30</a:t>
            </a:r>
            <a:r>
              <a:rPr lang="ja-JP" altLang="en-US" sz="3200" dirty="0"/>
              <a:t>日</a:t>
            </a:r>
            <a:r>
              <a:rPr lang="en-US" altLang="ja-JP" sz="3200" dirty="0"/>
              <a:t>(</a:t>
            </a:r>
            <a:r>
              <a:rPr lang="ja-JP" altLang="en-US" sz="3200" dirty="0"/>
              <a:t>日</a:t>
            </a:r>
            <a:r>
              <a:rPr lang="en-US" altLang="ja-JP" sz="3200" dirty="0"/>
              <a:t>)15:30</a:t>
            </a:r>
            <a:r>
              <a:rPr lang="ja-JP" altLang="en-US" sz="3200" dirty="0"/>
              <a:t>に</a:t>
            </a:r>
            <a:r>
              <a:rPr lang="en-US" altLang="ja-JP" sz="3200" dirty="0"/>
              <a:t>【</a:t>
            </a:r>
            <a:r>
              <a:rPr lang="ja-JP" altLang="en-US" sz="3200" dirty="0"/>
              <a:t>工大祭実行委員会公式ライン</a:t>
            </a:r>
            <a:r>
              <a:rPr lang="en-US" altLang="ja-JP" sz="3200" dirty="0"/>
              <a:t>】</a:t>
            </a:r>
            <a:r>
              <a:rPr lang="ja-JP" altLang="en-US" sz="3200" dirty="0"/>
              <a:t>とメールで連絡</a:t>
            </a:r>
            <a:r>
              <a:rPr lang="ja-JP" altLang="en-US" sz="3200"/>
              <a:t>します。</a:t>
            </a:r>
            <a:br>
              <a:rPr lang="en-US" altLang="ja-JP" sz="3200" dirty="0"/>
            </a:br>
            <a:r>
              <a:rPr lang="en-US" altLang="ja-JP" sz="3200" dirty="0"/>
              <a:t>【</a:t>
            </a:r>
            <a:r>
              <a:rPr lang="ja-JP" altLang="en-US" sz="3200" dirty="0"/>
              <a:t>工大祭</a:t>
            </a:r>
            <a:r>
              <a:rPr lang="ja-JP" altLang="en-US" sz="3200"/>
              <a:t>実行委員会公式ライン</a:t>
            </a:r>
            <a:r>
              <a:rPr lang="en-US" altLang="ja-JP" sz="3200" dirty="0"/>
              <a:t>】</a:t>
            </a:r>
            <a:r>
              <a:rPr lang="ja-JP" altLang="en-US" sz="3200" dirty="0"/>
              <a:t>またはメールへの</a:t>
            </a:r>
            <a:r>
              <a:rPr lang="ja-JP" altLang="en-US" sz="3200"/>
              <a:t>返信が</a:t>
            </a:r>
            <a:br>
              <a:rPr lang="en-US" altLang="ja-JP" sz="3200" dirty="0"/>
            </a:br>
            <a:r>
              <a:rPr lang="ja-JP" altLang="en-US" sz="3200"/>
              <a:t>無い場合</a:t>
            </a:r>
            <a:r>
              <a:rPr lang="ja-JP" altLang="en-US" sz="3200" dirty="0"/>
              <a:t>には電話で連絡すること、または各団体</a:t>
            </a:r>
            <a:r>
              <a:rPr lang="ja-JP" altLang="en-US" sz="3200"/>
              <a:t>の企画</a:t>
            </a:r>
            <a:br>
              <a:rPr lang="en-US" altLang="ja-JP" sz="3200" dirty="0"/>
            </a:br>
            <a:r>
              <a:rPr lang="ja-JP" altLang="en-US" sz="3200"/>
              <a:t>実施場所</a:t>
            </a:r>
            <a:r>
              <a:rPr lang="ja-JP" altLang="en-US" sz="3200" dirty="0"/>
              <a:t>にお知らせに向かうことがございます。</a:t>
            </a:r>
            <a:r>
              <a:rPr lang="en-US" altLang="ja-JP" sz="3200" dirty="0"/>
              <a:t>17:00</a:t>
            </a:r>
            <a:r>
              <a:rPr lang="ja-JP" altLang="en-US" sz="3200"/>
              <a:t>から</a:t>
            </a:r>
            <a:br>
              <a:rPr lang="en-US" altLang="ja-JP" sz="3200" dirty="0"/>
            </a:br>
            <a:r>
              <a:rPr lang="en-US" altLang="ja-JP" sz="3200" dirty="0"/>
              <a:t>(</a:t>
            </a:r>
            <a:r>
              <a:rPr lang="ja-JP" altLang="en-US" sz="3200" dirty="0"/>
              <a:t>集合は</a:t>
            </a:r>
            <a:r>
              <a:rPr lang="en-US" altLang="ja-JP" sz="3200" dirty="0"/>
              <a:t>30</a:t>
            </a:r>
            <a:r>
              <a:rPr lang="ja-JP" altLang="en-US" sz="3200" dirty="0"/>
              <a:t>分前</a:t>
            </a:r>
            <a:r>
              <a:rPr lang="en-US" altLang="ja-JP" sz="3200" dirty="0"/>
              <a:t>)</a:t>
            </a:r>
            <a:r>
              <a:rPr lang="ja-JP" altLang="en-US" sz="3200" dirty="0"/>
              <a:t>のステージに各団体から数名ずつ</a:t>
            </a:r>
            <a:r>
              <a:rPr lang="en-US" altLang="ja-JP" sz="3200" dirty="0"/>
              <a:t>(3</a:t>
            </a:r>
            <a:r>
              <a:rPr lang="ja-JP" altLang="en-US" sz="3200"/>
              <a:t>名</a:t>
            </a:r>
            <a:br>
              <a:rPr lang="en-US" altLang="ja-JP" sz="3200" dirty="0"/>
            </a:br>
            <a:r>
              <a:rPr lang="ja-JP" altLang="en-US" sz="3200"/>
              <a:t>まで</a:t>
            </a:r>
            <a:r>
              <a:rPr lang="en-US" altLang="ja-JP" sz="3200" dirty="0"/>
              <a:t>)</a:t>
            </a:r>
            <a:r>
              <a:rPr lang="ja-JP" altLang="en-US" sz="3200" dirty="0"/>
              <a:t>参加していただきます。フィナーレ企画に</a:t>
            </a:r>
            <a:r>
              <a:rPr lang="ja-JP" altLang="en-US" sz="3200"/>
              <a:t>参加して</a:t>
            </a:r>
            <a:br>
              <a:rPr lang="en-US" altLang="ja-JP" sz="3200" dirty="0"/>
            </a:br>
            <a:r>
              <a:rPr lang="ja-JP" altLang="en-US" sz="3200"/>
              <a:t>いただける</a:t>
            </a:r>
            <a:r>
              <a:rPr lang="ja-JP" altLang="en-US" sz="3200" dirty="0"/>
              <a:t>ことが受賞の条件となります。</a:t>
            </a:r>
            <a:endParaRPr lang="en-US" altLang="ja-JP" sz="3200" dirty="0"/>
          </a:p>
          <a:p>
            <a:pPr marL="0" indent="0">
              <a:buNone/>
            </a:pPr>
            <a:endParaRPr lang="en-US" altLang="ja-JP" sz="2400" dirty="0"/>
          </a:p>
        </p:txBody>
      </p:sp>
      <p:sp>
        <p:nvSpPr>
          <p:cNvPr id="4" name="テキスト プレースホルダー 3">
            <a:extLst>
              <a:ext uri="{FF2B5EF4-FFF2-40B4-BE49-F238E27FC236}">
                <a16:creationId xmlns:a16="http://schemas.microsoft.com/office/drawing/2014/main" id="{F1B831B5-B76C-48BF-8227-CBA080203806}"/>
              </a:ext>
            </a:extLst>
          </p:cNvPr>
          <p:cNvSpPr>
            <a:spLocks noGrp="1"/>
          </p:cNvSpPr>
          <p:nvPr>
            <p:ph type="body" sz="quarter" idx="13"/>
          </p:nvPr>
        </p:nvSpPr>
        <p:spPr/>
        <p:txBody>
          <a:bodyPr/>
          <a:lstStyle/>
          <a:p>
            <a:r>
              <a:rPr lang="ja-JP" altLang="en-US" dirty="0"/>
              <a:t>グランプリ</a:t>
            </a:r>
            <a:r>
              <a:rPr lang="en-US" altLang="ja-JP" dirty="0"/>
              <a:t>2022</a:t>
            </a:r>
            <a:endParaRPr kumimoji="1" lang="ja-JP" altLang="en-US" dirty="0"/>
          </a:p>
        </p:txBody>
      </p:sp>
      <p:sp>
        <p:nvSpPr>
          <p:cNvPr id="7" name="テキスト ボックス 6">
            <a:extLst>
              <a:ext uri="{FF2B5EF4-FFF2-40B4-BE49-F238E27FC236}">
                <a16:creationId xmlns:a16="http://schemas.microsoft.com/office/drawing/2014/main" id="{D7BBAD28-D22A-6755-CE0B-7280414A7C98}"/>
              </a:ext>
            </a:extLst>
          </p:cNvPr>
          <p:cNvSpPr txBox="1"/>
          <p:nvPr/>
        </p:nvSpPr>
        <p:spPr>
          <a:xfrm>
            <a:off x="2593562" y="6425739"/>
            <a:ext cx="5885411"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5" name="日付プレースホルダー 3">
            <a:extLst>
              <a:ext uri="{FF2B5EF4-FFF2-40B4-BE49-F238E27FC236}">
                <a16:creationId xmlns:a16="http://schemas.microsoft.com/office/drawing/2014/main" id="{DC85BD8C-87C0-BA3B-31F0-A27BAC11AF01}"/>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スライド番号プレースホルダー 8">
            <a:extLst>
              <a:ext uri="{FF2B5EF4-FFF2-40B4-BE49-F238E27FC236}">
                <a16:creationId xmlns:a16="http://schemas.microsoft.com/office/drawing/2014/main" id="{71C0EF4C-021D-53DB-763E-549ED952BFFF}"/>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14</a:t>
            </a:fld>
            <a:endParaRPr lang="ja-JP" altLang="en-US" dirty="0"/>
          </a:p>
        </p:txBody>
      </p:sp>
    </p:spTree>
    <p:extLst>
      <p:ext uri="{BB962C8B-B14F-4D97-AF65-F5344CB8AC3E}">
        <p14:creationId xmlns:p14="http://schemas.microsoft.com/office/powerpoint/2010/main" val="2424565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83AAC3-B25A-D4A3-2BA0-D202C317C397}"/>
              </a:ext>
            </a:extLst>
          </p:cNvPr>
          <p:cNvSpPr>
            <a:spLocks noGrp="1"/>
          </p:cNvSpPr>
          <p:nvPr>
            <p:ph type="title"/>
          </p:nvPr>
        </p:nvSpPr>
        <p:spPr/>
        <p:txBody>
          <a:bodyPr>
            <a:normAutofit fontScale="90000"/>
          </a:bodyPr>
          <a:lstStyle/>
          <a:p>
            <a:r>
              <a:rPr kumimoji="1" lang="ja-JP" altLang="en-US" dirty="0"/>
              <a:t>ガソリン携行缶</a:t>
            </a:r>
          </a:p>
        </p:txBody>
      </p:sp>
      <p:sp>
        <p:nvSpPr>
          <p:cNvPr id="3" name="コンテンツ プレースホルダー 2">
            <a:extLst>
              <a:ext uri="{FF2B5EF4-FFF2-40B4-BE49-F238E27FC236}">
                <a16:creationId xmlns:a16="http://schemas.microsoft.com/office/drawing/2014/main" id="{C58CE3A7-8B73-16BD-D8D3-43D4981353B9}"/>
              </a:ext>
            </a:extLst>
          </p:cNvPr>
          <p:cNvSpPr>
            <a:spLocks noGrp="1"/>
          </p:cNvSpPr>
          <p:nvPr>
            <p:ph idx="1"/>
          </p:nvPr>
        </p:nvSpPr>
        <p:spPr/>
        <p:txBody>
          <a:bodyPr/>
          <a:lstStyle/>
          <a:p>
            <a:pPr marL="0" indent="0">
              <a:buNone/>
            </a:pPr>
            <a:r>
              <a:rPr kumimoji="1" lang="ja-JP" altLang="en-US" dirty="0"/>
              <a:t>ガソリン携行缶に入っている発電機用予備ガソリンは、火災予防のため危険物倉庫で保管いたします。</a:t>
            </a:r>
            <a:endParaRPr kumimoji="1" lang="en-US" altLang="ja-JP" dirty="0"/>
          </a:p>
          <a:p>
            <a:pPr marL="0" indent="0">
              <a:buNone/>
            </a:pPr>
            <a:endParaRPr kumimoji="1" lang="ja-JP" altLang="en-US" dirty="0"/>
          </a:p>
        </p:txBody>
      </p:sp>
      <p:sp>
        <p:nvSpPr>
          <p:cNvPr id="4" name="テキスト プレースホルダー 3">
            <a:extLst>
              <a:ext uri="{FF2B5EF4-FFF2-40B4-BE49-F238E27FC236}">
                <a16:creationId xmlns:a16="http://schemas.microsoft.com/office/drawing/2014/main" id="{61965EFF-CE4A-684D-F18F-C963197A63AC}"/>
              </a:ext>
            </a:extLst>
          </p:cNvPr>
          <p:cNvSpPr>
            <a:spLocks noGrp="1"/>
          </p:cNvSpPr>
          <p:nvPr>
            <p:ph type="body" sz="quarter" idx="13"/>
          </p:nvPr>
        </p:nvSpPr>
        <p:spPr/>
        <p:txBody>
          <a:bodyPr/>
          <a:lstStyle/>
          <a:p>
            <a:endParaRPr kumimoji="1" lang="ja-JP" altLang="en-US" dirty="0"/>
          </a:p>
        </p:txBody>
      </p:sp>
      <p:graphicFrame>
        <p:nvGraphicFramePr>
          <p:cNvPr id="5" name="表 5">
            <a:extLst>
              <a:ext uri="{FF2B5EF4-FFF2-40B4-BE49-F238E27FC236}">
                <a16:creationId xmlns:a16="http://schemas.microsoft.com/office/drawing/2014/main" id="{ADD82E0A-B8EC-FF00-9AFE-83DE74364183}"/>
              </a:ext>
            </a:extLst>
          </p:cNvPr>
          <p:cNvGraphicFramePr>
            <a:graphicFrameLocks noGrp="1"/>
          </p:cNvGraphicFramePr>
          <p:nvPr>
            <p:extLst>
              <p:ext uri="{D42A27DB-BD31-4B8C-83A1-F6EECF244321}">
                <p14:modId xmlns:p14="http://schemas.microsoft.com/office/powerpoint/2010/main" val="1524694377"/>
              </p:ext>
            </p:extLst>
          </p:nvPr>
        </p:nvGraphicFramePr>
        <p:xfrm>
          <a:off x="2028287" y="2464986"/>
          <a:ext cx="8127999" cy="3479077"/>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095041807"/>
                    </a:ext>
                  </a:extLst>
                </a:gridCol>
                <a:gridCol w="2709333">
                  <a:extLst>
                    <a:ext uri="{9D8B030D-6E8A-4147-A177-3AD203B41FA5}">
                      <a16:colId xmlns:a16="http://schemas.microsoft.com/office/drawing/2014/main" val="4242806554"/>
                    </a:ext>
                  </a:extLst>
                </a:gridCol>
                <a:gridCol w="2709333">
                  <a:extLst>
                    <a:ext uri="{9D8B030D-6E8A-4147-A177-3AD203B41FA5}">
                      <a16:colId xmlns:a16="http://schemas.microsoft.com/office/drawing/2014/main" val="2654898486"/>
                    </a:ext>
                  </a:extLst>
                </a:gridCol>
              </a:tblGrid>
              <a:tr h="697727">
                <a:tc>
                  <a:txBody>
                    <a:bodyPr/>
                    <a:lstStyle/>
                    <a:p>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400" b="0" dirty="0">
                          <a:solidFill>
                            <a:schemeClr val="tx1"/>
                          </a:solidFill>
                        </a:rPr>
                        <a:t>受取時間帯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400" b="0" dirty="0">
                          <a:solidFill>
                            <a:schemeClr val="tx1"/>
                          </a:solidFill>
                        </a:rPr>
                        <a:t>回収時間帯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3338044"/>
                  </a:ext>
                </a:extLst>
              </a:tr>
              <a:tr h="697727">
                <a:tc>
                  <a:txBody>
                    <a:bodyPr/>
                    <a:lstStyle/>
                    <a:p>
                      <a:r>
                        <a:rPr kumimoji="1" lang="en-US" altLang="ja-JP" sz="2400" dirty="0"/>
                        <a:t>10</a:t>
                      </a:r>
                      <a:r>
                        <a:rPr kumimoji="1" lang="ja-JP" altLang="en-US" sz="2400" dirty="0"/>
                        <a:t>月</a:t>
                      </a:r>
                      <a:r>
                        <a:rPr kumimoji="1" lang="en-US" altLang="ja-JP" sz="2400" dirty="0"/>
                        <a:t>28</a:t>
                      </a:r>
                      <a:r>
                        <a:rPr kumimoji="1" lang="ja-JP" altLang="en-US" sz="2400" dirty="0"/>
                        <a:t>日</a:t>
                      </a:r>
                      <a:r>
                        <a:rPr kumimoji="1" lang="en-US" altLang="ja-JP" sz="2400" dirty="0"/>
                        <a:t>(</a:t>
                      </a:r>
                      <a:r>
                        <a:rPr kumimoji="1" lang="ja-JP" altLang="en-US" sz="2400" dirty="0"/>
                        <a:t>金</a:t>
                      </a:r>
                      <a:r>
                        <a:rPr kumimoji="1" lang="en-US" altLang="ja-JP" sz="2400" dirty="0"/>
                        <a:t>)</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18:00</a:t>
                      </a:r>
                      <a:r>
                        <a:rPr kumimoji="1" lang="ja-JP" altLang="en-US" sz="2400" dirty="0"/>
                        <a:t>～</a:t>
                      </a:r>
                      <a:r>
                        <a:rPr kumimoji="1" lang="en-US" altLang="ja-JP" sz="2400" dirty="0"/>
                        <a:t>18:30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0440220"/>
                  </a:ext>
                </a:extLst>
              </a:tr>
              <a:tr h="697727">
                <a:tc>
                  <a:txBody>
                    <a:bodyPr/>
                    <a:lstStyle/>
                    <a:p>
                      <a:r>
                        <a:rPr kumimoji="1" lang="en-US" altLang="ja-JP" sz="2400" dirty="0"/>
                        <a:t>10</a:t>
                      </a:r>
                      <a:r>
                        <a:rPr kumimoji="1" lang="ja-JP" altLang="en-US" sz="2400" dirty="0"/>
                        <a:t>月</a:t>
                      </a:r>
                      <a:r>
                        <a:rPr kumimoji="1" lang="en-US" altLang="ja-JP" sz="2400" dirty="0"/>
                        <a:t>29</a:t>
                      </a:r>
                      <a:r>
                        <a:rPr kumimoji="1" lang="ja-JP" altLang="en-US" sz="2400" dirty="0"/>
                        <a:t>日</a:t>
                      </a:r>
                      <a:r>
                        <a:rPr kumimoji="1" lang="en-US" altLang="ja-JP" sz="2400" dirty="0"/>
                        <a:t>(</a:t>
                      </a:r>
                      <a:r>
                        <a:rPr kumimoji="1" lang="ja-JP" altLang="en-US" sz="2400" dirty="0"/>
                        <a:t>土</a:t>
                      </a:r>
                      <a:r>
                        <a:rPr kumimoji="1" lang="en-US" altLang="ja-JP" sz="2400" dirty="0"/>
                        <a:t>)</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9:00</a:t>
                      </a:r>
                      <a:r>
                        <a:rPr kumimoji="1" lang="ja-JP" altLang="en-US" sz="2400" dirty="0"/>
                        <a:t>～</a:t>
                      </a:r>
                      <a:r>
                        <a:rPr kumimoji="1" lang="en-US" altLang="ja-JP" sz="2400" dirty="0"/>
                        <a:t>9:30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18:00</a:t>
                      </a:r>
                      <a:r>
                        <a:rPr kumimoji="1" lang="ja-JP" altLang="en-US" sz="2400" dirty="0"/>
                        <a:t>～</a:t>
                      </a:r>
                      <a:r>
                        <a:rPr kumimoji="1" lang="en-US" altLang="ja-JP" sz="2400" dirty="0"/>
                        <a:t>18:30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7173377"/>
                  </a:ext>
                </a:extLst>
              </a:tr>
              <a:tr h="688169">
                <a:tc>
                  <a:txBody>
                    <a:bodyPr/>
                    <a:lstStyle/>
                    <a:p>
                      <a:r>
                        <a:rPr kumimoji="1" lang="en-US" altLang="ja-JP" sz="2400" dirty="0"/>
                        <a:t>10</a:t>
                      </a:r>
                      <a:r>
                        <a:rPr kumimoji="1" lang="ja-JP" altLang="en-US" sz="2400" dirty="0"/>
                        <a:t>月</a:t>
                      </a:r>
                      <a:r>
                        <a:rPr kumimoji="1" lang="en-US" altLang="ja-JP" sz="2400" dirty="0"/>
                        <a:t>30</a:t>
                      </a:r>
                      <a:r>
                        <a:rPr kumimoji="1" lang="ja-JP" altLang="en-US" sz="2400" dirty="0"/>
                        <a:t>日</a:t>
                      </a:r>
                      <a:r>
                        <a:rPr kumimoji="1" lang="en-US" altLang="ja-JP" sz="2400" dirty="0"/>
                        <a:t>(</a:t>
                      </a:r>
                      <a:r>
                        <a:rPr kumimoji="1" lang="ja-JP" altLang="en-US" sz="2400" dirty="0"/>
                        <a:t>日</a:t>
                      </a:r>
                      <a:r>
                        <a:rPr kumimoji="1" lang="en-US" altLang="ja-JP" sz="2400" dirty="0"/>
                        <a:t>)</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9:00</a:t>
                      </a:r>
                      <a:r>
                        <a:rPr kumimoji="1" lang="ja-JP" altLang="en-US" sz="2400" dirty="0"/>
                        <a:t>～</a:t>
                      </a:r>
                      <a:r>
                        <a:rPr kumimoji="1" lang="en-US" altLang="ja-JP" sz="2400" dirty="0"/>
                        <a:t>9:30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18:00</a:t>
                      </a:r>
                      <a:r>
                        <a:rPr kumimoji="1" lang="ja-JP" altLang="en-US" sz="2400" dirty="0"/>
                        <a:t>～</a:t>
                      </a:r>
                      <a:r>
                        <a:rPr kumimoji="1" lang="en-US" altLang="ja-JP" sz="2400" dirty="0"/>
                        <a:t>18:30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829870"/>
                  </a:ext>
                </a:extLst>
              </a:tr>
              <a:tr h="697727">
                <a:tc>
                  <a:txBody>
                    <a:bodyPr/>
                    <a:lstStyle/>
                    <a:p>
                      <a:r>
                        <a:rPr kumimoji="1" lang="en-US" altLang="ja-JP" sz="2400" dirty="0"/>
                        <a:t>11</a:t>
                      </a:r>
                      <a:r>
                        <a:rPr kumimoji="1" lang="ja-JP" altLang="en-US" sz="2400" dirty="0"/>
                        <a:t>月　</a:t>
                      </a:r>
                      <a:r>
                        <a:rPr kumimoji="1" lang="en-US" altLang="ja-JP" sz="2400" dirty="0"/>
                        <a:t>1</a:t>
                      </a:r>
                      <a:r>
                        <a:rPr kumimoji="1" lang="ja-JP" altLang="en-US" sz="2400" dirty="0"/>
                        <a:t>日</a:t>
                      </a:r>
                      <a:r>
                        <a:rPr kumimoji="1" lang="en-US" altLang="ja-JP" sz="2400" dirty="0"/>
                        <a:t>(</a:t>
                      </a:r>
                      <a:r>
                        <a:rPr kumimoji="1" lang="ja-JP" altLang="en-US" sz="2400" dirty="0"/>
                        <a:t>火</a:t>
                      </a:r>
                      <a:r>
                        <a:rPr kumimoji="1" lang="en-US" altLang="ja-JP" sz="2400" dirty="0"/>
                        <a:t>)</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400" dirty="0"/>
                        <a:t>15:00</a:t>
                      </a:r>
                      <a:r>
                        <a:rPr kumimoji="1" lang="ja-JP" altLang="en-US" sz="2400" dirty="0"/>
                        <a:t>～</a:t>
                      </a:r>
                      <a:r>
                        <a:rPr kumimoji="1" lang="en-US" altLang="ja-JP" sz="2400" dirty="0"/>
                        <a:t>17:30</a:t>
                      </a:r>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kumimoji="1" lang="ja-JP" alt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8227883"/>
                  </a:ext>
                </a:extLst>
              </a:tr>
            </a:tbl>
          </a:graphicData>
        </a:graphic>
      </p:graphicFrame>
      <p:cxnSp>
        <p:nvCxnSpPr>
          <p:cNvPr id="7" name="直線コネクタ 6">
            <a:extLst>
              <a:ext uri="{FF2B5EF4-FFF2-40B4-BE49-F238E27FC236}">
                <a16:creationId xmlns:a16="http://schemas.microsoft.com/office/drawing/2014/main" id="{ABD3726E-AE41-AB16-0C9F-715746ABCA99}"/>
              </a:ext>
            </a:extLst>
          </p:cNvPr>
          <p:cNvCxnSpPr>
            <a:cxnSpLocks/>
          </p:cNvCxnSpPr>
          <p:nvPr/>
        </p:nvCxnSpPr>
        <p:spPr>
          <a:xfrm flipH="1" flipV="1">
            <a:off x="4734382" y="3139264"/>
            <a:ext cx="2701796" cy="730103"/>
          </a:xfrm>
          <a:prstGeom prst="line">
            <a:avLst/>
          </a:prstGeom>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2552B363-F19D-E750-2F07-8CB4247DF3F1}"/>
              </a:ext>
            </a:extLst>
          </p:cNvPr>
          <p:cNvCxnSpPr>
            <a:cxnSpLocks/>
          </p:cNvCxnSpPr>
          <p:nvPr/>
        </p:nvCxnSpPr>
        <p:spPr>
          <a:xfrm>
            <a:off x="7436178" y="5273749"/>
            <a:ext cx="2720108" cy="670314"/>
          </a:xfrm>
          <a:prstGeom prst="line">
            <a:avLst/>
          </a:prstGeom>
        </p:spPr>
        <p:style>
          <a:lnRef idx="1">
            <a:schemeClr val="dk1"/>
          </a:lnRef>
          <a:fillRef idx="0">
            <a:schemeClr val="dk1"/>
          </a:fillRef>
          <a:effectRef idx="0">
            <a:schemeClr val="dk1"/>
          </a:effectRef>
          <a:fontRef idx="minor">
            <a:schemeClr val="tx1"/>
          </a:fontRef>
        </p:style>
      </p:cxnSp>
      <p:sp>
        <p:nvSpPr>
          <p:cNvPr id="9" name="テキスト ボックス 8">
            <a:extLst>
              <a:ext uri="{FF2B5EF4-FFF2-40B4-BE49-F238E27FC236}">
                <a16:creationId xmlns:a16="http://schemas.microsoft.com/office/drawing/2014/main" id="{129BF849-F6E1-8322-F294-F953EEFC7455}"/>
              </a:ext>
            </a:extLst>
          </p:cNvPr>
          <p:cNvSpPr txBox="1"/>
          <p:nvPr/>
        </p:nvSpPr>
        <p:spPr>
          <a:xfrm>
            <a:off x="2593555" y="6419537"/>
            <a:ext cx="5270269"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6" name="日付プレースホルダー 3">
            <a:extLst>
              <a:ext uri="{FF2B5EF4-FFF2-40B4-BE49-F238E27FC236}">
                <a16:creationId xmlns:a16="http://schemas.microsoft.com/office/drawing/2014/main" id="{D6137685-9FE3-A64C-4640-FB91668E572A}"/>
              </a:ext>
            </a:extLst>
          </p:cNvPr>
          <p:cNvSpPr>
            <a:spLocks noGrp="1"/>
          </p:cNvSpPr>
          <p:nvPr>
            <p:ph type="dt" sz="half" idx="10"/>
          </p:nvPr>
        </p:nvSpPr>
        <p:spPr>
          <a:xfrm>
            <a:off x="9472276" y="6356350"/>
            <a:ext cx="1677690" cy="501650"/>
          </a:xfrm>
        </p:spPr>
        <p:txBody>
          <a:bodyPr/>
          <a:lstStyle/>
          <a:p>
            <a:endParaRPr lang="en-US" altLang="ja-JP" dirty="0"/>
          </a:p>
        </p:txBody>
      </p:sp>
      <p:sp>
        <p:nvSpPr>
          <p:cNvPr id="8" name="スライド番号プレースホルダー 8">
            <a:extLst>
              <a:ext uri="{FF2B5EF4-FFF2-40B4-BE49-F238E27FC236}">
                <a16:creationId xmlns:a16="http://schemas.microsoft.com/office/drawing/2014/main" id="{5BE171EF-AA83-F9ED-BB91-9FE14ECBAD80}"/>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15</a:t>
            </a:fld>
            <a:endParaRPr lang="ja-JP" altLang="en-US" dirty="0"/>
          </a:p>
        </p:txBody>
      </p:sp>
    </p:spTree>
    <p:extLst>
      <p:ext uri="{BB962C8B-B14F-4D97-AF65-F5344CB8AC3E}">
        <p14:creationId xmlns:p14="http://schemas.microsoft.com/office/powerpoint/2010/main" val="2234396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EDCE6-96A7-3399-3308-75C18F1F70C4}"/>
              </a:ext>
            </a:extLst>
          </p:cNvPr>
          <p:cNvSpPr>
            <a:spLocks noGrp="1"/>
          </p:cNvSpPr>
          <p:nvPr>
            <p:ph type="title"/>
          </p:nvPr>
        </p:nvSpPr>
        <p:spPr/>
        <p:txBody>
          <a:bodyPr>
            <a:normAutofit fontScale="90000"/>
          </a:bodyPr>
          <a:lstStyle/>
          <a:p>
            <a:r>
              <a:rPr kumimoji="1" lang="ja-JP" altLang="en-US" dirty="0"/>
              <a:t>ガソリン携行缶</a:t>
            </a:r>
          </a:p>
        </p:txBody>
      </p:sp>
      <p:sp>
        <p:nvSpPr>
          <p:cNvPr id="3" name="コンテンツ プレースホルダー 2">
            <a:extLst>
              <a:ext uri="{FF2B5EF4-FFF2-40B4-BE49-F238E27FC236}">
                <a16:creationId xmlns:a16="http://schemas.microsoft.com/office/drawing/2014/main" id="{151E424D-EE76-77D1-6D3B-BAC8E81DBAE4}"/>
              </a:ext>
            </a:extLst>
          </p:cNvPr>
          <p:cNvSpPr>
            <a:spLocks noGrp="1"/>
          </p:cNvSpPr>
          <p:nvPr>
            <p:ph idx="1"/>
          </p:nvPr>
        </p:nvSpPr>
        <p:spPr>
          <a:xfrm>
            <a:off x="887819" y="1330157"/>
            <a:ext cx="10515600" cy="4828921"/>
          </a:xfrm>
        </p:spPr>
        <p:txBody>
          <a:bodyPr/>
          <a:lstStyle/>
          <a:p>
            <a:pPr marL="0" indent="0">
              <a:buNone/>
            </a:pPr>
            <a:r>
              <a:rPr kumimoji="1" lang="en-US" altLang="ja-JP" dirty="0"/>
              <a:t>【</a:t>
            </a:r>
            <a:r>
              <a:rPr kumimoji="1" lang="ja-JP" altLang="en-US"/>
              <a:t>場所</a:t>
            </a:r>
            <a:r>
              <a:rPr kumimoji="1" lang="en-US" altLang="ja-JP" dirty="0"/>
              <a:t>】</a:t>
            </a:r>
          </a:p>
          <a:p>
            <a:pPr marL="0" indent="0">
              <a:buNone/>
            </a:pPr>
            <a:r>
              <a:rPr lang="en-US" altLang="ja-JP" dirty="0"/>
              <a:t>	</a:t>
            </a:r>
            <a:r>
              <a:rPr kumimoji="1" lang="ja-JP" altLang="en-US"/>
              <a:t>危険物</a:t>
            </a:r>
            <a:r>
              <a:rPr kumimoji="1" lang="ja-JP" altLang="en-US" dirty="0"/>
              <a:t>屋内貯蔵所</a:t>
            </a:r>
            <a:r>
              <a:rPr kumimoji="1" lang="en-US" altLang="ja-JP" dirty="0"/>
              <a:t>3(11</a:t>
            </a:r>
            <a:r>
              <a:rPr kumimoji="1" lang="ja-JP" altLang="en-US" dirty="0"/>
              <a:t>月</a:t>
            </a:r>
            <a:r>
              <a:rPr kumimoji="1" lang="en-US" altLang="ja-JP" dirty="0"/>
              <a:t>1</a:t>
            </a:r>
            <a:r>
              <a:rPr kumimoji="1" lang="ja-JP" altLang="en-US" dirty="0"/>
              <a:t>日</a:t>
            </a:r>
            <a:r>
              <a:rPr kumimoji="1" lang="en-US" altLang="ja-JP" dirty="0"/>
              <a:t>(</a:t>
            </a:r>
            <a:r>
              <a:rPr kumimoji="1" lang="ja-JP" altLang="en-US" dirty="0"/>
              <a:t>火</a:t>
            </a:r>
            <a:r>
              <a:rPr kumimoji="1" lang="en-US" altLang="ja-JP" dirty="0"/>
              <a:t>)</a:t>
            </a:r>
            <a:r>
              <a:rPr kumimoji="1" lang="ja-JP" altLang="en-US" dirty="0"/>
              <a:t>受取は学生支援課窓口</a:t>
            </a:r>
            <a:r>
              <a:rPr kumimoji="1" lang="en-US" altLang="ja-JP" dirty="0"/>
              <a:t>)</a:t>
            </a:r>
          </a:p>
          <a:p>
            <a:pPr marL="0" indent="0">
              <a:buNone/>
            </a:pPr>
            <a:r>
              <a:rPr lang="en-US" altLang="ja-JP" dirty="0"/>
              <a:t>【</a:t>
            </a:r>
            <a:r>
              <a:rPr lang="ja-JP" altLang="en-US"/>
              <a:t>持ち物</a:t>
            </a:r>
            <a:r>
              <a:rPr lang="en-US" altLang="ja-JP" dirty="0"/>
              <a:t>】</a:t>
            </a:r>
          </a:p>
          <a:p>
            <a:pPr marL="0" indent="0">
              <a:buNone/>
            </a:pPr>
            <a:r>
              <a:rPr lang="en-US" altLang="ja-JP" dirty="0"/>
              <a:t>	</a:t>
            </a:r>
            <a:r>
              <a:rPr lang="ja-JP" altLang="en-US"/>
              <a:t>参加</a:t>
            </a:r>
            <a:r>
              <a:rPr lang="ja-JP" altLang="en-US" dirty="0"/>
              <a:t>団体認定証・ガソリン携行缶</a:t>
            </a:r>
            <a:r>
              <a:rPr lang="en-US" altLang="ja-JP" dirty="0"/>
              <a:t>(</a:t>
            </a:r>
            <a:r>
              <a:rPr lang="ja-JP" altLang="en-US" dirty="0"/>
              <a:t>中身が空の場合も</a:t>
            </a:r>
            <a:r>
              <a:rPr lang="en-US" altLang="ja-JP" dirty="0"/>
              <a:t>)</a:t>
            </a:r>
            <a:endParaRPr kumimoji="1" lang="en-US" altLang="ja-JP" dirty="0"/>
          </a:p>
          <a:p>
            <a:pPr marL="0" indent="0">
              <a:buNone/>
            </a:pPr>
            <a:r>
              <a:rPr kumimoji="1" lang="en-US" altLang="ja-JP" dirty="0"/>
              <a:t>【</a:t>
            </a:r>
            <a:r>
              <a:rPr kumimoji="1" lang="ja-JP" altLang="en-US" dirty="0"/>
              <a:t>本件お問合せ先</a:t>
            </a:r>
            <a:r>
              <a:rPr kumimoji="1" lang="en-US" altLang="ja-JP" dirty="0"/>
              <a:t>】</a:t>
            </a:r>
          </a:p>
          <a:p>
            <a:pPr marL="0" indent="0">
              <a:buNone/>
            </a:pPr>
            <a:r>
              <a:rPr lang="ja-JP" altLang="en-US" dirty="0"/>
              <a:t>　</a:t>
            </a:r>
            <a:r>
              <a:rPr lang="ja-JP" altLang="en-US"/>
              <a:t>保管</a:t>
            </a:r>
            <a:r>
              <a:rPr lang="ja-JP" altLang="en-US" dirty="0"/>
              <a:t>場所・日時等：学務部学生支援課生活支援グループ</a:t>
            </a:r>
            <a:endParaRPr lang="en-US" altLang="ja-JP" dirty="0"/>
          </a:p>
          <a:p>
            <a:pPr marL="0" indent="0">
              <a:buNone/>
            </a:pPr>
            <a:r>
              <a:rPr kumimoji="1" lang="ja-JP" altLang="en-US"/>
              <a:t>　　　　</a:t>
            </a:r>
            <a:r>
              <a:rPr kumimoji="1" lang="en-US" altLang="ja-JP" dirty="0"/>
              <a:t>		03-5734-3015</a:t>
            </a:r>
          </a:p>
          <a:p>
            <a:pPr marL="0" indent="0">
              <a:buNone/>
            </a:pPr>
            <a:r>
              <a:rPr lang="ja-JP" altLang="en-US"/>
              <a:t>　危険物</a:t>
            </a:r>
            <a:r>
              <a:rPr lang="ja-JP" altLang="en-US" dirty="0"/>
              <a:t>取り扱い等</a:t>
            </a:r>
            <a:r>
              <a:rPr lang="en-US" altLang="ja-JP" dirty="0"/>
              <a:t>:</a:t>
            </a:r>
            <a:r>
              <a:rPr lang="ja-JP" altLang="en-US" dirty="0"/>
              <a:t>キャンパスマネジメント本部総合安全管理部門</a:t>
            </a:r>
            <a:endParaRPr lang="en-US" altLang="ja-JP" dirty="0"/>
          </a:p>
          <a:p>
            <a:pPr marL="0" indent="0">
              <a:buNone/>
            </a:pPr>
            <a:r>
              <a:rPr kumimoji="1" lang="ja-JP" altLang="en-US"/>
              <a:t>　　　　　　　　</a:t>
            </a:r>
            <a:r>
              <a:rPr kumimoji="1" lang="en-US" altLang="ja-JP" dirty="0"/>
              <a:t>	03-5734-3440</a:t>
            </a:r>
          </a:p>
          <a:p>
            <a:pPr marL="0" indent="0">
              <a:buNone/>
            </a:pPr>
            <a:endParaRPr kumimoji="1" lang="ja-JP" altLang="en-US" dirty="0"/>
          </a:p>
        </p:txBody>
      </p:sp>
      <p:sp>
        <p:nvSpPr>
          <p:cNvPr id="4" name="テキスト プレースホルダー 3">
            <a:extLst>
              <a:ext uri="{FF2B5EF4-FFF2-40B4-BE49-F238E27FC236}">
                <a16:creationId xmlns:a16="http://schemas.microsoft.com/office/drawing/2014/main" id="{F1B831B5-B76C-48BF-8227-CBA080203806}"/>
              </a:ext>
            </a:extLst>
          </p:cNvPr>
          <p:cNvSpPr>
            <a:spLocks noGrp="1"/>
          </p:cNvSpPr>
          <p:nvPr>
            <p:ph type="body" sz="quarter" idx="13"/>
          </p:nvPr>
        </p:nvSpPr>
        <p:spPr/>
        <p:txBody>
          <a:bodyPr/>
          <a:lstStyle/>
          <a:p>
            <a:endParaRPr kumimoji="1" lang="ja-JP" altLang="en-US" dirty="0"/>
          </a:p>
        </p:txBody>
      </p:sp>
      <p:sp>
        <p:nvSpPr>
          <p:cNvPr id="7" name="テキスト ボックス 6">
            <a:extLst>
              <a:ext uri="{FF2B5EF4-FFF2-40B4-BE49-F238E27FC236}">
                <a16:creationId xmlns:a16="http://schemas.microsoft.com/office/drawing/2014/main" id="{D7BBAD28-D22A-6755-CE0B-7280414A7C98}"/>
              </a:ext>
            </a:extLst>
          </p:cNvPr>
          <p:cNvSpPr txBox="1"/>
          <p:nvPr/>
        </p:nvSpPr>
        <p:spPr>
          <a:xfrm>
            <a:off x="2593562" y="6425739"/>
            <a:ext cx="5885411" cy="369332"/>
          </a:xfrm>
          <a:prstGeom prst="rect">
            <a:avLst/>
          </a:prstGeom>
          <a:noFill/>
        </p:spPr>
        <p:txBody>
          <a:bodyPr wrap="square" rtlCol="0">
            <a:spAutoFit/>
          </a:bodyPr>
          <a:lstStyle/>
          <a:p>
            <a:r>
              <a:rPr lang="zh-CN" altLang="en-US" dirty="0">
                <a:solidFill>
                  <a:schemeClr val="bg1"/>
                </a:solidFill>
              </a:rPr>
              <a:t>工大祭</a:t>
            </a:r>
            <a:r>
              <a:rPr lang="en-US" altLang="zh-CN" dirty="0">
                <a:solidFill>
                  <a:schemeClr val="bg1"/>
                </a:solidFill>
              </a:rPr>
              <a:t>2022</a:t>
            </a:r>
            <a:r>
              <a:rPr lang="zh-CN" altLang="en-US" dirty="0">
                <a:solidFill>
                  <a:schemeClr val="bg1"/>
                </a:solidFill>
              </a:rPr>
              <a:t>　</a:t>
            </a:r>
            <a:r>
              <a:rPr lang="ja-JP" altLang="en-US" dirty="0">
                <a:solidFill>
                  <a:schemeClr val="bg1"/>
                </a:solidFill>
              </a:rPr>
              <a:t>第二回</a:t>
            </a:r>
            <a:r>
              <a:rPr lang="zh-CN" altLang="en-US" dirty="0">
                <a:solidFill>
                  <a:schemeClr val="bg1"/>
                </a:solidFill>
              </a:rPr>
              <a:t>参加</a:t>
            </a:r>
            <a:r>
              <a:rPr lang="ja-JP" altLang="en-US" dirty="0">
                <a:solidFill>
                  <a:schemeClr val="bg1"/>
                </a:solidFill>
              </a:rPr>
              <a:t>団体総会</a:t>
            </a:r>
          </a:p>
        </p:txBody>
      </p:sp>
      <p:sp>
        <p:nvSpPr>
          <p:cNvPr id="5" name="日付プレースホルダー 3">
            <a:extLst>
              <a:ext uri="{FF2B5EF4-FFF2-40B4-BE49-F238E27FC236}">
                <a16:creationId xmlns:a16="http://schemas.microsoft.com/office/drawing/2014/main" id="{00F76872-767B-3909-6219-2ADD0E8F12AA}"/>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スライド番号プレースホルダー 8">
            <a:extLst>
              <a:ext uri="{FF2B5EF4-FFF2-40B4-BE49-F238E27FC236}">
                <a16:creationId xmlns:a16="http://schemas.microsoft.com/office/drawing/2014/main" id="{5F7B9DFC-8710-F2E0-3817-DA237E91E3AF}"/>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16</a:t>
            </a:fld>
            <a:endParaRPr lang="ja-JP" altLang="en-US" dirty="0"/>
          </a:p>
        </p:txBody>
      </p:sp>
    </p:spTree>
    <p:extLst>
      <p:ext uri="{BB962C8B-B14F-4D97-AF65-F5344CB8AC3E}">
        <p14:creationId xmlns:p14="http://schemas.microsoft.com/office/powerpoint/2010/main" val="275284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ガソリン携行缶</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17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fontScale="92500" lnSpcReduction="10000"/>
          </a:bodyPr>
          <a:lstStyle/>
          <a:p>
            <a:r>
              <a:rPr lang="ja-JP" altLang="en-US" dirty="0"/>
              <a:t>携行缶に企画番号・団体名を書いた養生テープ等を貼ってください。</a:t>
            </a:r>
            <a:endParaRPr lang="en-US" altLang="ja-JP" dirty="0"/>
          </a:p>
          <a:p>
            <a:r>
              <a:rPr lang="ja-JP" altLang="en-US" dirty="0"/>
              <a:t>発電機にガソリンは付属しておりませんので、各団体で近隣</a:t>
            </a:r>
            <a:r>
              <a:rPr lang="ja-JP" altLang="en-US"/>
              <a:t>のガソリン</a:t>
            </a:r>
            <a:br>
              <a:rPr lang="en-US" altLang="ja-JP" dirty="0"/>
            </a:br>
            <a:r>
              <a:rPr lang="ja-JP" altLang="en-US"/>
              <a:t>スタンド</a:t>
            </a:r>
            <a:r>
              <a:rPr lang="ja-JP" altLang="en-US" dirty="0"/>
              <a:t>などからご購入ください。</a:t>
            </a:r>
            <a:endParaRPr lang="en-US" altLang="ja-JP" dirty="0"/>
          </a:p>
          <a:p>
            <a:r>
              <a:rPr lang="ja-JP" altLang="en-US" dirty="0"/>
              <a:t>発電機のエンジンを停止して空気を抜いてからガソリンを入れてください。</a:t>
            </a:r>
            <a:endParaRPr lang="en-US" altLang="ja-JP" dirty="0"/>
          </a:p>
          <a:p>
            <a:r>
              <a:rPr lang="ja-JP" altLang="en-US" dirty="0"/>
              <a:t>ガソリン携行缶は高温になるところに置かず、日陰で風通しの良いところに置いてください。</a:t>
            </a:r>
            <a:endParaRPr lang="en-US" altLang="ja-JP" dirty="0"/>
          </a:p>
          <a:p>
            <a:r>
              <a:rPr lang="ja-JP" altLang="en-US" dirty="0"/>
              <a:t>ガソリンと食用油は混ぜないでください。</a:t>
            </a:r>
            <a:endParaRPr lang="en-US" altLang="ja-JP" dirty="0"/>
          </a:p>
          <a:p>
            <a:r>
              <a:rPr lang="ja-JP" altLang="en-US" dirty="0"/>
              <a:t>余ったガソリンは量に関わらず</a:t>
            </a:r>
            <a:r>
              <a:rPr lang="en-US" altLang="ja-JP" dirty="0"/>
              <a:t>10</a:t>
            </a:r>
            <a:r>
              <a:rPr lang="ja-JP" altLang="en-US" dirty="0"/>
              <a:t>月</a:t>
            </a:r>
            <a:r>
              <a:rPr lang="en-US" altLang="ja-JP" dirty="0"/>
              <a:t>30</a:t>
            </a:r>
            <a:r>
              <a:rPr lang="ja-JP" altLang="en-US" dirty="0"/>
              <a:t>日</a:t>
            </a:r>
            <a:r>
              <a:rPr lang="en-US" altLang="ja-JP" dirty="0"/>
              <a:t>(</a:t>
            </a:r>
            <a:r>
              <a:rPr lang="ja-JP" altLang="en-US" dirty="0"/>
              <a:t>日</a:t>
            </a:r>
            <a:r>
              <a:rPr lang="en-US" altLang="ja-JP" dirty="0"/>
              <a:t>)</a:t>
            </a:r>
            <a:r>
              <a:rPr lang="ja-JP" altLang="en-US" dirty="0"/>
              <a:t>に回収後大学</a:t>
            </a:r>
            <a:r>
              <a:rPr lang="ja-JP" altLang="en-US"/>
              <a:t>で処分</a:t>
            </a:r>
            <a:br>
              <a:rPr lang="en-US" altLang="ja-JP" dirty="0"/>
            </a:br>
            <a:r>
              <a:rPr lang="ja-JP" altLang="en-US"/>
              <a:t>いたします</a:t>
            </a:r>
            <a:r>
              <a:rPr lang="ja-JP" altLang="en-US" dirty="0"/>
              <a:t>。</a:t>
            </a:r>
            <a:endParaRPr lang="en-US" altLang="ja-JP" dirty="0"/>
          </a:p>
          <a:p>
            <a:r>
              <a:rPr lang="ja-JP" altLang="en-US" dirty="0"/>
              <a:t>回収したガソリン携行缶は</a:t>
            </a:r>
            <a:r>
              <a:rPr lang="en-US" altLang="ja-JP" dirty="0"/>
              <a:t>11</a:t>
            </a:r>
            <a:r>
              <a:rPr lang="ja-JP" altLang="en-US" dirty="0"/>
              <a:t>月</a:t>
            </a:r>
            <a:r>
              <a:rPr lang="en-US" altLang="ja-JP" dirty="0"/>
              <a:t>1</a:t>
            </a:r>
            <a:r>
              <a:rPr lang="ja-JP" altLang="en-US" dirty="0"/>
              <a:t>日</a:t>
            </a:r>
            <a:r>
              <a:rPr lang="en-US" altLang="ja-JP" dirty="0"/>
              <a:t>(</a:t>
            </a:r>
            <a:r>
              <a:rPr lang="ja-JP" altLang="en-US" dirty="0"/>
              <a:t>火</a:t>
            </a:r>
            <a:r>
              <a:rPr lang="en-US" altLang="ja-JP" dirty="0"/>
              <a:t>)15:30</a:t>
            </a:r>
            <a:r>
              <a:rPr lang="ja-JP" altLang="en-US" dirty="0"/>
              <a:t>～</a:t>
            </a:r>
            <a:r>
              <a:rPr lang="en-US" altLang="ja-JP" dirty="0"/>
              <a:t>17:30</a:t>
            </a:r>
            <a:r>
              <a:rPr lang="ja-JP" altLang="en-US" dirty="0"/>
              <a:t>に返却いたします。</a:t>
            </a:r>
            <a:endParaRPr lang="en-US" altLang="ja-JP" dirty="0"/>
          </a:p>
          <a:p>
            <a:pPr marL="0" indent="0">
              <a:buNone/>
            </a:pPr>
            <a:r>
              <a:rPr lang="ja-JP" altLang="en-US"/>
              <a:t>なお、山王レンタル</a:t>
            </a:r>
            <a:r>
              <a:rPr lang="ja-JP" altLang="en-US" dirty="0"/>
              <a:t>のガソリン携行缶は工大祭実行委員会が処理するため返却は行いません。</a:t>
            </a:r>
            <a:endParaRPr lang="en-US" altLang="ja-JP" dirty="0"/>
          </a:p>
        </p:txBody>
      </p:sp>
    </p:spTree>
    <p:extLst>
      <p:ext uri="{BB962C8B-B14F-4D97-AF65-F5344CB8AC3E}">
        <p14:creationId xmlns:p14="http://schemas.microsoft.com/office/powerpoint/2010/main" val="997962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18</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2.</a:t>
            </a:r>
            <a:r>
              <a:rPr lang="ja-JP" altLang="en-US" sz="4400"/>
              <a:t>入構規制について</a:t>
            </a:r>
            <a:endParaRPr lang="ja-JP" altLang="en-US" sz="4400" dirty="0"/>
          </a:p>
        </p:txBody>
      </p:sp>
    </p:spTree>
    <p:extLst>
      <p:ext uri="{BB962C8B-B14F-4D97-AF65-F5344CB8AC3E}">
        <p14:creationId xmlns:p14="http://schemas.microsoft.com/office/powerpoint/2010/main" val="3000819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工大祭</a:t>
            </a:r>
            <a:r>
              <a:rPr lang="ja-JP" altLang="en-US"/>
              <a:t>期間中の入構規制について</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19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a:t>入構規制について</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chor="ctr">
            <a:normAutofit/>
          </a:bodyPr>
          <a:lstStyle/>
          <a:p>
            <a:pPr marL="0" indent="0" algn="ctr">
              <a:buNone/>
            </a:pPr>
            <a:r>
              <a:rPr lang="ja-JP" altLang="en-US" sz="3600"/>
              <a:t>工大祭</a:t>
            </a:r>
            <a:r>
              <a:rPr lang="en-US" altLang="ja-JP" sz="3600" dirty="0"/>
              <a:t>2022</a:t>
            </a:r>
            <a:r>
              <a:rPr lang="ja-JP" altLang="en-US" sz="3600"/>
              <a:t>当日の</a:t>
            </a:r>
            <a:r>
              <a:rPr lang="en-US" altLang="ja-JP" sz="3600" dirty="0"/>
              <a:t>10/29(</a:t>
            </a:r>
            <a:r>
              <a:rPr lang="ja-JP" altLang="en-US" sz="3600"/>
              <a:t>土</a:t>
            </a:r>
            <a:r>
              <a:rPr lang="en-US" altLang="ja-JP" sz="3600" dirty="0"/>
              <a:t>)</a:t>
            </a:r>
            <a:r>
              <a:rPr lang="ja-JP" altLang="en-US" sz="3600"/>
              <a:t>・</a:t>
            </a:r>
            <a:r>
              <a:rPr lang="en-US" altLang="ja-JP" sz="3600" dirty="0"/>
              <a:t>10/30(</a:t>
            </a:r>
            <a:r>
              <a:rPr lang="ja-JP" altLang="en-US" sz="3600"/>
              <a:t>日</a:t>
            </a:r>
            <a:r>
              <a:rPr lang="en-US" altLang="ja-JP" sz="3600" dirty="0"/>
              <a:t>)</a:t>
            </a:r>
            <a:r>
              <a:rPr lang="ja-JP" altLang="en-US" sz="3600"/>
              <a:t>には、</a:t>
            </a:r>
            <a:endParaRPr lang="en-US" altLang="ja-JP" sz="3600" dirty="0"/>
          </a:p>
          <a:p>
            <a:pPr marL="0" indent="0" algn="ctr">
              <a:buNone/>
            </a:pPr>
            <a:r>
              <a:rPr lang="ja-JP" altLang="en-US" sz="3600"/>
              <a:t>委員による大岡山キャンパスの入構規制を行います。</a:t>
            </a:r>
            <a:endParaRPr lang="en-US" altLang="ja-JP" sz="3600" dirty="0">
              <a:latin typeface="+mn-ea"/>
            </a:endParaRPr>
          </a:p>
          <a:p>
            <a:pPr marL="0" indent="0">
              <a:buNone/>
            </a:pPr>
            <a:endParaRPr lang="ja-JP" altLang="ja-JP" sz="3600" dirty="0">
              <a:latin typeface="+mn-ea"/>
            </a:endParaRPr>
          </a:p>
          <a:p>
            <a:pPr marL="0" indent="0">
              <a:buNone/>
            </a:pPr>
            <a:endParaRPr lang="en-US" altLang="ja-JP" sz="3600" dirty="0"/>
          </a:p>
          <a:p>
            <a:pPr marL="0" indent="0">
              <a:buNone/>
            </a:pPr>
            <a:endParaRPr kumimoji="1" lang="en-US" altLang="ja-JP" sz="3600" dirty="0"/>
          </a:p>
          <a:p>
            <a:pPr marL="0" indent="0">
              <a:buNone/>
            </a:pPr>
            <a:endParaRPr lang="en-US" altLang="ja-JP" sz="3200" dirty="0"/>
          </a:p>
        </p:txBody>
      </p:sp>
    </p:spTree>
    <p:extLst>
      <p:ext uri="{BB962C8B-B14F-4D97-AF65-F5344CB8AC3E}">
        <p14:creationId xmlns:p14="http://schemas.microsoft.com/office/powerpoint/2010/main" val="963881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来場者の工大祭全体への入場予約について</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a:t>入構規制について</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lang="en-US" altLang="ja-JP" sz="1050" dirty="0">
              <a:latin typeface="+mn-ea"/>
            </a:endParaRPr>
          </a:p>
          <a:p>
            <a:pPr marL="0" indent="0">
              <a:buNone/>
            </a:pPr>
            <a:endParaRPr lang="ja-JP" altLang="ja-JP" sz="1050" dirty="0">
              <a:latin typeface="+mn-ea"/>
            </a:endParaRPr>
          </a:p>
          <a:p>
            <a:pPr marL="0" indent="0">
              <a:buNone/>
            </a:pPr>
            <a:r>
              <a:rPr lang="ja-JP" altLang="en-US" sz="3200"/>
              <a:t>・</a:t>
            </a:r>
            <a:r>
              <a:rPr lang="en-US" altLang="ja-JP" sz="3200" dirty="0"/>
              <a:t> 10</a:t>
            </a:r>
            <a:r>
              <a:rPr lang="ja-JP" altLang="en-US" sz="3200"/>
              <a:t>月</a:t>
            </a:r>
            <a:r>
              <a:rPr lang="en-US" altLang="ja-JP" sz="3200" dirty="0"/>
              <a:t>15</a:t>
            </a:r>
            <a:r>
              <a:rPr lang="ja-JP" altLang="en-US" sz="3200"/>
              <a:t>日</a:t>
            </a:r>
            <a:r>
              <a:rPr lang="en-US" altLang="ja-JP" sz="3200" dirty="0"/>
              <a:t>(</a:t>
            </a:r>
            <a:r>
              <a:rPr lang="ja-JP" altLang="en-US" sz="3200"/>
              <a:t>土</a:t>
            </a:r>
            <a:r>
              <a:rPr lang="en-US" altLang="ja-JP" sz="3200" dirty="0"/>
              <a:t>)10:00  </a:t>
            </a:r>
            <a:r>
              <a:rPr lang="ja-JP" altLang="en-US" sz="3200"/>
              <a:t>予約開始</a:t>
            </a:r>
            <a:endParaRPr lang="en-US" altLang="ja-JP" sz="3200" dirty="0"/>
          </a:p>
          <a:p>
            <a:pPr marL="0" indent="0">
              <a:buNone/>
            </a:pPr>
            <a:r>
              <a:rPr lang="ja-JP" altLang="en-US" sz="3200"/>
              <a:t>　</a:t>
            </a:r>
            <a:r>
              <a:rPr lang="en-US" altLang="ja-JP" sz="3200" dirty="0"/>
              <a:t> </a:t>
            </a:r>
            <a:r>
              <a:rPr lang="ja-JP" altLang="en-US" sz="3200"/>
              <a:t>工大祭公式サイトにて予約ページを開設します。</a:t>
            </a:r>
            <a:endParaRPr lang="en-US" altLang="ja-JP" sz="3200" dirty="0"/>
          </a:p>
          <a:p>
            <a:pPr marL="0" indent="0">
              <a:buNone/>
            </a:pPr>
            <a:endParaRPr lang="en-US" altLang="ja-JP" sz="3200" dirty="0"/>
          </a:p>
          <a:p>
            <a:pPr marL="0" indent="0">
              <a:buNone/>
            </a:pPr>
            <a:r>
              <a:rPr lang="ja-JP" altLang="en-US" sz="3200"/>
              <a:t>・</a:t>
            </a:r>
            <a:r>
              <a:rPr lang="en-US" altLang="ja-JP" sz="3200" dirty="0"/>
              <a:t> </a:t>
            </a:r>
            <a:r>
              <a:rPr lang="ja-JP" altLang="en-US" sz="3200"/>
              <a:t>東工大生であっても、企画観覧を希望する場合は</a:t>
            </a:r>
            <a:br>
              <a:rPr lang="en-US" altLang="ja-JP" sz="3200" dirty="0"/>
            </a:br>
            <a:r>
              <a:rPr lang="ja-JP" altLang="en-US" sz="3200"/>
              <a:t>　</a:t>
            </a:r>
            <a:r>
              <a:rPr lang="en-US" altLang="ja-JP" sz="3200" dirty="0"/>
              <a:t> </a:t>
            </a:r>
            <a:r>
              <a:rPr lang="ja-JP" altLang="en-US" sz="3200"/>
              <a:t>工大祭の入場予約が必要です。</a:t>
            </a:r>
            <a:endParaRPr lang="en-US" altLang="ja-JP" sz="3200" dirty="0"/>
          </a:p>
          <a:p>
            <a:pPr marL="0" indent="0">
              <a:buNone/>
            </a:pPr>
            <a:endParaRPr kumimoji="1" lang="en-US" altLang="ja-JP" sz="3200" dirty="0"/>
          </a:p>
          <a:p>
            <a:pPr marL="0" indent="0">
              <a:buNone/>
            </a:pPr>
            <a:endParaRPr lang="en-US" altLang="ja-JP" sz="3200" dirty="0"/>
          </a:p>
        </p:txBody>
      </p:sp>
    </p:spTree>
    <p:extLst>
      <p:ext uri="{BB962C8B-B14F-4D97-AF65-F5344CB8AC3E}">
        <p14:creationId xmlns:p14="http://schemas.microsoft.com/office/powerpoint/2010/main" val="1314795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来場者の予定予約枠一覧</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a:t>入構規制について</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lang="en-US" altLang="ja-JP" sz="3200" dirty="0"/>
          </a:p>
          <a:p>
            <a:pPr marL="0" indent="0">
              <a:buNone/>
            </a:pPr>
            <a:endParaRPr kumimoji="1" lang="en-US" altLang="ja-JP" sz="3200" dirty="0"/>
          </a:p>
          <a:p>
            <a:pPr marL="0" indent="0">
              <a:buNone/>
            </a:pPr>
            <a:endParaRPr lang="en-US" altLang="ja-JP" sz="3200" dirty="0"/>
          </a:p>
        </p:txBody>
      </p:sp>
      <p:graphicFrame>
        <p:nvGraphicFramePr>
          <p:cNvPr id="5" name="表 5">
            <a:extLst>
              <a:ext uri="{FF2B5EF4-FFF2-40B4-BE49-F238E27FC236}">
                <a16:creationId xmlns:a16="http://schemas.microsoft.com/office/drawing/2014/main" id="{C2677C65-607A-B616-FC4E-D06F985FD26C}"/>
              </a:ext>
            </a:extLst>
          </p:cNvPr>
          <p:cNvGraphicFramePr>
            <a:graphicFrameLocks noGrp="1"/>
          </p:cNvGraphicFramePr>
          <p:nvPr/>
        </p:nvGraphicFramePr>
        <p:xfrm>
          <a:off x="911465" y="1936777"/>
          <a:ext cx="1600374" cy="3708400"/>
        </p:xfrm>
        <a:graphic>
          <a:graphicData uri="http://schemas.openxmlformats.org/drawingml/2006/table">
            <a:tbl>
              <a:tblPr firstRow="1" bandRow="1">
                <a:tableStyleId>{5940675A-B579-460E-94D1-54222C63F5DA}</a:tableStyleId>
              </a:tblPr>
              <a:tblGrid>
                <a:gridCol w="1600374">
                  <a:extLst>
                    <a:ext uri="{9D8B030D-6E8A-4147-A177-3AD203B41FA5}">
                      <a16:colId xmlns:a16="http://schemas.microsoft.com/office/drawing/2014/main" val="4102647075"/>
                    </a:ext>
                  </a:extLst>
                </a:gridCol>
              </a:tblGrid>
              <a:tr h="370840">
                <a:tc>
                  <a:txBody>
                    <a:bodyPr/>
                    <a:lstStyle/>
                    <a:p>
                      <a:r>
                        <a:rPr kumimoji="1" lang="en-US" altLang="ja-JP" dirty="0"/>
                        <a:t>9:45-10:15</a:t>
                      </a:r>
                      <a:endParaRPr kumimoji="1" lang="ja-JP" altLang="en-US"/>
                    </a:p>
                  </a:txBody>
                  <a:tcPr/>
                </a:tc>
                <a:extLst>
                  <a:ext uri="{0D108BD9-81ED-4DB2-BD59-A6C34878D82A}">
                    <a16:rowId xmlns:a16="http://schemas.microsoft.com/office/drawing/2014/main" val="2122550098"/>
                  </a:ext>
                </a:extLst>
              </a:tr>
              <a:tr h="370840">
                <a:tc>
                  <a:txBody>
                    <a:bodyPr/>
                    <a:lstStyle/>
                    <a:p>
                      <a:r>
                        <a:rPr kumimoji="1" lang="en-US" altLang="ja-JP" dirty="0"/>
                        <a:t>10:30-11:00</a:t>
                      </a:r>
                      <a:endParaRPr kumimoji="1" lang="ja-JP" altLang="en-US"/>
                    </a:p>
                  </a:txBody>
                  <a:tcPr/>
                </a:tc>
                <a:extLst>
                  <a:ext uri="{0D108BD9-81ED-4DB2-BD59-A6C34878D82A}">
                    <a16:rowId xmlns:a16="http://schemas.microsoft.com/office/drawing/2014/main" val="3682430605"/>
                  </a:ext>
                </a:extLst>
              </a:tr>
              <a:tr h="370840">
                <a:tc>
                  <a:txBody>
                    <a:bodyPr/>
                    <a:lstStyle/>
                    <a:p>
                      <a:r>
                        <a:rPr kumimoji="1" lang="en-US" altLang="ja-JP" dirty="0"/>
                        <a:t>11:15-11:45</a:t>
                      </a:r>
                      <a:endParaRPr kumimoji="1" lang="ja-JP" altLang="en-US"/>
                    </a:p>
                  </a:txBody>
                  <a:tcPr/>
                </a:tc>
                <a:extLst>
                  <a:ext uri="{0D108BD9-81ED-4DB2-BD59-A6C34878D82A}">
                    <a16:rowId xmlns:a16="http://schemas.microsoft.com/office/drawing/2014/main" val="181119054"/>
                  </a:ext>
                </a:extLst>
              </a:tr>
              <a:tr h="370840">
                <a:tc>
                  <a:txBody>
                    <a:bodyPr/>
                    <a:lstStyle/>
                    <a:p>
                      <a:r>
                        <a:rPr kumimoji="1" lang="en-US" altLang="ja-JP" dirty="0"/>
                        <a:t>12:00-12:30</a:t>
                      </a:r>
                      <a:endParaRPr kumimoji="1" lang="ja-JP" altLang="en-US"/>
                    </a:p>
                  </a:txBody>
                  <a:tcPr/>
                </a:tc>
                <a:extLst>
                  <a:ext uri="{0D108BD9-81ED-4DB2-BD59-A6C34878D82A}">
                    <a16:rowId xmlns:a16="http://schemas.microsoft.com/office/drawing/2014/main" val="81241097"/>
                  </a:ext>
                </a:extLst>
              </a:tr>
              <a:tr h="370840">
                <a:tc>
                  <a:txBody>
                    <a:bodyPr/>
                    <a:lstStyle/>
                    <a:p>
                      <a:r>
                        <a:rPr kumimoji="1" lang="en-US" altLang="ja-JP" dirty="0"/>
                        <a:t>12:45-13:15</a:t>
                      </a:r>
                      <a:endParaRPr kumimoji="1" lang="ja-JP" altLang="en-US"/>
                    </a:p>
                  </a:txBody>
                  <a:tcPr/>
                </a:tc>
                <a:extLst>
                  <a:ext uri="{0D108BD9-81ED-4DB2-BD59-A6C34878D82A}">
                    <a16:rowId xmlns:a16="http://schemas.microsoft.com/office/drawing/2014/main" val="1419569527"/>
                  </a:ext>
                </a:extLst>
              </a:tr>
              <a:tr h="370840">
                <a:tc>
                  <a:txBody>
                    <a:bodyPr/>
                    <a:lstStyle/>
                    <a:p>
                      <a:r>
                        <a:rPr kumimoji="1" lang="en-US" altLang="ja-JP" dirty="0"/>
                        <a:t>13:45-14:15</a:t>
                      </a:r>
                      <a:endParaRPr kumimoji="1" lang="ja-JP" altLang="en-US"/>
                    </a:p>
                  </a:txBody>
                  <a:tcPr/>
                </a:tc>
                <a:extLst>
                  <a:ext uri="{0D108BD9-81ED-4DB2-BD59-A6C34878D82A}">
                    <a16:rowId xmlns:a16="http://schemas.microsoft.com/office/drawing/2014/main" val="4055138038"/>
                  </a:ext>
                </a:extLst>
              </a:tr>
              <a:tr h="370840">
                <a:tc>
                  <a:txBody>
                    <a:bodyPr/>
                    <a:lstStyle/>
                    <a:p>
                      <a:r>
                        <a:rPr kumimoji="1" lang="en-US" altLang="ja-JP" dirty="0"/>
                        <a:t>14:30-15:00</a:t>
                      </a:r>
                      <a:endParaRPr kumimoji="1" lang="ja-JP" altLang="en-US"/>
                    </a:p>
                  </a:txBody>
                  <a:tcPr/>
                </a:tc>
                <a:extLst>
                  <a:ext uri="{0D108BD9-81ED-4DB2-BD59-A6C34878D82A}">
                    <a16:rowId xmlns:a16="http://schemas.microsoft.com/office/drawing/2014/main" val="786458093"/>
                  </a:ext>
                </a:extLst>
              </a:tr>
              <a:tr h="370840">
                <a:tc>
                  <a:txBody>
                    <a:bodyPr/>
                    <a:lstStyle/>
                    <a:p>
                      <a:r>
                        <a:rPr kumimoji="1" lang="en-US" altLang="ja-JP" dirty="0"/>
                        <a:t>15:45-16:15</a:t>
                      </a:r>
                      <a:endParaRPr kumimoji="1" lang="ja-JP" altLang="en-US"/>
                    </a:p>
                  </a:txBody>
                  <a:tcPr/>
                </a:tc>
                <a:extLst>
                  <a:ext uri="{0D108BD9-81ED-4DB2-BD59-A6C34878D82A}">
                    <a16:rowId xmlns:a16="http://schemas.microsoft.com/office/drawing/2014/main" val="360539904"/>
                  </a:ext>
                </a:extLst>
              </a:tr>
              <a:tr h="370840">
                <a:tc>
                  <a:txBody>
                    <a:bodyPr/>
                    <a:lstStyle/>
                    <a:p>
                      <a:r>
                        <a:rPr kumimoji="1" lang="en-US" altLang="ja-JP" dirty="0"/>
                        <a:t>16:30-17:00</a:t>
                      </a:r>
                      <a:endParaRPr kumimoji="1" lang="ja-JP" altLang="en-US"/>
                    </a:p>
                  </a:txBody>
                  <a:tcPr/>
                </a:tc>
                <a:extLst>
                  <a:ext uri="{0D108BD9-81ED-4DB2-BD59-A6C34878D82A}">
                    <a16:rowId xmlns:a16="http://schemas.microsoft.com/office/drawing/2014/main" val="1439905528"/>
                  </a:ext>
                </a:extLst>
              </a:tr>
              <a:tr h="370840">
                <a:tc>
                  <a:txBody>
                    <a:bodyPr/>
                    <a:lstStyle/>
                    <a:p>
                      <a:r>
                        <a:rPr kumimoji="1" lang="en-US" altLang="ja-JP" dirty="0"/>
                        <a:t>17:00</a:t>
                      </a:r>
                      <a:r>
                        <a:rPr kumimoji="1" lang="ja-JP" altLang="en-US"/>
                        <a:t>以降</a:t>
                      </a:r>
                    </a:p>
                  </a:txBody>
                  <a:tcPr/>
                </a:tc>
                <a:extLst>
                  <a:ext uri="{0D108BD9-81ED-4DB2-BD59-A6C34878D82A}">
                    <a16:rowId xmlns:a16="http://schemas.microsoft.com/office/drawing/2014/main" val="495447346"/>
                  </a:ext>
                </a:extLst>
              </a:tr>
            </a:tbl>
          </a:graphicData>
        </a:graphic>
      </p:graphicFrame>
      <p:graphicFrame>
        <p:nvGraphicFramePr>
          <p:cNvPr id="12" name="表 5">
            <a:extLst>
              <a:ext uri="{FF2B5EF4-FFF2-40B4-BE49-F238E27FC236}">
                <a16:creationId xmlns:a16="http://schemas.microsoft.com/office/drawing/2014/main" id="{8BB57DDF-D537-EE3A-1098-409E452AD79A}"/>
              </a:ext>
            </a:extLst>
          </p:cNvPr>
          <p:cNvGraphicFramePr>
            <a:graphicFrameLocks noGrp="1"/>
          </p:cNvGraphicFramePr>
          <p:nvPr/>
        </p:nvGraphicFramePr>
        <p:xfrm>
          <a:off x="2687944" y="1936777"/>
          <a:ext cx="1600374" cy="3708400"/>
        </p:xfrm>
        <a:graphic>
          <a:graphicData uri="http://schemas.openxmlformats.org/drawingml/2006/table">
            <a:tbl>
              <a:tblPr firstRow="1" bandRow="1">
                <a:tableStyleId>{5940675A-B579-460E-94D1-54222C63F5DA}</a:tableStyleId>
              </a:tblPr>
              <a:tblGrid>
                <a:gridCol w="1600374">
                  <a:extLst>
                    <a:ext uri="{9D8B030D-6E8A-4147-A177-3AD203B41FA5}">
                      <a16:colId xmlns:a16="http://schemas.microsoft.com/office/drawing/2014/main" val="4102647075"/>
                    </a:ext>
                  </a:extLst>
                </a:gridCol>
              </a:tblGrid>
              <a:tr h="370840">
                <a:tc>
                  <a:txBody>
                    <a:bodyPr/>
                    <a:lstStyle/>
                    <a:p>
                      <a:r>
                        <a:rPr kumimoji="1" lang="en-US" altLang="ja-JP" dirty="0"/>
                        <a:t>10:00-10:30</a:t>
                      </a:r>
                      <a:endParaRPr kumimoji="1" lang="ja-JP" altLang="en-US"/>
                    </a:p>
                  </a:txBody>
                  <a:tcPr/>
                </a:tc>
                <a:extLst>
                  <a:ext uri="{0D108BD9-81ED-4DB2-BD59-A6C34878D82A}">
                    <a16:rowId xmlns:a16="http://schemas.microsoft.com/office/drawing/2014/main" val="2122550098"/>
                  </a:ext>
                </a:extLst>
              </a:tr>
              <a:tr h="370840">
                <a:tc>
                  <a:txBody>
                    <a:bodyPr/>
                    <a:lstStyle/>
                    <a:p>
                      <a:r>
                        <a:rPr kumimoji="1" lang="en-US" altLang="ja-JP" dirty="0"/>
                        <a:t>10:45-11:15</a:t>
                      </a:r>
                      <a:endParaRPr kumimoji="1" lang="ja-JP" altLang="en-US"/>
                    </a:p>
                  </a:txBody>
                  <a:tcPr/>
                </a:tc>
                <a:extLst>
                  <a:ext uri="{0D108BD9-81ED-4DB2-BD59-A6C34878D82A}">
                    <a16:rowId xmlns:a16="http://schemas.microsoft.com/office/drawing/2014/main" val="3682430605"/>
                  </a:ext>
                </a:extLst>
              </a:tr>
              <a:tr h="370840">
                <a:tc>
                  <a:txBody>
                    <a:bodyPr/>
                    <a:lstStyle/>
                    <a:p>
                      <a:r>
                        <a:rPr kumimoji="1" lang="en-US" altLang="ja-JP" dirty="0"/>
                        <a:t>11:30-12:00</a:t>
                      </a:r>
                      <a:endParaRPr kumimoji="1" lang="ja-JP" altLang="en-US"/>
                    </a:p>
                  </a:txBody>
                  <a:tcPr/>
                </a:tc>
                <a:extLst>
                  <a:ext uri="{0D108BD9-81ED-4DB2-BD59-A6C34878D82A}">
                    <a16:rowId xmlns:a16="http://schemas.microsoft.com/office/drawing/2014/main" val="181119054"/>
                  </a:ext>
                </a:extLst>
              </a:tr>
              <a:tr h="370840">
                <a:tc>
                  <a:txBody>
                    <a:bodyPr/>
                    <a:lstStyle/>
                    <a:p>
                      <a:r>
                        <a:rPr kumimoji="1" lang="en-US" altLang="ja-JP" dirty="0"/>
                        <a:t>12:15-12:45</a:t>
                      </a:r>
                      <a:endParaRPr kumimoji="1" lang="ja-JP" altLang="en-US"/>
                    </a:p>
                  </a:txBody>
                  <a:tcPr/>
                </a:tc>
                <a:extLst>
                  <a:ext uri="{0D108BD9-81ED-4DB2-BD59-A6C34878D82A}">
                    <a16:rowId xmlns:a16="http://schemas.microsoft.com/office/drawing/2014/main" val="81241097"/>
                  </a:ext>
                </a:extLst>
              </a:tr>
              <a:tr h="370840">
                <a:tc>
                  <a:txBody>
                    <a:bodyPr/>
                    <a:lstStyle/>
                    <a:p>
                      <a:r>
                        <a:rPr kumimoji="1" lang="en-US" altLang="ja-JP" dirty="0"/>
                        <a:t>13:00-13:30</a:t>
                      </a:r>
                      <a:endParaRPr kumimoji="1" lang="ja-JP" altLang="en-US"/>
                    </a:p>
                  </a:txBody>
                  <a:tcPr/>
                </a:tc>
                <a:extLst>
                  <a:ext uri="{0D108BD9-81ED-4DB2-BD59-A6C34878D82A}">
                    <a16:rowId xmlns:a16="http://schemas.microsoft.com/office/drawing/2014/main" val="1419569527"/>
                  </a:ext>
                </a:extLst>
              </a:tr>
              <a:tr h="370840">
                <a:tc>
                  <a:txBody>
                    <a:bodyPr/>
                    <a:lstStyle/>
                    <a:p>
                      <a:r>
                        <a:rPr kumimoji="1" lang="en-US" altLang="ja-JP" dirty="0"/>
                        <a:t>13:45-14:15</a:t>
                      </a:r>
                      <a:endParaRPr kumimoji="1" lang="ja-JP" altLang="en-US"/>
                    </a:p>
                  </a:txBody>
                  <a:tcPr/>
                </a:tc>
                <a:extLst>
                  <a:ext uri="{0D108BD9-81ED-4DB2-BD59-A6C34878D82A}">
                    <a16:rowId xmlns:a16="http://schemas.microsoft.com/office/drawing/2014/main" val="4055138038"/>
                  </a:ext>
                </a:extLst>
              </a:tr>
              <a:tr h="370840">
                <a:tc>
                  <a:txBody>
                    <a:bodyPr/>
                    <a:lstStyle/>
                    <a:p>
                      <a:r>
                        <a:rPr kumimoji="1" lang="en-US" altLang="ja-JP" dirty="0"/>
                        <a:t>14:30-15:00</a:t>
                      </a:r>
                      <a:endParaRPr kumimoji="1" lang="ja-JP" altLang="en-US"/>
                    </a:p>
                  </a:txBody>
                  <a:tcPr/>
                </a:tc>
                <a:extLst>
                  <a:ext uri="{0D108BD9-81ED-4DB2-BD59-A6C34878D82A}">
                    <a16:rowId xmlns:a16="http://schemas.microsoft.com/office/drawing/2014/main" val="786458093"/>
                  </a:ext>
                </a:extLst>
              </a:tr>
              <a:tr h="370840">
                <a:tc>
                  <a:txBody>
                    <a:bodyPr/>
                    <a:lstStyle/>
                    <a:p>
                      <a:r>
                        <a:rPr kumimoji="1" lang="en-US" altLang="ja-JP" dirty="0"/>
                        <a:t>15:15-15:45</a:t>
                      </a:r>
                      <a:endParaRPr kumimoji="1" lang="ja-JP" altLang="en-US"/>
                    </a:p>
                  </a:txBody>
                  <a:tcPr/>
                </a:tc>
                <a:extLst>
                  <a:ext uri="{0D108BD9-81ED-4DB2-BD59-A6C34878D82A}">
                    <a16:rowId xmlns:a16="http://schemas.microsoft.com/office/drawing/2014/main" val="360539904"/>
                  </a:ext>
                </a:extLst>
              </a:tr>
              <a:tr h="370840">
                <a:tc>
                  <a:txBody>
                    <a:bodyPr/>
                    <a:lstStyle/>
                    <a:p>
                      <a:r>
                        <a:rPr kumimoji="1" lang="en-US" altLang="ja-JP" dirty="0"/>
                        <a:t>16:00-16:30</a:t>
                      </a:r>
                      <a:endParaRPr kumimoji="1" lang="ja-JP" altLang="en-US"/>
                    </a:p>
                  </a:txBody>
                  <a:tcPr/>
                </a:tc>
                <a:extLst>
                  <a:ext uri="{0D108BD9-81ED-4DB2-BD59-A6C34878D82A}">
                    <a16:rowId xmlns:a16="http://schemas.microsoft.com/office/drawing/2014/main" val="495447346"/>
                  </a:ext>
                </a:extLst>
              </a:tr>
              <a:tr h="370840">
                <a:tc>
                  <a:txBody>
                    <a:bodyPr/>
                    <a:lstStyle/>
                    <a:p>
                      <a:r>
                        <a:rPr kumimoji="1" lang="en-US" altLang="ja-JP" dirty="0"/>
                        <a:t>16:30</a:t>
                      </a:r>
                      <a:r>
                        <a:rPr kumimoji="1" lang="ja-JP" altLang="en-US"/>
                        <a:t>以降</a:t>
                      </a:r>
                    </a:p>
                  </a:txBody>
                  <a:tcPr/>
                </a:tc>
                <a:extLst>
                  <a:ext uri="{0D108BD9-81ED-4DB2-BD59-A6C34878D82A}">
                    <a16:rowId xmlns:a16="http://schemas.microsoft.com/office/drawing/2014/main" val="3368132867"/>
                  </a:ext>
                </a:extLst>
              </a:tr>
            </a:tbl>
          </a:graphicData>
        </a:graphic>
      </p:graphicFrame>
      <p:sp>
        <p:nvSpPr>
          <p:cNvPr id="13" name="テキスト ボックス 12">
            <a:extLst>
              <a:ext uri="{FF2B5EF4-FFF2-40B4-BE49-F238E27FC236}">
                <a16:creationId xmlns:a16="http://schemas.microsoft.com/office/drawing/2014/main" id="{58D4BD5F-0D42-2550-8E7B-9497C9F99FBA}"/>
              </a:ext>
            </a:extLst>
          </p:cNvPr>
          <p:cNvSpPr txBox="1"/>
          <p:nvPr/>
        </p:nvSpPr>
        <p:spPr>
          <a:xfrm>
            <a:off x="749593" y="1270985"/>
            <a:ext cx="1938351" cy="646331"/>
          </a:xfrm>
          <a:prstGeom prst="rect">
            <a:avLst/>
          </a:prstGeom>
          <a:noFill/>
        </p:spPr>
        <p:txBody>
          <a:bodyPr wrap="none" rtlCol="0">
            <a:spAutoFit/>
          </a:bodyPr>
          <a:lstStyle/>
          <a:p>
            <a:r>
              <a:rPr kumimoji="1" lang="en-US" altLang="ja-JP" dirty="0"/>
              <a:t>①</a:t>
            </a:r>
            <a:r>
              <a:rPr kumimoji="1" lang="ja-JP" altLang="en-US"/>
              <a:t>正門</a:t>
            </a:r>
            <a:br>
              <a:rPr kumimoji="1" lang="en-US" altLang="ja-JP" dirty="0"/>
            </a:br>
            <a:r>
              <a:rPr kumimoji="1" lang="ja-JP" altLang="en-US"/>
              <a:t>（ひと枠約</a:t>
            </a:r>
            <a:r>
              <a:rPr kumimoji="1" lang="en-US" altLang="ja-JP" dirty="0"/>
              <a:t>400</a:t>
            </a:r>
            <a:r>
              <a:rPr kumimoji="1" lang="ja-JP" altLang="en-US"/>
              <a:t>人）</a:t>
            </a:r>
          </a:p>
        </p:txBody>
      </p:sp>
      <p:graphicFrame>
        <p:nvGraphicFramePr>
          <p:cNvPr id="14" name="表 5">
            <a:extLst>
              <a:ext uri="{FF2B5EF4-FFF2-40B4-BE49-F238E27FC236}">
                <a16:creationId xmlns:a16="http://schemas.microsoft.com/office/drawing/2014/main" id="{3C78F71A-D0BD-FC36-2FA5-39C8A12F06A4}"/>
              </a:ext>
            </a:extLst>
          </p:cNvPr>
          <p:cNvGraphicFramePr>
            <a:graphicFrameLocks noGrp="1"/>
          </p:cNvGraphicFramePr>
          <p:nvPr/>
        </p:nvGraphicFramePr>
        <p:xfrm>
          <a:off x="4491915" y="1936777"/>
          <a:ext cx="1600374" cy="3708400"/>
        </p:xfrm>
        <a:graphic>
          <a:graphicData uri="http://schemas.openxmlformats.org/drawingml/2006/table">
            <a:tbl>
              <a:tblPr firstRow="1" bandRow="1">
                <a:tableStyleId>{5940675A-B579-460E-94D1-54222C63F5DA}</a:tableStyleId>
              </a:tblPr>
              <a:tblGrid>
                <a:gridCol w="1600374">
                  <a:extLst>
                    <a:ext uri="{9D8B030D-6E8A-4147-A177-3AD203B41FA5}">
                      <a16:colId xmlns:a16="http://schemas.microsoft.com/office/drawing/2014/main" val="4102647075"/>
                    </a:ext>
                  </a:extLst>
                </a:gridCol>
              </a:tblGrid>
              <a:tr h="370840">
                <a:tc>
                  <a:txBody>
                    <a:bodyPr/>
                    <a:lstStyle/>
                    <a:p>
                      <a:r>
                        <a:rPr kumimoji="1" lang="en-US" altLang="ja-JP" dirty="0"/>
                        <a:t>10:00-10:30</a:t>
                      </a:r>
                      <a:endParaRPr kumimoji="1" lang="ja-JP" altLang="en-US"/>
                    </a:p>
                  </a:txBody>
                  <a:tcPr/>
                </a:tc>
                <a:extLst>
                  <a:ext uri="{0D108BD9-81ED-4DB2-BD59-A6C34878D82A}">
                    <a16:rowId xmlns:a16="http://schemas.microsoft.com/office/drawing/2014/main" val="2122550098"/>
                  </a:ext>
                </a:extLst>
              </a:tr>
              <a:tr h="370840">
                <a:tc>
                  <a:txBody>
                    <a:bodyPr/>
                    <a:lstStyle/>
                    <a:p>
                      <a:r>
                        <a:rPr kumimoji="1" lang="en-US" altLang="ja-JP" dirty="0"/>
                        <a:t>10:45-11:15</a:t>
                      </a:r>
                      <a:endParaRPr kumimoji="1" lang="ja-JP" altLang="en-US"/>
                    </a:p>
                  </a:txBody>
                  <a:tcPr/>
                </a:tc>
                <a:extLst>
                  <a:ext uri="{0D108BD9-81ED-4DB2-BD59-A6C34878D82A}">
                    <a16:rowId xmlns:a16="http://schemas.microsoft.com/office/drawing/2014/main" val="3682430605"/>
                  </a:ext>
                </a:extLst>
              </a:tr>
              <a:tr h="370840">
                <a:tc>
                  <a:txBody>
                    <a:bodyPr/>
                    <a:lstStyle/>
                    <a:p>
                      <a:r>
                        <a:rPr kumimoji="1" lang="en-US" altLang="ja-JP" dirty="0"/>
                        <a:t>11:30-12:00</a:t>
                      </a:r>
                      <a:endParaRPr kumimoji="1" lang="ja-JP" altLang="en-US"/>
                    </a:p>
                  </a:txBody>
                  <a:tcPr/>
                </a:tc>
                <a:extLst>
                  <a:ext uri="{0D108BD9-81ED-4DB2-BD59-A6C34878D82A}">
                    <a16:rowId xmlns:a16="http://schemas.microsoft.com/office/drawing/2014/main" val="181119054"/>
                  </a:ext>
                </a:extLst>
              </a:tr>
              <a:tr h="370840">
                <a:tc>
                  <a:txBody>
                    <a:bodyPr/>
                    <a:lstStyle/>
                    <a:p>
                      <a:r>
                        <a:rPr kumimoji="1" lang="en-US" altLang="ja-JP" dirty="0"/>
                        <a:t>12:15-12:45</a:t>
                      </a:r>
                      <a:endParaRPr kumimoji="1" lang="ja-JP" altLang="en-US"/>
                    </a:p>
                  </a:txBody>
                  <a:tcPr/>
                </a:tc>
                <a:extLst>
                  <a:ext uri="{0D108BD9-81ED-4DB2-BD59-A6C34878D82A}">
                    <a16:rowId xmlns:a16="http://schemas.microsoft.com/office/drawing/2014/main" val="81241097"/>
                  </a:ext>
                </a:extLst>
              </a:tr>
              <a:tr h="370840">
                <a:tc>
                  <a:txBody>
                    <a:bodyPr/>
                    <a:lstStyle/>
                    <a:p>
                      <a:r>
                        <a:rPr kumimoji="1" lang="en-US" altLang="ja-JP" dirty="0"/>
                        <a:t>13:00-13:30</a:t>
                      </a:r>
                      <a:endParaRPr kumimoji="1" lang="ja-JP" altLang="en-US"/>
                    </a:p>
                  </a:txBody>
                  <a:tcPr/>
                </a:tc>
                <a:extLst>
                  <a:ext uri="{0D108BD9-81ED-4DB2-BD59-A6C34878D82A}">
                    <a16:rowId xmlns:a16="http://schemas.microsoft.com/office/drawing/2014/main" val="1419569527"/>
                  </a:ext>
                </a:extLst>
              </a:tr>
              <a:tr h="370840">
                <a:tc>
                  <a:txBody>
                    <a:bodyPr/>
                    <a:lstStyle/>
                    <a:p>
                      <a:r>
                        <a:rPr kumimoji="1" lang="en-US" altLang="ja-JP" dirty="0"/>
                        <a:t>13:45-14:15</a:t>
                      </a:r>
                      <a:endParaRPr kumimoji="1" lang="ja-JP" altLang="en-US"/>
                    </a:p>
                  </a:txBody>
                  <a:tcPr/>
                </a:tc>
                <a:extLst>
                  <a:ext uri="{0D108BD9-81ED-4DB2-BD59-A6C34878D82A}">
                    <a16:rowId xmlns:a16="http://schemas.microsoft.com/office/drawing/2014/main" val="4055138038"/>
                  </a:ext>
                </a:extLst>
              </a:tr>
              <a:tr h="370840">
                <a:tc>
                  <a:txBody>
                    <a:bodyPr/>
                    <a:lstStyle/>
                    <a:p>
                      <a:r>
                        <a:rPr kumimoji="1" lang="en-US" altLang="ja-JP" dirty="0"/>
                        <a:t>14:30-15:00</a:t>
                      </a:r>
                      <a:endParaRPr kumimoji="1" lang="ja-JP" altLang="en-US"/>
                    </a:p>
                  </a:txBody>
                  <a:tcPr/>
                </a:tc>
                <a:extLst>
                  <a:ext uri="{0D108BD9-81ED-4DB2-BD59-A6C34878D82A}">
                    <a16:rowId xmlns:a16="http://schemas.microsoft.com/office/drawing/2014/main" val="786458093"/>
                  </a:ext>
                </a:extLst>
              </a:tr>
              <a:tr h="370840">
                <a:tc>
                  <a:txBody>
                    <a:bodyPr/>
                    <a:lstStyle/>
                    <a:p>
                      <a:r>
                        <a:rPr kumimoji="1" lang="en-US" altLang="ja-JP" dirty="0"/>
                        <a:t>15:15-15:45</a:t>
                      </a:r>
                      <a:endParaRPr kumimoji="1" lang="ja-JP" altLang="en-US"/>
                    </a:p>
                  </a:txBody>
                  <a:tcPr/>
                </a:tc>
                <a:extLst>
                  <a:ext uri="{0D108BD9-81ED-4DB2-BD59-A6C34878D82A}">
                    <a16:rowId xmlns:a16="http://schemas.microsoft.com/office/drawing/2014/main" val="360539904"/>
                  </a:ext>
                </a:extLst>
              </a:tr>
              <a:tr h="370840">
                <a:tc>
                  <a:txBody>
                    <a:bodyPr/>
                    <a:lstStyle/>
                    <a:p>
                      <a:r>
                        <a:rPr kumimoji="1" lang="en-US" altLang="ja-JP" dirty="0"/>
                        <a:t>16:00-16:30</a:t>
                      </a:r>
                      <a:endParaRPr kumimoji="1" lang="ja-JP" altLang="en-US"/>
                    </a:p>
                  </a:txBody>
                  <a:tcPr/>
                </a:tc>
                <a:extLst>
                  <a:ext uri="{0D108BD9-81ED-4DB2-BD59-A6C34878D82A}">
                    <a16:rowId xmlns:a16="http://schemas.microsoft.com/office/drawing/2014/main" val="495447346"/>
                  </a:ext>
                </a:extLst>
              </a:tr>
              <a:tr h="370840">
                <a:tc>
                  <a:txBody>
                    <a:bodyPr/>
                    <a:lstStyle/>
                    <a:p>
                      <a:r>
                        <a:rPr kumimoji="1" lang="en-US" altLang="ja-JP" dirty="0"/>
                        <a:t>16:30</a:t>
                      </a:r>
                      <a:r>
                        <a:rPr kumimoji="1" lang="ja-JP" altLang="en-US"/>
                        <a:t>以降</a:t>
                      </a:r>
                    </a:p>
                  </a:txBody>
                  <a:tcPr/>
                </a:tc>
                <a:extLst>
                  <a:ext uri="{0D108BD9-81ED-4DB2-BD59-A6C34878D82A}">
                    <a16:rowId xmlns:a16="http://schemas.microsoft.com/office/drawing/2014/main" val="3368132867"/>
                  </a:ext>
                </a:extLst>
              </a:tr>
            </a:tbl>
          </a:graphicData>
        </a:graphic>
      </p:graphicFrame>
      <p:sp>
        <p:nvSpPr>
          <p:cNvPr id="15" name="テキスト ボックス 14">
            <a:extLst>
              <a:ext uri="{FF2B5EF4-FFF2-40B4-BE49-F238E27FC236}">
                <a16:creationId xmlns:a16="http://schemas.microsoft.com/office/drawing/2014/main" id="{FCB3F162-4846-B5FF-0667-C1F45D5BEA51}"/>
              </a:ext>
            </a:extLst>
          </p:cNvPr>
          <p:cNvSpPr txBox="1"/>
          <p:nvPr/>
        </p:nvSpPr>
        <p:spPr>
          <a:xfrm>
            <a:off x="2577904" y="1270985"/>
            <a:ext cx="1987079" cy="646331"/>
          </a:xfrm>
          <a:prstGeom prst="rect">
            <a:avLst/>
          </a:prstGeom>
          <a:noFill/>
        </p:spPr>
        <p:txBody>
          <a:bodyPr wrap="square" rtlCol="0">
            <a:spAutoFit/>
          </a:bodyPr>
          <a:lstStyle/>
          <a:p>
            <a:r>
              <a:rPr kumimoji="1" lang="en-US" altLang="ja-JP" dirty="0"/>
              <a:t>②</a:t>
            </a:r>
            <a:r>
              <a:rPr kumimoji="1" lang="ja-JP" altLang="en-US"/>
              <a:t>石川台通用門</a:t>
            </a:r>
            <a:br>
              <a:rPr kumimoji="1" lang="en-US" altLang="ja-JP" dirty="0"/>
            </a:br>
            <a:r>
              <a:rPr kumimoji="1" lang="ja-JP" altLang="en-US"/>
              <a:t>（ひと枠約</a:t>
            </a:r>
            <a:r>
              <a:rPr kumimoji="1" lang="en-US" altLang="ja-JP" dirty="0"/>
              <a:t>200</a:t>
            </a:r>
            <a:r>
              <a:rPr kumimoji="1" lang="ja-JP" altLang="en-US"/>
              <a:t>人）</a:t>
            </a:r>
          </a:p>
        </p:txBody>
      </p:sp>
      <p:sp>
        <p:nvSpPr>
          <p:cNvPr id="16" name="テキスト ボックス 15">
            <a:extLst>
              <a:ext uri="{FF2B5EF4-FFF2-40B4-BE49-F238E27FC236}">
                <a16:creationId xmlns:a16="http://schemas.microsoft.com/office/drawing/2014/main" id="{9AFCC398-BCA5-5422-812B-766140477447}"/>
              </a:ext>
            </a:extLst>
          </p:cNvPr>
          <p:cNvSpPr txBox="1"/>
          <p:nvPr/>
        </p:nvSpPr>
        <p:spPr>
          <a:xfrm>
            <a:off x="4388877" y="1284143"/>
            <a:ext cx="2023797" cy="646331"/>
          </a:xfrm>
          <a:prstGeom prst="rect">
            <a:avLst/>
          </a:prstGeom>
          <a:noFill/>
        </p:spPr>
        <p:txBody>
          <a:bodyPr wrap="square" rtlCol="0">
            <a:spAutoFit/>
          </a:bodyPr>
          <a:lstStyle/>
          <a:p>
            <a:r>
              <a:rPr kumimoji="1" lang="en-US" altLang="ja-JP" dirty="0"/>
              <a:t>③</a:t>
            </a:r>
            <a:r>
              <a:rPr kumimoji="1" lang="ja-JP" altLang="en-US"/>
              <a:t>緑ヶ丘通用門</a:t>
            </a:r>
            <a:br>
              <a:rPr kumimoji="1" lang="en-US" altLang="ja-JP" dirty="0"/>
            </a:br>
            <a:r>
              <a:rPr lang="ja-JP" altLang="en-US"/>
              <a:t>（ひと枠約</a:t>
            </a:r>
            <a:r>
              <a:rPr lang="en-US" altLang="ja-JP" dirty="0"/>
              <a:t>200</a:t>
            </a:r>
            <a:r>
              <a:rPr lang="ja-JP" altLang="en-US"/>
              <a:t>人）</a:t>
            </a:r>
            <a:endParaRPr kumimoji="1" lang="ja-JP" altLang="en-US"/>
          </a:p>
        </p:txBody>
      </p:sp>
      <p:pic>
        <p:nvPicPr>
          <p:cNvPr id="18" name="図 17">
            <a:extLst>
              <a:ext uri="{FF2B5EF4-FFF2-40B4-BE49-F238E27FC236}">
                <a16:creationId xmlns:a16="http://schemas.microsoft.com/office/drawing/2014/main" id="{C764FE94-1415-3EF5-D60E-5C5A053661B9}"/>
              </a:ext>
            </a:extLst>
          </p:cNvPr>
          <p:cNvPicPr>
            <a:picLocks noChangeAspect="1"/>
          </p:cNvPicPr>
          <p:nvPr/>
        </p:nvPicPr>
        <p:blipFill>
          <a:blip r:embed="rId2"/>
          <a:stretch>
            <a:fillRect/>
          </a:stretch>
        </p:blipFill>
        <p:spPr>
          <a:xfrm>
            <a:off x="7303688" y="1435813"/>
            <a:ext cx="3877670" cy="4828921"/>
          </a:xfrm>
          <a:prstGeom prst="rect">
            <a:avLst/>
          </a:prstGeom>
        </p:spPr>
      </p:pic>
      <p:cxnSp>
        <p:nvCxnSpPr>
          <p:cNvPr id="22" name="直線矢印コネクタ 21">
            <a:extLst>
              <a:ext uri="{FF2B5EF4-FFF2-40B4-BE49-F238E27FC236}">
                <a16:creationId xmlns:a16="http://schemas.microsoft.com/office/drawing/2014/main" id="{E1A6E8F1-EB1F-641A-01A7-E378F0255EFD}"/>
              </a:ext>
            </a:extLst>
          </p:cNvPr>
          <p:cNvCxnSpPr>
            <a:cxnSpLocks/>
          </p:cNvCxnSpPr>
          <p:nvPr/>
        </p:nvCxnSpPr>
        <p:spPr>
          <a:xfrm>
            <a:off x="7303688" y="4903304"/>
            <a:ext cx="599996" cy="22528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5" name="テキスト ボックス 24">
            <a:extLst>
              <a:ext uri="{FF2B5EF4-FFF2-40B4-BE49-F238E27FC236}">
                <a16:creationId xmlns:a16="http://schemas.microsoft.com/office/drawing/2014/main" id="{05C846D6-2240-3487-4631-A3792BEF4CCF}"/>
              </a:ext>
            </a:extLst>
          </p:cNvPr>
          <p:cNvSpPr txBox="1"/>
          <p:nvPr/>
        </p:nvSpPr>
        <p:spPr>
          <a:xfrm>
            <a:off x="6674046" y="4535121"/>
            <a:ext cx="914400" cy="369332"/>
          </a:xfrm>
          <a:prstGeom prst="rect">
            <a:avLst/>
          </a:prstGeom>
          <a:noFill/>
        </p:spPr>
        <p:txBody>
          <a:bodyPr wrap="square" rtlCol="0">
            <a:spAutoFit/>
          </a:bodyPr>
          <a:lstStyle/>
          <a:p>
            <a:r>
              <a:rPr kumimoji="1" lang="en-US" altLang="ja-JP" dirty="0">
                <a:solidFill>
                  <a:schemeClr val="accent2"/>
                </a:solidFill>
              </a:rPr>
              <a:t>①</a:t>
            </a:r>
            <a:r>
              <a:rPr kumimoji="1" lang="ja-JP" altLang="en-US">
                <a:solidFill>
                  <a:schemeClr val="accent2"/>
                </a:solidFill>
              </a:rPr>
              <a:t>正門</a:t>
            </a:r>
          </a:p>
        </p:txBody>
      </p:sp>
      <p:cxnSp>
        <p:nvCxnSpPr>
          <p:cNvPr id="27" name="直線矢印コネクタ 26">
            <a:extLst>
              <a:ext uri="{FF2B5EF4-FFF2-40B4-BE49-F238E27FC236}">
                <a16:creationId xmlns:a16="http://schemas.microsoft.com/office/drawing/2014/main" id="{2F23CBBD-1C33-860B-7EC3-8D392AB36AFC}"/>
              </a:ext>
            </a:extLst>
          </p:cNvPr>
          <p:cNvCxnSpPr/>
          <p:nvPr/>
        </p:nvCxnSpPr>
        <p:spPr>
          <a:xfrm flipH="1">
            <a:off x="7903684" y="2663687"/>
            <a:ext cx="577707" cy="17227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8" name="テキスト ボックス 27">
            <a:extLst>
              <a:ext uri="{FF2B5EF4-FFF2-40B4-BE49-F238E27FC236}">
                <a16:creationId xmlns:a16="http://schemas.microsoft.com/office/drawing/2014/main" id="{46FE408B-87B4-E81C-9A7B-1ED236FC26AC}"/>
              </a:ext>
            </a:extLst>
          </p:cNvPr>
          <p:cNvSpPr txBox="1"/>
          <p:nvPr/>
        </p:nvSpPr>
        <p:spPr>
          <a:xfrm>
            <a:off x="8194965" y="2325907"/>
            <a:ext cx="1829730" cy="369332"/>
          </a:xfrm>
          <a:prstGeom prst="rect">
            <a:avLst/>
          </a:prstGeom>
          <a:noFill/>
        </p:spPr>
        <p:txBody>
          <a:bodyPr wrap="square" rtlCol="0">
            <a:spAutoFit/>
          </a:bodyPr>
          <a:lstStyle/>
          <a:p>
            <a:r>
              <a:rPr kumimoji="1" lang="en-US" altLang="ja-JP" dirty="0">
                <a:solidFill>
                  <a:schemeClr val="accent2"/>
                </a:solidFill>
              </a:rPr>
              <a:t>②</a:t>
            </a:r>
            <a:r>
              <a:rPr kumimoji="1" lang="ja-JP" altLang="en-US">
                <a:solidFill>
                  <a:schemeClr val="accent2"/>
                </a:solidFill>
              </a:rPr>
              <a:t>石川台通用門</a:t>
            </a:r>
          </a:p>
        </p:txBody>
      </p:sp>
      <p:cxnSp>
        <p:nvCxnSpPr>
          <p:cNvPr id="30" name="直線矢印コネクタ 29">
            <a:extLst>
              <a:ext uri="{FF2B5EF4-FFF2-40B4-BE49-F238E27FC236}">
                <a16:creationId xmlns:a16="http://schemas.microsoft.com/office/drawing/2014/main" id="{758CDE6E-6E78-D8EE-D6E8-D946AE417193}"/>
              </a:ext>
            </a:extLst>
          </p:cNvPr>
          <p:cNvCxnSpPr>
            <a:cxnSpLocks/>
          </p:cNvCxnSpPr>
          <p:nvPr/>
        </p:nvCxnSpPr>
        <p:spPr>
          <a:xfrm flipH="1">
            <a:off x="10024695" y="4148646"/>
            <a:ext cx="467717" cy="55702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2" name="テキスト ボックス 31">
            <a:extLst>
              <a:ext uri="{FF2B5EF4-FFF2-40B4-BE49-F238E27FC236}">
                <a16:creationId xmlns:a16="http://schemas.microsoft.com/office/drawing/2014/main" id="{24F45327-29A4-2882-D54E-AC7DEC8453CD}"/>
              </a:ext>
            </a:extLst>
          </p:cNvPr>
          <p:cNvSpPr txBox="1"/>
          <p:nvPr/>
        </p:nvSpPr>
        <p:spPr>
          <a:xfrm>
            <a:off x="10258553" y="3790977"/>
            <a:ext cx="1819025" cy="369332"/>
          </a:xfrm>
          <a:prstGeom prst="rect">
            <a:avLst/>
          </a:prstGeom>
          <a:noFill/>
        </p:spPr>
        <p:txBody>
          <a:bodyPr wrap="square" rtlCol="0">
            <a:spAutoFit/>
          </a:bodyPr>
          <a:lstStyle/>
          <a:p>
            <a:r>
              <a:rPr kumimoji="1" lang="en-US" altLang="ja-JP" dirty="0">
                <a:solidFill>
                  <a:schemeClr val="accent2"/>
                </a:solidFill>
              </a:rPr>
              <a:t>③</a:t>
            </a:r>
            <a:r>
              <a:rPr kumimoji="1" lang="ja-JP" altLang="en-US">
                <a:solidFill>
                  <a:schemeClr val="accent2"/>
                </a:solidFill>
              </a:rPr>
              <a:t>緑ヶ丘通用門</a:t>
            </a:r>
          </a:p>
        </p:txBody>
      </p:sp>
      <p:sp>
        <p:nvSpPr>
          <p:cNvPr id="3" name="テキスト ボックス 2">
            <a:extLst>
              <a:ext uri="{FF2B5EF4-FFF2-40B4-BE49-F238E27FC236}">
                <a16:creationId xmlns:a16="http://schemas.microsoft.com/office/drawing/2014/main" id="{DCFBB8B1-EB04-14A9-43BB-EC3ACA03E256}"/>
              </a:ext>
            </a:extLst>
          </p:cNvPr>
          <p:cNvSpPr txBox="1"/>
          <p:nvPr/>
        </p:nvSpPr>
        <p:spPr>
          <a:xfrm>
            <a:off x="911465" y="5796643"/>
            <a:ext cx="5350190" cy="369332"/>
          </a:xfrm>
          <a:prstGeom prst="rect">
            <a:avLst/>
          </a:prstGeom>
          <a:noFill/>
        </p:spPr>
        <p:txBody>
          <a:bodyPr wrap="square" rtlCol="0">
            <a:spAutoFit/>
          </a:bodyPr>
          <a:lstStyle/>
          <a:p>
            <a:r>
              <a:rPr kumimoji="1" lang="ja-JP" altLang="en-US"/>
              <a:t>両日とも</a:t>
            </a:r>
            <a:r>
              <a:rPr kumimoji="1" lang="en-US" altLang="ja-JP" dirty="0"/>
              <a:t>1</a:t>
            </a:r>
            <a:r>
              <a:rPr kumimoji="1" lang="ja-JP" altLang="en-US"/>
              <a:t>日計</a:t>
            </a:r>
            <a:r>
              <a:rPr kumimoji="1" lang="en-US" altLang="ja-JP" dirty="0"/>
              <a:t>8000</a:t>
            </a:r>
            <a:r>
              <a:rPr kumimoji="1" lang="ja-JP" altLang="en-US"/>
              <a:t>人の来場枠を設けています。</a:t>
            </a:r>
          </a:p>
        </p:txBody>
      </p:sp>
    </p:spTree>
    <p:extLst>
      <p:ext uri="{BB962C8B-B14F-4D97-AF65-F5344CB8AC3E}">
        <p14:creationId xmlns:p14="http://schemas.microsoft.com/office/powerpoint/2010/main" val="3267745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a:t>来場者の各企画への予約</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22</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a:t>入構規制について</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995991" cy="4828921"/>
          </a:xfrm>
        </p:spPr>
        <p:txBody>
          <a:bodyPr anchor="ctr">
            <a:normAutofit lnSpcReduction="10000"/>
          </a:bodyPr>
          <a:lstStyle/>
          <a:p>
            <a:pPr marL="0" indent="0">
              <a:buNone/>
            </a:pPr>
            <a:br>
              <a:rPr lang="en-US" altLang="ja-JP" sz="3200" dirty="0"/>
            </a:br>
            <a:br>
              <a:rPr lang="en-US" altLang="ja-JP" sz="3200" dirty="0"/>
            </a:br>
            <a:br>
              <a:rPr lang="en-US" altLang="ja-JP" sz="3200" dirty="0"/>
            </a:br>
            <a:r>
              <a:rPr lang="ja-JP" altLang="en-US" sz="3600"/>
              <a:t>・</a:t>
            </a:r>
            <a:r>
              <a:rPr lang="en-US" altLang="ja-JP" sz="3600" dirty="0"/>
              <a:t> </a:t>
            </a:r>
            <a:r>
              <a:rPr lang="ja-JP" altLang="en-US" sz="3600"/>
              <a:t>各団体による、オンラインでの事前予約受付を禁止</a:t>
            </a:r>
            <a:br>
              <a:rPr lang="en-US" altLang="ja-JP" sz="3600" dirty="0"/>
            </a:br>
            <a:r>
              <a:rPr lang="ja-JP" altLang="en-US" sz="3600"/>
              <a:t>します。</a:t>
            </a:r>
            <a:br>
              <a:rPr lang="en-US" altLang="ja-JP" sz="3600" dirty="0"/>
            </a:br>
            <a:r>
              <a:rPr lang="ja-JP" altLang="en-US" sz="3600"/>
              <a:t>　（参照</a:t>
            </a:r>
            <a:r>
              <a:rPr lang="en-US" altLang="ja-JP" sz="3600" dirty="0"/>
              <a:t> </a:t>
            </a:r>
            <a:r>
              <a:rPr lang="ja-JP" altLang="en-US" sz="3600"/>
              <a:t>：</a:t>
            </a:r>
            <a:r>
              <a:rPr lang="en-US" altLang="ja-JP" sz="3600" dirty="0"/>
              <a:t> </a:t>
            </a:r>
            <a:r>
              <a:rPr lang="ja-JP" altLang="en-US" sz="3600"/>
              <a:t>第一回参加団体資料</a:t>
            </a:r>
            <a:r>
              <a:rPr lang="en-US" altLang="ja-JP" sz="3600" dirty="0"/>
              <a:t>P.7 </a:t>
            </a:r>
            <a:r>
              <a:rPr lang="ja-JP" altLang="en-US" sz="3600"/>
              <a:t>「</a:t>
            </a:r>
            <a:r>
              <a:rPr lang="en-US" altLang="ja-JP" sz="3600" dirty="0"/>
              <a:t>3.5</a:t>
            </a:r>
            <a:r>
              <a:rPr lang="ja-JP" altLang="en-US" sz="3600">
                <a:effectLst/>
                <a:latin typeface="HiraginoSans"/>
              </a:rPr>
              <a:t>来場者の個人情報取扱いについて」 ）</a:t>
            </a:r>
            <a:br>
              <a:rPr lang="en-US" altLang="ja-JP" sz="3600" dirty="0">
                <a:effectLst/>
                <a:latin typeface="HiraginoSans"/>
              </a:rPr>
            </a:br>
            <a:endParaRPr lang="en-US" altLang="ja-JP" sz="3600" dirty="0"/>
          </a:p>
          <a:p>
            <a:pPr marL="0" indent="0">
              <a:buNone/>
            </a:pPr>
            <a:r>
              <a:rPr lang="ja-JP" altLang="en-US" sz="3600"/>
              <a:t>・</a:t>
            </a:r>
            <a:r>
              <a:rPr lang="en-US" altLang="ja-JP" sz="3600" dirty="0"/>
              <a:t> </a:t>
            </a:r>
            <a:r>
              <a:rPr lang="ja-JP" altLang="en-US" sz="3600"/>
              <a:t>工大祭当日に、企画実施場所にて整理券を配布する</a:t>
            </a:r>
            <a:br>
              <a:rPr lang="en-US" altLang="ja-JP" sz="3600" dirty="0"/>
            </a:br>
            <a:r>
              <a:rPr lang="ja-JP" altLang="en-US" sz="3600"/>
              <a:t>ことが可能です。</a:t>
            </a:r>
            <a:endParaRPr lang="en-US" altLang="ja-JP" sz="3600" dirty="0"/>
          </a:p>
          <a:p>
            <a:pPr marL="0" indent="0">
              <a:buNone/>
            </a:pPr>
            <a:endParaRPr lang="en-US" altLang="ja-JP" dirty="0"/>
          </a:p>
          <a:p>
            <a:pPr marL="0" indent="0">
              <a:buNone/>
            </a:pPr>
            <a:endParaRPr lang="en-US" altLang="ja-JP" sz="1050" dirty="0">
              <a:latin typeface="+mn-ea"/>
            </a:endParaRPr>
          </a:p>
          <a:p>
            <a:pPr marL="0" indent="0">
              <a:buNone/>
            </a:pPr>
            <a:endParaRPr lang="ja-JP" altLang="ja-JP" sz="1050" dirty="0">
              <a:latin typeface="+mn-ea"/>
            </a:endParaRPr>
          </a:p>
          <a:p>
            <a:pPr marL="0" indent="0">
              <a:buNone/>
            </a:pPr>
            <a:endParaRPr lang="en-US" altLang="ja-JP" sz="3200" dirty="0"/>
          </a:p>
          <a:p>
            <a:pPr marL="0" indent="0">
              <a:buNone/>
            </a:pPr>
            <a:endParaRPr kumimoji="1" lang="en-US" altLang="ja-JP" sz="3200" dirty="0"/>
          </a:p>
          <a:p>
            <a:pPr marL="0" indent="0">
              <a:buNone/>
            </a:pPr>
            <a:endParaRPr lang="en-US" altLang="ja-JP" sz="3200" dirty="0"/>
          </a:p>
        </p:txBody>
      </p:sp>
    </p:spTree>
    <p:extLst>
      <p:ext uri="{BB962C8B-B14F-4D97-AF65-F5344CB8AC3E}">
        <p14:creationId xmlns:p14="http://schemas.microsoft.com/office/powerpoint/2010/main" val="1443494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a:t>参加団体構成員の入構について</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41912" y="178854"/>
            <a:ext cx="10515599" cy="414412"/>
          </a:xfrm>
        </p:spPr>
        <p:txBody>
          <a:bodyPr/>
          <a:lstStyle/>
          <a:p>
            <a:r>
              <a:rPr lang="ja-JP" altLang="en-US"/>
              <a:t>入構規制について</a:t>
            </a:r>
            <a:endParaRPr kumimoji="1" lang="ja-JP" altLang="en-US" dirty="0"/>
          </a:p>
        </p:txBody>
      </p:sp>
      <p:sp>
        <p:nvSpPr>
          <p:cNvPr id="3" name="コンテンツ プレースホルダー 2">
            <a:extLst>
              <a:ext uri="{FF2B5EF4-FFF2-40B4-BE49-F238E27FC236}">
                <a16:creationId xmlns:a16="http://schemas.microsoft.com/office/drawing/2014/main" id="{18831360-5DE4-6C91-5528-93658E3745F7}"/>
              </a:ext>
            </a:extLst>
          </p:cNvPr>
          <p:cNvSpPr>
            <a:spLocks noGrp="1"/>
          </p:cNvSpPr>
          <p:nvPr>
            <p:ph idx="1"/>
          </p:nvPr>
        </p:nvSpPr>
        <p:spPr>
          <a:xfrm>
            <a:off x="838200" y="1330158"/>
            <a:ext cx="10770704" cy="2639182"/>
          </a:xfrm>
        </p:spPr>
        <p:txBody>
          <a:bodyPr>
            <a:normAutofit/>
          </a:bodyPr>
          <a:lstStyle/>
          <a:p>
            <a:r>
              <a:rPr kumimoji="1" lang="ja-JP" altLang="en-US" sz="2400"/>
              <a:t>先ほどご説明した来場予約は行わずとも、入構できます。</a:t>
            </a:r>
            <a:endParaRPr kumimoji="1" lang="en-US" altLang="ja-JP" sz="2400" dirty="0"/>
          </a:p>
          <a:p>
            <a:r>
              <a:rPr kumimoji="1" lang="ja-JP" altLang="en-US" sz="2400"/>
              <a:t>責任者に全構成員分の企画関係者用リストバンドを配布します</a:t>
            </a:r>
            <a:r>
              <a:rPr lang="ja-JP" altLang="en-US" sz="2400"/>
              <a:t>ので、</a:t>
            </a:r>
            <a:br>
              <a:rPr lang="en-US" altLang="ja-JP" sz="2400" dirty="0"/>
            </a:br>
            <a:r>
              <a:rPr lang="ja-JP" altLang="en-US" sz="2400"/>
              <a:t>構成員に配布するとともに、着用するよう周知してください。</a:t>
            </a:r>
            <a:endParaRPr kumimoji="1" lang="en-US" altLang="ja-JP" sz="2400" dirty="0"/>
          </a:p>
          <a:p>
            <a:r>
              <a:rPr kumimoji="1" lang="en-US" altLang="ja-JP" sz="2400" dirty="0"/>
              <a:t>9</a:t>
            </a:r>
            <a:r>
              <a:rPr kumimoji="1" lang="ja-JP" altLang="en-US" sz="2400"/>
              <a:t>時以前であれば自由に入構できます。</a:t>
            </a:r>
            <a:br>
              <a:rPr kumimoji="1" lang="en-US" altLang="ja-JP" sz="2400" dirty="0"/>
            </a:br>
            <a:r>
              <a:rPr kumimoji="1" lang="en-US" altLang="ja-JP" sz="2400" dirty="0"/>
              <a:t>9</a:t>
            </a:r>
            <a:r>
              <a:rPr kumimoji="1" lang="ja-JP" altLang="en-US" sz="2400"/>
              <a:t>時以降は、受付で企画区分、団体名、企画名、氏名等をお聞きします。</a:t>
            </a:r>
            <a:endParaRPr kumimoji="1" lang="en-US" altLang="ja-JP" sz="2400" dirty="0"/>
          </a:p>
          <a:p>
            <a:r>
              <a:rPr lang="ja-JP" altLang="en-US" sz="2400"/>
              <a:t>以下の構成員入退室記録用紙を必ず各日記入してください。</a:t>
            </a:r>
            <a:endParaRPr kumimoji="1" lang="ja-JP" altLang="en-US" sz="2400"/>
          </a:p>
        </p:txBody>
      </p:sp>
      <p:pic>
        <p:nvPicPr>
          <p:cNvPr id="2052" name="Picture 4">
            <a:extLst>
              <a:ext uri="{FF2B5EF4-FFF2-40B4-BE49-F238E27FC236}">
                <a16:creationId xmlns:a16="http://schemas.microsoft.com/office/drawing/2014/main" id="{79641242-F257-201E-0ED5-35A0CF81C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096" y="3856171"/>
            <a:ext cx="6573475" cy="2408563"/>
          </a:xfrm>
          <a:prstGeom prst="rect">
            <a:avLst/>
          </a:prstGeom>
          <a:noFill/>
          <a:extLst>
            <a:ext uri="{909E8E84-426E-40DD-AFC4-6F175D3DCCD1}">
              <a14:hiddenFill xmlns:a14="http://schemas.microsoft.com/office/drawing/2010/main">
                <a:solidFill>
                  <a:srgbClr val="FFFFFF"/>
                </a:solidFill>
              </a14:hiddenFill>
            </a:ext>
          </a:extLst>
        </p:spPr>
      </p:pic>
      <p:sp>
        <p:nvSpPr>
          <p:cNvPr id="5" name="乗算記号 4">
            <a:extLst>
              <a:ext uri="{FF2B5EF4-FFF2-40B4-BE49-F238E27FC236}">
                <a16:creationId xmlns:a16="http://schemas.microsoft.com/office/drawing/2014/main" id="{F307EDA9-1AA2-7583-4352-38B952BBE77D}"/>
              </a:ext>
            </a:extLst>
          </p:cNvPr>
          <p:cNvSpPr/>
          <p:nvPr/>
        </p:nvSpPr>
        <p:spPr>
          <a:xfrm>
            <a:off x="3869833" y="5233369"/>
            <a:ext cx="755374" cy="384313"/>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5D09441-827F-4CAE-92C6-83ACF888CBD5}"/>
              </a:ext>
            </a:extLst>
          </p:cNvPr>
          <p:cNvSpPr txBox="1"/>
          <p:nvPr/>
        </p:nvSpPr>
        <p:spPr>
          <a:xfrm>
            <a:off x="7311015" y="4140354"/>
            <a:ext cx="5013506" cy="1477328"/>
          </a:xfrm>
          <a:prstGeom prst="rect">
            <a:avLst/>
          </a:prstGeom>
          <a:noFill/>
        </p:spPr>
        <p:txBody>
          <a:bodyPr wrap="square" rtlCol="0">
            <a:spAutoFit/>
          </a:bodyPr>
          <a:lstStyle/>
          <a:p>
            <a:r>
              <a:rPr kumimoji="1" lang="en-US" altLang="ja-JP" dirty="0">
                <a:solidFill>
                  <a:srgbClr val="FF0000"/>
                </a:solidFill>
              </a:rPr>
              <a:t>&lt;</a:t>
            </a:r>
            <a:r>
              <a:rPr kumimoji="1" lang="ja-JP" altLang="en-US">
                <a:solidFill>
                  <a:srgbClr val="FF0000"/>
                </a:solidFill>
              </a:rPr>
              <a:t>記入ルール変更事項</a:t>
            </a:r>
            <a:r>
              <a:rPr kumimoji="1" lang="en-US" altLang="ja-JP" dirty="0">
                <a:solidFill>
                  <a:srgbClr val="FF0000"/>
                </a:solidFill>
              </a:rPr>
              <a:t>&gt;</a:t>
            </a:r>
            <a:br>
              <a:rPr kumimoji="1" lang="en-US" altLang="ja-JP" dirty="0">
                <a:solidFill>
                  <a:srgbClr val="FF0000"/>
                </a:solidFill>
              </a:rPr>
            </a:br>
            <a:r>
              <a:rPr kumimoji="1" lang="en-US" altLang="ja-JP" dirty="0">
                <a:solidFill>
                  <a:srgbClr val="FF0000"/>
                </a:solidFill>
              </a:rPr>
              <a:t>1.</a:t>
            </a:r>
            <a:r>
              <a:rPr kumimoji="1" lang="ja-JP" altLang="en-US">
                <a:solidFill>
                  <a:srgbClr val="FF0000"/>
                </a:solidFill>
              </a:rPr>
              <a:t>退室予定事項は記入する必要なし</a:t>
            </a:r>
            <a:br>
              <a:rPr kumimoji="1" lang="en-US" altLang="ja-JP" dirty="0">
                <a:solidFill>
                  <a:srgbClr val="FF0000"/>
                </a:solidFill>
              </a:rPr>
            </a:br>
            <a:r>
              <a:rPr kumimoji="1" lang="en-US" altLang="ja-JP" dirty="0">
                <a:solidFill>
                  <a:srgbClr val="FF0000"/>
                </a:solidFill>
              </a:rPr>
              <a:t>2.</a:t>
            </a:r>
            <a:r>
              <a:rPr kumimoji="1" lang="ja-JP" altLang="en-US">
                <a:solidFill>
                  <a:srgbClr val="FF0000"/>
                </a:solidFill>
              </a:rPr>
              <a:t>入退室のたびに新しい行に記入する必要なし</a:t>
            </a:r>
            <a:br>
              <a:rPr kumimoji="1" lang="en-US" altLang="ja-JP" dirty="0">
                <a:solidFill>
                  <a:srgbClr val="FF0000"/>
                </a:solidFill>
              </a:rPr>
            </a:br>
            <a:r>
              <a:rPr kumimoji="1" lang="ja-JP" altLang="en-US">
                <a:solidFill>
                  <a:srgbClr val="FF0000"/>
                </a:solidFill>
              </a:rPr>
              <a:t>　</a:t>
            </a:r>
            <a:r>
              <a:rPr kumimoji="1" lang="en-US" altLang="ja-JP" dirty="0">
                <a:solidFill>
                  <a:srgbClr val="FF0000"/>
                </a:solidFill>
              </a:rPr>
              <a:t> 1</a:t>
            </a:r>
            <a:r>
              <a:rPr kumimoji="1" lang="ja-JP" altLang="en-US">
                <a:solidFill>
                  <a:srgbClr val="FF0000"/>
                </a:solidFill>
              </a:rPr>
              <a:t>人につき</a:t>
            </a:r>
            <a:r>
              <a:rPr kumimoji="1" lang="en-US" altLang="ja-JP" dirty="0">
                <a:solidFill>
                  <a:srgbClr val="FF0000"/>
                </a:solidFill>
              </a:rPr>
              <a:t>1</a:t>
            </a:r>
            <a:r>
              <a:rPr kumimoji="1" lang="ja-JP" altLang="en-US">
                <a:solidFill>
                  <a:srgbClr val="FF0000"/>
                </a:solidFill>
              </a:rPr>
              <a:t>行で、最初に入室した時間と帰宅する前に最後に退室する時間を記入</a:t>
            </a:r>
          </a:p>
        </p:txBody>
      </p:sp>
    </p:spTree>
    <p:extLst>
      <p:ext uri="{BB962C8B-B14F-4D97-AF65-F5344CB8AC3E}">
        <p14:creationId xmlns:p14="http://schemas.microsoft.com/office/powerpoint/2010/main" val="1938079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24</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3.</a:t>
            </a:r>
            <a:r>
              <a:rPr lang="ja-JP" altLang="en-US" sz="4400" dirty="0"/>
              <a:t>工大祭準備日まで</a:t>
            </a:r>
          </a:p>
        </p:txBody>
      </p:sp>
    </p:spTree>
    <p:extLst>
      <p:ext uri="{BB962C8B-B14F-4D97-AF65-F5344CB8AC3E}">
        <p14:creationId xmlns:p14="http://schemas.microsoft.com/office/powerpoint/2010/main" val="3404053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現物支給物品の</a:t>
            </a:r>
            <a:r>
              <a:rPr lang="ja-JP" altLang="en-US" dirty="0"/>
              <a:t>受け取り</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lvl="0" indent="0">
              <a:buNone/>
            </a:pPr>
            <a:r>
              <a:rPr lang="ja-JP" altLang="en-US" sz="2400" dirty="0">
                <a:solidFill>
                  <a:prstClr val="black"/>
                </a:solidFill>
              </a:rPr>
              <a:t>申請された現物支給物品は、以下のように受け渡します。</a:t>
            </a:r>
            <a:endParaRPr lang="en-US" altLang="ja-JP" sz="2400" dirty="0">
              <a:solidFill>
                <a:prstClr val="black"/>
              </a:solidFill>
            </a:endParaRPr>
          </a:p>
          <a:p>
            <a:pPr marL="0" lvl="0" indent="0">
              <a:buNone/>
            </a:pPr>
            <a:endParaRPr lang="en-US" altLang="ja-JP" sz="2400" dirty="0">
              <a:solidFill>
                <a:prstClr val="black"/>
              </a:solidFill>
            </a:endParaRPr>
          </a:p>
          <a:p>
            <a:pPr marL="0" lvl="0" indent="0">
              <a:buNone/>
            </a:pPr>
            <a:r>
              <a:rPr lang="ja-JP" altLang="ja-JP" sz="2400" dirty="0">
                <a:solidFill>
                  <a:prstClr val="black"/>
                </a:solidFill>
              </a:rPr>
              <a:t>【日時】</a:t>
            </a:r>
            <a:r>
              <a:rPr lang="ja-JP" altLang="en-US" sz="2400" dirty="0">
                <a:solidFill>
                  <a:prstClr val="black"/>
                </a:solidFill>
              </a:rPr>
              <a:t>　</a:t>
            </a:r>
            <a:r>
              <a:rPr lang="en-US" altLang="ja-JP" sz="2400" dirty="0">
                <a:solidFill>
                  <a:prstClr val="black"/>
                </a:solidFill>
              </a:rPr>
              <a:t>10</a:t>
            </a:r>
            <a:r>
              <a:rPr lang="ja-JP" altLang="en-US" sz="2400" dirty="0">
                <a:solidFill>
                  <a:prstClr val="black"/>
                </a:solidFill>
              </a:rPr>
              <a:t>月</a:t>
            </a:r>
            <a:r>
              <a:rPr lang="en-US" altLang="ja-JP" sz="2400" dirty="0">
                <a:solidFill>
                  <a:prstClr val="black"/>
                </a:solidFill>
              </a:rPr>
              <a:t>6</a:t>
            </a:r>
            <a:r>
              <a:rPr lang="ja-JP" altLang="en-US" sz="2400" dirty="0">
                <a:solidFill>
                  <a:prstClr val="black"/>
                </a:solidFill>
              </a:rPr>
              <a:t>日（木）</a:t>
            </a:r>
            <a:r>
              <a:rPr lang="en-US" altLang="ja-JP" sz="2400" dirty="0">
                <a:solidFill>
                  <a:prstClr val="black"/>
                </a:solidFill>
              </a:rPr>
              <a:t>〜10</a:t>
            </a:r>
            <a:r>
              <a:rPr lang="ja-JP" altLang="en-US" sz="2400" dirty="0">
                <a:solidFill>
                  <a:prstClr val="black"/>
                </a:solidFill>
              </a:rPr>
              <a:t>月</a:t>
            </a:r>
            <a:r>
              <a:rPr lang="en-US" altLang="ja-JP" sz="2400" dirty="0">
                <a:solidFill>
                  <a:prstClr val="black"/>
                </a:solidFill>
              </a:rPr>
              <a:t>7</a:t>
            </a:r>
            <a:r>
              <a:rPr lang="ja-JP" altLang="en-US" sz="2400" dirty="0">
                <a:solidFill>
                  <a:prstClr val="black"/>
                </a:solidFill>
              </a:rPr>
              <a:t>日（金）　</a:t>
            </a:r>
            <a:r>
              <a:rPr lang="en-US" altLang="ja-JP" sz="2400" dirty="0">
                <a:solidFill>
                  <a:prstClr val="black"/>
                </a:solidFill>
              </a:rPr>
              <a:t>    12</a:t>
            </a:r>
            <a:r>
              <a:rPr lang="ja-JP" altLang="en-US" sz="2400" dirty="0">
                <a:solidFill>
                  <a:prstClr val="black"/>
                </a:solidFill>
              </a:rPr>
              <a:t>：</a:t>
            </a:r>
            <a:r>
              <a:rPr lang="en-US" altLang="ja-JP" sz="2400" dirty="0">
                <a:solidFill>
                  <a:prstClr val="black"/>
                </a:solidFill>
              </a:rPr>
              <a:t>40〜13</a:t>
            </a:r>
            <a:r>
              <a:rPr lang="ja-JP" altLang="en-US" sz="2400" dirty="0">
                <a:solidFill>
                  <a:prstClr val="black"/>
                </a:solidFill>
              </a:rPr>
              <a:t>：</a:t>
            </a:r>
            <a:r>
              <a:rPr lang="en-US" altLang="ja-JP" sz="2400" dirty="0">
                <a:solidFill>
                  <a:prstClr val="black"/>
                </a:solidFill>
              </a:rPr>
              <a:t>15 17:30〜20</a:t>
            </a:r>
            <a:r>
              <a:rPr lang="ja-JP" altLang="en-US" sz="2400" dirty="0">
                <a:solidFill>
                  <a:prstClr val="black"/>
                </a:solidFill>
              </a:rPr>
              <a:t>：</a:t>
            </a:r>
            <a:r>
              <a:rPr lang="en-US" altLang="ja-JP" sz="2400" dirty="0">
                <a:solidFill>
                  <a:prstClr val="black"/>
                </a:solidFill>
              </a:rPr>
              <a:t>00</a:t>
            </a:r>
            <a:br>
              <a:rPr lang="en-US" altLang="ja-JP" sz="2400" dirty="0">
                <a:solidFill>
                  <a:prstClr val="black"/>
                </a:solidFill>
              </a:rPr>
            </a:br>
            <a:r>
              <a:rPr lang="ja-JP" altLang="en-US" sz="2400" dirty="0">
                <a:solidFill>
                  <a:prstClr val="black"/>
                </a:solidFill>
              </a:rPr>
              <a:t>　　　　　</a:t>
            </a:r>
            <a:r>
              <a:rPr lang="en-US" altLang="ja-JP" sz="2400" dirty="0">
                <a:solidFill>
                  <a:prstClr val="black"/>
                </a:solidFill>
              </a:rPr>
              <a:t> 10</a:t>
            </a:r>
            <a:r>
              <a:rPr lang="ja-JP" altLang="en-US" sz="2400">
                <a:solidFill>
                  <a:prstClr val="black"/>
                </a:solidFill>
              </a:rPr>
              <a:t>月</a:t>
            </a:r>
            <a:r>
              <a:rPr lang="en-US" altLang="ja-JP" sz="2400" dirty="0">
                <a:solidFill>
                  <a:prstClr val="black"/>
                </a:solidFill>
              </a:rPr>
              <a:t>11</a:t>
            </a:r>
            <a:r>
              <a:rPr lang="ja-JP" altLang="en-US" sz="2400">
                <a:solidFill>
                  <a:prstClr val="black"/>
                </a:solidFill>
              </a:rPr>
              <a:t>日（火）</a:t>
            </a:r>
            <a:r>
              <a:rPr lang="en-US" altLang="ja-JP" sz="2400" dirty="0">
                <a:solidFill>
                  <a:prstClr val="black"/>
                </a:solidFill>
              </a:rPr>
              <a:t>〜10</a:t>
            </a:r>
            <a:r>
              <a:rPr lang="ja-JP" altLang="en-US" sz="2400" dirty="0">
                <a:solidFill>
                  <a:prstClr val="black"/>
                </a:solidFill>
              </a:rPr>
              <a:t>月</a:t>
            </a:r>
            <a:r>
              <a:rPr lang="en-US" altLang="ja-JP" sz="2400" dirty="0">
                <a:solidFill>
                  <a:prstClr val="black"/>
                </a:solidFill>
              </a:rPr>
              <a:t>12</a:t>
            </a:r>
            <a:r>
              <a:rPr lang="ja-JP" altLang="en-US" sz="2400" dirty="0">
                <a:solidFill>
                  <a:prstClr val="black"/>
                </a:solidFill>
              </a:rPr>
              <a:t>日（水）　</a:t>
            </a:r>
            <a:r>
              <a:rPr lang="en-US" altLang="ja-JP" sz="2400" dirty="0">
                <a:solidFill>
                  <a:prstClr val="black"/>
                </a:solidFill>
              </a:rPr>
              <a:t>12</a:t>
            </a:r>
            <a:r>
              <a:rPr lang="ja-JP" altLang="en-US" sz="2400" dirty="0">
                <a:solidFill>
                  <a:prstClr val="black"/>
                </a:solidFill>
              </a:rPr>
              <a:t>：</a:t>
            </a:r>
            <a:r>
              <a:rPr lang="en-US" altLang="ja-JP" sz="2400" dirty="0">
                <a:solidFill>
                  <a:prstClr val="black"/>
                </a:solidFill>
              </a:rPr>
              <a:t>40〜13</a:t>
            </a:r>
            <a:r>
              <a:rPr lang="ja-JP" altLang="en-US" sz="2400" dirty="0">
                <a:solidFill>
                  <a:prstClr val="black"/>
                </a:solidFill>
              </a:rPr>
              <a:t>：</a:t>
            </a:r>
            <a:r>
              <a:rPr lang="en-US" altLang="ja-JP" sz="2400" dirty="0">
                <a:solidFill>
                  <a:prstClr val="black"/>
                </a:solidFill>
              </a:rPr>
              <a:t>15 17:30〜20</a:t>
            </a:r>
            <a:r>
              <a:rPr lang="ja-JP" altLang="en-US" sz="2400" dirty="0">
                <a:solidFill>
                  <a:prstClr val="black"/>
                </a:solidFill>
              </a:rPr>
              <a:t>：</a:t>
            </a:r>
            <a:r>
              <a:rPr lang="en-US" altLang="ja-JP" sz="2400" dirty="0">
                <a:solidFill>
                  <a:prstClr val="black"/>
                </a:solidFill>
              </a:rPr>
              <a:t>00</a:t>
            </a:r>
          </a:p>
          <a:p>
            <a:pPr marL="0" lvl="0" indent="0">
              <a:buNone/>
            </a:pPr>
            <a:r>
              <a:rPr lang="ja-JP" altLang="ja-JP" sz="2400" dirty="0">
                <a:solidFill>
                  <a:prstClr val="black"/>
                </a:solidFill>
              </a:rPr>
              <a:t>【場所</a:t>
            </a:r>
            <a:r>
              <a:rPr lang="ja-JP" altLang="ja-JP" sz="2400">
                <a:solidFill>
                  <a:prstClr val="black"/>
                </a:solidFill>
              </a:rPr>
              <a:t>】</a:t>
            </a:r>
            <a:r>
              <a:rPr lang="ja-JP" altLang="en-US" sz="2400">
                <a:solidFill>
                  <a:prstClr val="black"/>
                </a:solidFill>
              </a:rPr>
              <a:t>　西</a:t>
            </a:r>
            <a:r>
              <a:rPr lang="en-US" altLang="ja-JP" sz="2400" dirty="0">
                <a:solidFill>
                  <a:prstClr val="black"/>
                </a:solidFill>
              </a:rPr>
              <a:t>8</a:t>
            </a:r>
            <a:r>
              <a:rPr lang="ja-JP" altLang="en-US" sz="2400">
                <a:solidFill>
                  <a:prstClr val="black"/>
                </a:solidFill>
              </a:rPr>
              <a:t>号館</a:t>
            </a:r>
            <a:r>
              <a:rPr lang="en-US" altLang="ja-JP" sz="2400" dirty="0">
                <a:solidFill>
                  <a:prstClr val="black"/>
                </a:solidFill>
              </a:rPr>
              <a:t>E101(</a:t>
            </a:r>
            <a:r>
              <a:rPr lang="ja-JP" altLang="en-US" sz="2400">
                <a:solidFill>
                  <a:prstClr val="black"/>
                </a:solidFill>
              </a:rPr>
              <a:t>旧教務課</a:t>
            </a:r>
            <a:r>
              <a:rPr lang="en-US" altLang="ja-JP" sz="2400" dirty="0">
                <a:solidFill>
                  <a:prstClr val="black"/>
                </a:solidFill>
              </a:rPr>
              <a:t>)</a:t>
            </a:r>
            <a:r>
              <a:rPr lang="ja-JP" altLang="en-US" sz="2400">
                <a:solidFill>
                  <a:prstClr val="black"/>
                </a:solidFill>
              </a:rPr>
              <a:t>前　　　　　</a:t>
            </a:r>
            <a:endParaRPr lang="en-US" altLang="ja-JP" sz="2400" dirty="0">
              <a:solidFill>
                <a:prstClr val="black"/>
              </a:solidFill>
            </a:endParaRPr>
          </a:p>
          <a:p>
            <a:pPr marL="0" lvl="0" indent="0">
              <a:buNone/>
            </a:pPr>
            <a:r>
              <a:rPr lang="en-US" altLang="ja-JP" sz="2400" dirty="0">
                <a:solidFill>
                  <a:prstClr val="black"/>
                </a:solidFill>
              </a:rPr>
              <a:t>【</a:t>
            </a:r>
            <a:r>
              <a:rPr lang="ja-JP" altLang="en-US" sz="2400" dirty="0">
                <a:solidFill>
                  <a:prstClr val="black"/>
                </a:solidFill>
              </a:rPr>
              <a:t>必要なもの</a:t>
            </a:r>
            <a:r>
              <a:rPr lang="en-US" altLang="ja-JP" sz="2400" dirty="0">
                <a:solidFill>
                  <a:prstClr val="black"/>
                </a:solidFill>
              </a:rPr>
              <a:t>】</a:t>
            </a:r>
            <a:r>
              <a:rPr lang="ja-JP" altLang="en-US" sz="2400" dirty="0">
                <a:solidFill>
                  <a:prstClr val="black"/>
                </a:solidFill>
              </a:rPr>
              <a:t>　　参加団体認定証</a:t>
            </a:r>
            <a:endParaRPr lang="en-US" altLang="ja-JP" sz="2400" dirty="0">
              <a:solidFill>
                <a:prstClr val="black"/>
              </a:solidFill>
            </a:endParaRPr>
          </a:p>
          <a:p>
            <a:pPr marL="0" lvl="0" indent="0">
              <a:buNone/>
            </a:pPr>
            <a:r>
              <a:rPr lang="en-US" altLang="ja-JP" sz="2400" dirty="0">
                <a:solidFill>
                  <a:prstClr val="black"/>
                </a:solidFill>
              </a:rPr>
              <a:t>【</a:t>
            </a:r>
            <a:r>
              <a:rPr lang="ja-JP" altLang="en-US" sz="2400" dirty="0">
                <a:solidFill>
                  <a:prstClr val="black"/>
                </a:solidFill>
              </a:rPr>
              <a:t>必要人数</a:t>
            </a:r>
            <a:r>
              <a:rPr lang="en-US" altLang="ja-JP" sz="2400" dirty="0">
                <a:solidFill>
                  <a:prstClr val="black"/>
                </a:solidFill>
              </a:rPr>
              <a:t>】</a:t>
            </a:r>
          </a:p>
          <a:p>
            <a:pPr marL="0" indent="0">
              <a:buNone/>
            </a:pPr>
            <a:endParaRPr kumimoji="1" lang="en-US" altLang="ja-JP" dirty="0"/>
          </a:p>
          <a:p>
            <a:pPr marL="0" indent="0">
              <a:buNone/>
            </a:pPr>
            <a:endParaRPr lang="en-US" altLang="ja-JP" sz="4800" dirty="0"/>
          </a:p>
        </p:txBody>
      </p:sp>
      <p:grpSp>
        <p:nvGrpSpPr>
          <p:cNvPr id="11" name="グループ化 10">
            <a:extLst>
              <a:ext uri="{FF2B5EF4-FFF2-40B4-BE49-F238E27FC236}">
                <a16:creationId xmlns:a16="http://schemas.microsoft.com/office/drawing/2014/main" id="{F0B13C9E-2C3C-C241-B030-628F97ADB8A7}"/>
              </a:ext>
            </a:extLst>
          </p:cNvPr>
          <p:cNvGrpSpPr/>
          <p:nvPr/>
        </p:nvGrpSpPr>
        <p:grpSpPr>
          <a:xfrm>
            <a:off x="829341" y="5627541"/>
            <a:ext cx="10520744" cy="501651"/>
            <a:chOff x="829341" y="5627541"/>
            <a:chExt cx="10520744" cy="501651"/>
          </a:xfrm>
        </p:grpSpPr>
        <p:sp>
          <p:nvSpPr>
            <p:cNvPr id="13" name="四角形: 角を丸くする 13">
              <a:extLst>
                <a:ext uri="{FF2B5EF4-FFF2-40B4-BE49-F238E27FC236}">
                  <a16:creationId xmlns:a16="http://schemas.microsoft.com/office/drawing/2014/main" id="{D446F5C9-7BB2-234F-AC9A-7A27A53978EB}"/>
                </a:ext>
              </a:extLst>
            </p:cNvPr>
            <p:cNvSpPr/>
            <p:nvPr/>
          </p:nvSpPr>
          <p:spPr>
            <a:xfrm>
              <a:off x="834488" y="5627541"/>
              <a:ext cx="10515597" cy="501651"/>
            </a:xfrm>
            <a:prstGeom prst="roundRect">
              <a:avLst/>
            </a:prstGeom>
            <a:solidFill>
              <a:schemeClr val="tx1">
                <a:lumMod val="65000"/>
                <a:lumOff val="35000"/>
              </a:schemeClr>
            </a:solidFill>
            <a:ln w="38100" cmpd="sng">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8E5F2E3-3C72-2D48-AC61-F8BA304FEFDD}"/>
                </a:ext>
              </a:extLst>
            </p:cNvPr>
            <p:cNvSpPr txBox="1"/>
            <p:nvPr/>
          </p:nvSpPr>
          <p:spPr>
            <a:xfrm>
              <a:off x="829341" y="5647533"/>
              <a:ext cx="1758784" cy="461665"/>
            </a:xfrm>
            <a:prstGeom prst="rect">
              <a:avLst/>
            </a:prstGeom>
            <a:noFill/>
          </p:spPr>
          <p:txBody>
            <a:bodyPr wrap="square" rtlCol="0">
              <a:spAutoFit/>
            </a:bodyPr>
            <a:lstStyle/>
            <a:p>
              <a:pPr algn="ctr"/>
              <a:r>
                <a:rPr lang="ja-JP" altLang="en-US" sz="2400" dirty="0">
                  <a:solidFill>
                    <a:schemeClr val="bg1"/>
                  </a:solidFill>
                </a:rPr>
                <a:t>詳細</a:t>
              </a:r>
              <a:r>
                <a:rPr kumimoji="1" lang="ja-JP" altLang="en-US" sz="2400" dirty="0">
                  <a:solidFill>
                    <a:schemeClr val="bg1"/>
                  </a:solidFill>
                </a:rPr>
                <a:t>は</a:t>
              </a:r>
            </a:p>
          </p:txBody>
        </p:sp>
        <p:sp>
          <p:nvSpPr>
            <p:cNvPr id="15" name="テキスト ボックス 14">
              <a:extLst>
                <a:ext uri="{FF2B5EF4-FFF2-40B4-BE49-F238E27FC236}">
                  <a16:creationId xmlns:a16="http://schemas.microsoft.com/office/drawing/2014/main" id="{EC9AB0C1-BEDF-5743-B698-D597ED47C939}"/>
                </a:ext>
              </a:extLst>
            </p:cNvPr>
            <p:cNvSpPr txBox="1"/>
            <p:nvPr/>
          </p:nvSpPr>
          <p:spPr>
            <a:xfrm>
              <a:off x="2588125" y="5675288"/>
              <a:ext cx="5933576" cy="400110"/>
            </a:xfrm>
            <a:prstGeom prst="rect">
              <a:avLst/>
            </a:prstGeom>
            <a:solidFill>
              <a:schemeClr val="bg1"/>
            </a:solidFill>
          </p:spPr>
          <p:txBody>
            <a:bodyPr wrap="square" rtlCol="0" anchor="ctr">
              <a:spAutoFit/>
            </a:bodyPr>
            <a:lstStyle/>
            <a:p>
              <a:pPr algn="ctr"/>
              <a:r>
                <a:rPr lang="en-US" altLang="ja-JP" sz="2000" dirty="0"/>
                <a:t>TIPS</a:t>
              </a:r>
              <a:r>
                <a:rPr lang="ja-JP" altLang="en-US" sz="2000" dirty="0"/>
                <a:t>　</a:t>
              </a:r>
              <a:r>
                <a:rPr lang="en-US" altLang="ja-JP" sz="2000" dirty="0"/>
                <a:t>P.15</a:t>
              </a:r>
              <a:endParaRPr kumimoji="1" lang="ja-JP" altLang="en-US" sz="2000" dirty="0"/>
            </a:p>
          </p:txBody>
        </p:sp>
        <p:sp>
          <p:nvSpPr>
            <p:cNvPr id="16" name="テキスト ボックス 15">
              <a:extLst>
                <a:ext uri="{FF2B5EF4-FFF2-40B4-BE49-F238E27FC236}">
                  <a16:creationId xmlns:a16="http://schemas.microsoft.com/office/drawing/2014/main" id="{E1A5ECE1-66B6-974B-9E39-132EC4CEE796}"/>
                </a:ext>
              </a:extLst>
            </p:cNvPr>
            <p:cNvSpPr txBox="1"/>
            <p:nvPr/>
          </p:nvSpPr>
          <p:spPr>
            <a:xfrm>
              <a:off x="8521700" y="5644511"/>
              <a:ext cx="2828385" cy="461665"/>
            </a:xfrm>
            <a:prstGeom prst="rect">
              <a:avLst/>
            </a:prstGeom>
            <a:noFill/>
          </p:spPr>
          <p:txBody>
            <a:bodyPr wrap="square" rtlCol="0">
              <a:spAutoFit/>
            </a:bodyPr>
            <a:lstStyle/>
            <a:p>
              <a:pPr algn="ctr"/>
              <a:r>
                <a:rPr lang="ja-JP" altLang="en-US" sz="2400" dirty="0">
                  <a:solidFill>
                    <a:schemeClr val="bg1"/>
                  </a:solidFill>
                </a:rPr>
                <a:t>をご覧ください</a:t>
              </a:r>
              <a:endParaRPr kumimoji="1" lang="ja-JP" altLang="en-US" sz="2400" dirty="0">
                <a:solidFill>
                  <a:schemeClr val="bg1"/>
                </a:solidFill>
              </a:endParaRPr>
            </a:p>
          </p:txBody>
        </p:sp>
      </p:grpSp>
      <p:graphicFrame>
        <p:nvGraphicFramePr>
          <p:cNvPr id="3" name="表 5">
            <a:extLst>
              <a:ext uri="{FF2B5EF4-FFF2-40B4-BE49-F238E27FC236}">
                <a16:creationId xmlns:a16="http://schemas.microsoft.com/office/drawing/2014/main" id="{586EA5B7-6CF9-9244-8720-90037113F668}"/>
              </a:ext>
            </a:extLst>
          </p:cNvPr>
          <p:cNvGraphicFramePr>
            <a:graphicFrameLocks noGrp="1"/>
          </p:cNvGraphicFramePr>
          <p:nvPr/>
        </p:nvGraphicFramePr>
        <p:xfrm>
          <a:off x="881361" y="4344696"/>
          <a:ext cx="10421850" cy="914400"/>
        </p:xfrm>
        <a:graphic>
          <a:graphicData uri="http://schemas.openxmlformats.org/drawingml/2006/table">
            <a:tbl>
              <a:tblPr firstRow="1" bandRow="1">
                <a:tableStyleId>{5940675A-B579-460E-94D1-54222C63F5DA}</a:tableStyleId>
              </a:tblPr>
              <a:tblGrid>
                <a:gridCol w="2393467">
                  <a:extLst>
                    <a:ext uri="{9D8B030D-6E8A-4147-A177-3AD203B41FA5}">
                      <a16:colId xmlns:a16="http://schemas.microsoft.com/office/drawing/2014/main" val="513195632"/>
                    </a:ext>
                  </a:extLst>
                </a:gridCol>
                <a:gridCol w="1945758">
                  <a:extLst>
                    <a:ext uri="{9D8B030D-6E8A-4147-A177-3AD203B41FA5}">
                      <a16:colId xmlns:a16="http://schemas.microsoft.com/office/drawing/2014/main" val="1682102446"/>
                    </a:ext>
                  </a:extLst>
                </a:gridCol>
                <a:gridCol w="1913885">
                  <a:extLst>
                    <a:ext uri="{9D8B030D-6E8A-4147-A177-3AD203B41FA5}">
                      <a16:colId xmlns:a16="http://schemas.microsoft.com/office/drawing/2014/main" val="416441759"/>
                    </a:ext>
                  </a:extLst>
                </a:gridCol>
                <a:gridCol w="2084370">
                  <a:extLst>
                    <a:ext uri="{9D8B030D-6E8A-4147-A177-3AD203B41FA5}">
                      <a16:colId xmlns:a16="http://schemas.microsoft.com/office/drawing/2014/main" val="2918335944"/>
                    </a:ext>
                  </a:extLst>
                </a:gridCol>
                <a:gridCol w="2084370">
                  <a:extLst>
                    <a:ext uri="{9D8B030D-6E8A-4147-A177-3AD203B41FA5}">
                      <a16:colId xmlns:a16="http://schemas.microsoft.com/office/drawing/2014/main" val="795005451"/>
                    </a:ext>
                  </a:extLst>
                </a:gridCol>
              </a:tblGrid>
              <a:tr h="370840">
                <a:tc>
                  <a:txBody>
                    <a:bodyPr/>
                    <a:lstStyle/>
                    <a:p>
                      <a:pPr algn="ctr"/>
                      <a:endParaRPr kumimoji="1" lang="ja-JP" altLang="en-US" sz="2400"/>
                    </a:p>
                  </a:txBody>
                  <a:tcPr/>
                </a:tc>
                <a:tc>
                  <a:txBody>
                    <a:bodyPr/>
                    <a:lstStyle/>
                    <a:p>
                      <a:pPr algn="ctr"/>
                      <a:r>
                        <a:rPr kumimoji="1" lang="ja-JP" altLang="en-US" sz="2400"/>
                        <a:t>ベニヤ板</a:t>
                      </a:r>
                    </a:p>
                  </a:txBody>
                  <a:tcPr/>
                </a:tc>
                <a:tc>
                  <a:txBody>
                    <a:bodyPr/>
                    <a:lstStyle/>
                    <a:p>
                      <a:pPr algn="ctr"/>
                      <a:r>
                        <a:rPr kumimoji="1" lang="ja-JP" altLang="en-US" sz="2400"/>
                        <a:t>角材</a:t>
                      </a:r>
                    </a:p>
                  </a:txBody>
                  <a:tcPr/>
                </a:tc>
                <a:tc>
                  <a:txBody>
                    <a:bodyPr/>
                    <a:lstStyle/>
                    <a:p>
                      <a:pPr algn="ctr"/>
                      <a:r>
                        <a:rPr kumimoji="1" lang="en-US" altLang="ja-JP" sz="2400" dirty="0"/>
                        <a:t>B4</a:t>
                      </a:r>
                      <a:r>
                        <a:rPr kumimoji="1" lang="ja-JP" altLang="en-US" sz="2400"/>
                        <a:t>上質紙</a:t>
                      </a:r>
                    </a:p>
                  </a:txBody>
                  <a:tcPr/>
                </a:tc>
                <a:tc>
                  <a:txBody>
                    <a:bodyPr/>
                    <a:lstStyle/>
                    <a:p>
                      <a:pPr algn="ctr"/>
                      <a:r>
                        <a:rPr kumimoji="1" lang="ja-JP" altLang="en-US" sz="2400"/>
                        <a:t>四六判模造紙</a:t>
                      </a:r>
                    </a:p>
                  </a:txBody>
                  <a:tcPr/>
                </a:tc>
                <a:extLst>
                  <a:ext uri="{0D108BD9-81ED-4DB2-BD59-A6C34878D82A}">
                    <a16:rowId xmlns:a16="http://schemas.microsoft.com/office/drawing/2014/main" val="2669152265"/>
                  </a:ext>
                </a:extLst>
              </a:tr>
              <a:tr h="370840">
                <a:tc>
                  <a:txBody>
                    <a:bodyPr/>
                    <a:lstStyle/>
                    <a:p>
                      <a:pPr algn="ctr"/>
                      <a:r>
                        <a:rPr kumimoji="1" lang="ja-JP" altLang="en-US" sz="2400"/>
                        <a:t>必要人数（目安）</a:t>
                      </a:r>
                    </a:p>
                  </a:txBody>
                  <a:tcPr/>
                </a:tc>
                <a:tc>
                  <a:txBody>
                    <a:bodyPr/>
                    <a:lstStyle/>
                    <a:p>
                      <a:pPr algn="ctr"/>
                      <a:r>
                        <a:rPr kumimoji="1" lang="en-US" altLang="ja-JP" sz="2400" dirty="0"/>
                        <a:t>2</a:t>
                      </a:r>
                      <a:r>
                        <a:rPr kumimoji="1" lang="ja-JP" altLang="en-US" sz="2400"/>
                        <a:t>人</a:t>
                      </a:r>
                    </a:p>
                  </a:txBody>
                  <a:tcPr/>
                </a:tc>
                <a:tc>
                  <a:txBody>
                    <a:bodyPr/>
                    <a:lstStyle/>
                    <a:p>
                      <a:pPr algn="ctr"/>
                      <a:r>
                        <a:rPr kumimoji="1" lang="en-US" altLang="ja-JP" sz="2400" dirty="0"/>
                        <a:t>2</a:t>
                      </a:r>
                      <a:r>
                        <a:rPr kumimoji="1" lang="ja-JP" altLang="en-US" sz="2400"/>
                        <a:t>人</a:t>
                      </a:r>
                    </a:p>
                  </a:txBody>
                  <a:tcPr/>
                </a:tc>
                <a:tc>
                  <a:txBody>
                    <a:bodyPr/>
                    <a:lstStyle/>
                    <a:p>
                      <a:pPr algn="ctr"/>
                      <a:r>
                        <a:rPr kumimoji="1" lang="en-US" altLang="ja-JP" sz="2400" dirty="0"/>
                        <a:t>1</a:t>
                      </a:r>
                      <a:r>
                        <a:rPr kumimoji="1" lang="ja-JP" altLang="en-US" sz="2400"/>
                        <a:t>人</a:t>
                      </a:r>
                    </a:p>
                  </a:txBody>
                  <a:tcPr/>
                </a:tc>
                <a:tc>
                  <a:txBody>
                    <a:bodyPr/>
                    <a:lstStyle/>
                    <a:p>
                      <a:pPr algn="ctr"/>
                      <a:r>
                        <a:rPr kumimoji="1" lang="en-US" altLang="ja-JP" sz="2400" dirty="0"/>
                        <a:t>1</a:t>
                      </a:r>
                      <a:r>
                        <a:rPr kumimoji="1" lang="ja-JP" altLang="en-US" sz="2400"/>
                        <a:t>人</a:t>
                      </a:r>
                    </a:p>
                  </a:txBody>
                  <a:tcPr/>
                </a:tc>
                <a:extLst>
                  <a:ext uri="{0D108BD9-81ED-4DB2-BD59-A6C34878D82A}">
                    <a16:rowId xmlns:a16="http://schemas.microsoft.com/office/drawing/2014/main" val="2862825968"/>
                  </a:ext>
                </a:extLst>
              </a:tr>
            </a:tbl>
          </a:graphicData>
        </a:graphic>
      </p:graphicFrame>
    </p:spTree>
    <p:extLst>
      <p:ext uri="{BB962C8B-B14F-4D97-AF65-F5344CB8AC3E}">
        <p14:creationId xmlns:p14="http://schemas.microsoft.com/office/powerpoint/2010/main" val="3820184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印刷機</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lvl="0" indent="0">
              <a:buNone/>
            </a:pPr>
            <a:r>
              <a:rPr lang="ja-JP" altLang="en-US" sz="3200">
                <a:solidFill>
                  <a:prstClr val="black"/>
                </a:solidFill>
              </a:rPr>
              <a:t>参加団体は企画の実施のために</a:t>
            </a:r>
            <a:r>
              <a:rPr lang="ja-JP" altLang="ja-JP" sz="3200">
                <a:solidFill>
                  <a:prstClr val="black"/>
                </a:solidFill>
              </a:rPr>
              <a:t>印刷機を無料で使用することができます。</a:t>
            </a:r>
            <a:r>
              <a:rPr lang="ja-JP" altLang="en-US" sz="3200">
                <a:solidFill>
                  <a:prstClr val="black"/>
                </a:solidFill>
              </a:rPr>
              <a:t>印刷機は予約制です。</a:t>
            </a:r>
            <a:endParaRPr lang="en-US" altLang="ja-JP" sz="1050" dirty="0">
              <a:solidFill>
                <a:prstClr val="black"/>
              </a:solidFill>
            </a:endParaRPr>
          </a:p>
          <a:p>
            <a:pPr marL="0" lvl="0" indent="0">
              <a:buNone/>
            </a:pPr>
            <a:r>
              <a:rPr lang="ja-JP" altLang="ja-JP">
                <a:solidFill>
                  <a:prstClr val="black"/>
                </a:solidFill>
              </a:rPr>
              <a:t>【使用可能日時】</a:t>
            </a:r>
            <a:r>
              <a:rPr lang="ja-JP" altLang="en-US">
                <a:solidFill>
                  <a:prstClr val="black"/>
                </a:solidFill>
              </a:rPr>
              <a:t>　</a:t>
            </a:r>
            <a:r>
              <a:rPr lang="en-US" altLang="ja-JP" dirty="0">
                <a:solidFill>
                  <a:prstClr val="black"/>
                </a:solidFill>
              </a:rPr>
              <a:t> 10</a:t>
            </a:r>
            <a:r>
              <a:rPr lang="ja-JP" altLang="en-US">
                <a:solidFill>
                  <a:prstClr val="black"/>
                </a:solidFill>
              </a:rPr>
              <a:t>月</a:t>
            </a:r>
            <a:r>
              <a:rPr lang="en-US" altLang="ja-JP" dirty="0">
                <a:solidFill>
                  <a:prstClr val="black"/>
                </a:solidFill>
              </a:rPr>
              <a:t>24</a:t>
            </a:r>
            <a:r>
              <a:rPr lang="ja-JP" altLang="en-US">
                <a:solidFill>
                  <a:prstClr val="black"/>
                </a:solidFill>
              </a:rPr>
              <a:t>日（月）</a:t>
            </a:r>
            <a:r>
              <a:rPr lang="en-US" altLang="ja-JP" dirty="0">
                <a:solidFill>
                  <a:prstClr val="black"/>
                </a:solidFill>
              </a:rPr>
              <a:t> </a:t>
            </a:r>
            <a:r>
              <a:rPr lang="ja-JP" altLang="en-US">
                <a:solidFill>
                  <a:prstClr val="black"/>
                </a:solidFill>
              </a:rPr>
              <a:t>～</a:t>
            </a:r>
            <a:r>
              <a:rPr lang="en-US" altLang="ja-JP" dirty="0">
                <a:solidFill>
                  <a:prstClr val="black"/>
                </a:solidFill>
              </a:rPr>
              <a:t>10</a:t>
            </a:r>
            <a:r>
              <a:rPr lang="ja-JP" altLang="en-US">
                <a:solidFill>
                  <a:prstClr val="black"/>
                </a:solidFill>
              </a:rPr>
              <a:t>月</a:t>
            </a:r>
            <a:r>
              <a:rPr lang="en-US" altLang="ja-JP" dirty="0">
                <a:solidFill>
                  <a:prstClr val="black"/>
                </a:solidFill>
              </a:rPr>
              <a:t>30</a:t>
            </a:r>
            <a:r>
              <a:rPr lang="ja-JP" altLang="en-US">
                <a:solidFill>
                  <a:prstClr val="black"/>
                </a:solidFill>
              </a:rPr>
              <a:t>日（日）　</a:t>
            </a:r>
            <a:r>
              <a:rPr lang="en-US" altLang="ja-JP" dirty="0">
                <a:solidFill>
                  <a:prstClr val="black"/>
                </a:solidFill>
              </a:rPr>
              <a:t>9:00 </a:t>
            </a:r>
            <a:r>
              <a:rPr lang="ja-JP" altLang="en-US">
                <a:solidFill>
                  <a:prstClr val="black"/>
                </a:solidFill>
              </a:rPr>
              <a:t>～ </a:t>
            </a:r>
            <a:r>
              <a:rPr lang="en-US" altLang="ja-JP" dirty="0">
                <a:solidFill>
                  <a:prstClr val="black"/>
                </a:solidFill>
              </a:rPr>
              <a:t>20:00</a:t>
            </a:r>
          </a:p>
          <a:p>
            <a:pPr marL="0" lvl="0" indent="0">
              <a:buNone/>
            </a:pPr>
            <a:r>
              <a:rPr lang="ja-JP" altLang="ja-JP">
                <a:solidFill>
                  <a:prstClr val="black"/>
                </a:solidFill>
              </a:rPr>
              <a:t>【場所】</a:t>
            </a:r>
            <a:r>
              <a:rPr lang="ja-JP" altLang="en-US">
                <a:solidFill>
                  <a:prstClr val="black"/>
                </a:solidFill>
              </a:rPr>
              <a:t>　　　　　　　新サークル棟</a:t>
            </a:r>
            <a:r>
              <a:rPr lang="en-US" altLang="ja-JP" dirty="0">
                <a:solidFill>
                  <a:prstClr val="black"/>
                </a:solidFill>
              </a:rPr>
              <a:t>1</a:t>
            </a:r>
            <a:r>
              <a:rPr lang="ja-JP" altLang="en-US">
                <a:solidFill>
                  <a:prstClr val="black"/>
                </a:solidFill>
              </a:rPr>
              <a:t>　</a:t>
            </a:r>
            <a:r>
              <a:rPr lang="en-US" altLang="ja-JP" dirty="0">
                <a:solidFill>
                  <a:prstClr val="black"/>
                </a:solidFill>
              </a:rPr>
              <a:t>4</a:t>
            </a:r>
            <a:r>
              <a:rPr lang="ja-JP" altLang="en-US">
                <a:solidFill>
                  <a:prstClr val="black"/>
                </a:solidFill>
              </a:rPr>
              <a:t>階</a:t>
            </a:r>
            <a:endParaRPr lang="en-US" altLang="ja-JP" dirty="0">
              <a:solidFill>
                <a:prstClr val="black"/>
              </a:solidFill>
            </a:endParaRPr>
          </a:p>
          <a:p>
            <a:pPr marL="0" lvl="0" indent="0">
              <a:buNone/>
            </a:pPr>
            <a:r>
              <a:rPr lang="en-US" altLang="ja-JP" dirty="0">
                <a:solidFill>
                  <a:prstClr val="black"/>
                </a:solidFill>
              </a:rPr>
              <a:t>【</a:t>
            </a:r>
            <a:r>
              <a:rPr lang="ja-JP" altLang="en-US">
                <a:solidFill>
                  <a:prstClr val="black"/>
                </a:solidFill>
              </a:rPr>
              <a:t>必要なもの</a:t>
            </a:r>
            <a:r>
              <a:rPr lang="en-US" altLang="ja-JP" dirty="0">
                <a:solidFill>
                  <a:prstClr val="black"/>
                </a:solidFill>
              </a:rPr>
              <a:t>】</a:t>
            </a:r>
            <a:r>
              <a:rPr lang="ja-JP" altLang="en-US">
                <a:solidFill>
                  <a:prstClr val="black"/>
                </a:solidFill>
              </a:rPr>
              <a:t>　　　参加団体認定証、製版用の原稿、印刷用紙</a:t>
            </a:r>
            <a:endParaRPr lang="en-US" altLang="ja-JP" dirty="0">
              <a:solidFill>
                <a:prstClr val="black"/>
              </a:solidFill>
            </a:endParaRPr>
          </a:p>
          <a:p>
            <a:pPr marL="0" lvl="0" indent="0">
              <a:buNone/>
            </a:pPr>
            <a:r>
              <a:rPr lang="ja-JP" altLang="ja-JP">
                <a:solidFill>
                  <a:prstClr val="black"/>
                </a:solidFill>
              </a:rPr>
              <a:t>【</a:t>
            </a:r>
            <a:r>
              <a:rPr lang="ja-JP" altLang="en-US">
                <a:solidFill>
                  <a:prstClr val="black"/>
                </a:solidFill>
              </a:rPr>
              <a:t>予約期間</a:t>
            </a:r>
            <a:r>
              <a:rPr lang="ja-JP" altLang="ja-JP">
                <a:solidFill>
                  <a:prstClr val="black"/>
                </a:solidFill>
              </a:rPr>
              <a:t>】</a:t>
            </a:r>
            <a:r>
              <a:rPr lang="ja-JP" altLang="en-US">
                <a:solidFill>
                  <a:prstClr val="black"/>
                </a:solidFill>
              </a:rPr>
              <a:t>　　　　</a:t>
            </a:r>
            <a:r>
              <a:rPr lang="en-US" altLang="ja-JP" dirty="0">
                <a:solidFill>
                  <a:prstClr val="black"/>
                </a:solidFill>
              </a:rPr>
              <a:t>10</a:t>
            </a:r>
            <a:r>
              <a:rPr lang="ja-JP" altLang="en-US">
                <a:solidFill>
                  <a:prstClr val="black"/>
                </a:solidFill>
              </a:rPr>
              <a:t>月</a:t>
            </a:r>
            <a:r>
              <a:rPr lang="en-US" altLang="ja-JP" dirty="0">
                <a:solidFill>
                  <a:prstClr val="black"/>
                </a:solidFill>
              </a:rPr>
              <a:t>5</a:t>
            </a:r>
            <a:r>
              <a:rPr lang="ja-JP" altLang="en-US">
                <a:solidFill>
                  <a:prstClr val="black"/>
                </a:solidFill>
              </a:rPr>
              <a:t>日（木）～（先着順）</a:t>
            </a:r>
            <a:endParaRPr lang="en-US" altLang="ja-JP" dirty="0">
              <a:solidFill>
                <a:prstClr val="black"/>
              </a:solidFill>
            </a:endParaRPr>
          </a:p>
          <a:p>
            <a:pPr marL="0" lvl="0" indent="0">
              <a:buNone/>
            </a:pPr>
            <a:r>
              <a:rPr lang="ja-JP" altLang="ja-JP">
                <a:solidFill>
                  <a:prstClr val="black"/>
                </a:solidFill>
              </a:rPr>
              <a:t>【</a:t>
            </a:r>
            <a:r>
              <a:rPr lang="ja-JP" altLang="en-US">
                <a:solidFill>
                  <a:prstClr val="black"/>
                </a:solidFill>
              </a:rPr>
              <a:t>予約方法</a:t>
            </a:r>
            <a:r>
              <a:rPr lang="ja-JP" altLang="ja-JP">
                <a:solidFill>
                  <a:prstClr val="black"/>
                </a:solidFill>
              </a:rPr>
              <a:t>】</a:t>
            </a:r>
            <a:r>
              <a:rPr lang="ja-JP" altLang="en-US">
                <a:solidFill>
                  <a:prstClr val="black"/>
                </a:solidFill>
              </a:rPr>
              <a:t>　　　　</a:t>
            </a:r>
            <a:r>
              <a:rPr lang="ja-JP" altLang="en-US" sz="2000">
                <a:solidFill>
                  <a:prstClr val="black"/>
                </a:solidFill>
              </a:rPr>
              <a:t>・工大祭実行委員会室で直接予約</a:t>
            </a:r>
            <a:br>
              <a:rPr lang="en-US" altLang="ja-JP" sz="2000" dirty="0">
                <a:solidFill>
                  <a:prstClr val="black"/>
                </a:solidFill>
              </a:rPr>
            </a:br>
            <a:r>
              <a:rPr lang="ja-JP" altLang="en-US">
                <a:solidFill>
                  <a:prstClr val="black"/>
                </a:solidFill>
              </a:rPr>
              <a:t>　　　　　　　　　　　</a:t>
            </a:r>
            <a:r>
              <a:rPr lang="en-US" altLang="ja-JP" dirty="0">
                <a:solidFill>
                  <a:prstClr val="black"/>
                </a:solidFill>
              </a:rPr>
              <a:t> </a:t>
            </a:r>
            <a:r>
              <a:rPr kumimoji="1" lang="ja-JP" altLang="en-US" sz="2000"/>
              <a:t>・公式</a:t>
            </a:r>
            <a:r>
              <a:rPr kumimoji="1" lang="en-US" altLang="ja-JP" sz="2000" dirty="0"/>
              <a:t>LINE</a:t>
            </a:r>
            <a:r>
              <a:rPr kumimoji="1" lang="ja-JP" altLang="en-US" sz="2000"/>
              <a:t>による予約</a:t>
            </a:r>
            <a:br>
              <a:rPr lang="en-US" altLang="ja-JP" sz="2000" dirty="0"/>
            </a:br>
            <a:r>
              <a:rPr lang="ja-JP" altLang="en-US"/>
              <a:t>　　　　　　　　　　　</a:t>
            </a:r>
            <a:r>
              <a:rPr lang="en-US" altLang="ja-JP" dirty="0"/>
              <a:t> </a:t>
            </a:r>
            <a:r>
              <a:rPr kumimoji="1" lang="ja-JP" altLang="en-US" sz="2000"/>
              <a:t>・メール</a:t>
            </a:r>
            <a:r>
              <a:rPr lang="ja-JP" altLang="en-US" sz="2000"/>
              <a:t>（</a:t>
            </a:r>
            <a:r>
              <a:rPr lang="en-US" altLang="ja-JP" sz="2000" dirty="0" err="1"/>
              <a:t>info@jizi.jp</a:t>
            </a:r>
            <a:r>
              <a:rPr lang="ja-JP" altLang="en-US" sz="2000"/>
              <a:t>）による予約</a:t>
            </a:r>
          </a:p>
        </p:txBody>
      </p:sp>
      <p:grpSp>
        <p:nvGrpSpPr>
          <p:cNvPr id="11" name="グループ化 10">
            <a:extLst>
              <a:ext uri="{FF2B5EF4-FFF2-40B4-BE49-F238E27FC236}">
                <a16:creationId xmlns:a16="http://schemas.microsoft.com/office/drawing/2014/main" id="{F0B13C9E-2C3C-C241-B030-628F97ADB8A7}"/>
              </a:ext>
            </a:extLst>
          </p:cNvPr>
          <p:cNvGrpSpPr/>
          <p:nvPr/>
        </p:nvGrpSpPr>
        <p:grpSpPr>
          <a:xfrm>
            <a:off x="829341" y="5627541"/>
            <a:ext cx="10520744" cy="501651"/>
            <a:chOff x="829341" y="5627541"/>
            <a:chExt cx="10520744" cy="501651"/>
          </a:xfrm>
        </p:grpSpPr>
        <p:sp>
          <p:nvSpPr>
            <p:cNvPr id="13" name="四角形: 角を丸くする 13">
              <a:extLst>
                <a:ext uri="{FF2B5EF4-FFF2-40B4-BE49-F238E27FC236}">
                  <a16:creationId xmlns:a16="http://schemas.microsoft.com/office/drawing/2014/main" id="{D446F5C9-7BB2-234F-AC9A-7A27A53978EB}"/>
                </a:ext>
              </a:extLst>
            </p:cNvPr>
            <p:cNvSpPr/>
            <p:nvPr/>
          </p:nvSpPr>
          <p:spPr>
            <a:xfrm>
              <a:off x="834488" y="5627541"/>
              <a:ext cx="10515597" cy="501651"/>
            </a:xfrm>
            <a:prstGeom prst="roundRect">
              <a:avLst/>
            </a:prstGeom>
            <a:solidFill>
              <a:schemeClr val="tx1">
                <a:lumMod val="65000"/>
                <a:lumOff val="35000"/>
              </a:schemeClr>
            </a:solidFill>
            <a:ln w="38100" cmpd="sng">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8E5F2E3-3C72-2D48-AC61-F8BA304FEFDD}"/>
                </a:ext>
              </a:extLst>
            </p:cNvPr>
            <p:cNvSpPr txBox="1"/>
            <p:nvPr/>
          </p:nvSpPr>
          <p:spPr>
            <a:xfrm>
              <a:off x="829341" y="5647533"/>
              <a:ext cx="1758784" cy="461665"/>
            </a:xfrm>
            <a:prstGeom prst="rect">
              <a:avLst/>
            </a:prstGeom>
            <a:noFill/>
          </p:spPr>
          <p:txBody>
            <a:bodyPr wrap="square" rtlCol="0">
              <a:spAutoFit/>
            </a:bodyPr>
            <a:lstStyle/>
            <a:p>
              <a:pPr algn="ctr"/>
              <a:r>
                <a:rPr lang="ja-JP" altLang="en-US" sz="2400" dirty="0">
                  <a:solidFill>
                    <a:schemeClr val="bg1"/>
                  </a:solidFill>
                </a:rPr>
                <a:t>詳細</a:t>
              </a:r>
              <a:r>
                <a:rPr kumimoji="1" lang="ja-JP" altLang="en-US" sz="2400" dirty="0">
                  <a:solidFill>
                    <a:schemeClr val="bg1"/>
                  </a:solidFill>
                </a:rPr>
                <a:t>は</a:t>
              </a:r>
            </a:p>
          </p:txBody>
        </p:sp>
        <p:sp>
          <p:nvSpPr>
            <p:cNvPr id="15" name="テキスト ボックス 14">
              <a:extLst>
                <a:ext uri="{FF2B5EF4-FFF2-40B4-BE49-F238E27FC236}">
                  <a16:creationId xmlns:a16="http://schemas.microsoft.com/office/drawing/2014/main" id="{EC9AB0C1-BEDF-5743-B698-D597ED47C939}"/>
                </a:ext>
              </a:extLst>
            </p:cNvPr>
            <p:cNvSpPr txBox="1"/>
            <p:nvPr/>
          </p:nvSpPr>
          <p:spPr>
            <a:xfrm>
              <a:off x="2588125" y="5675288"/>
              <a:ext cx="5933576" cy="400110"/>
            </a:xfrm>
            <a:prstGeom prst="rect">
              <a:avLst/>
            </a:prstGeom>
            <a:solidFill>
              <a:schemeClr val="bg1"/>
            </a:solidFill>
          </p:spPr>
          <p:txBody>
            <a:bodyPr wrap="square" rtlCol="0" anchor="ctr">
              <a:spAutoFit/>
            </a:bodyPr>
            <a:lstStyle/>
            <a:p>
              <a:pPr algn="ctr"/>
              <a:r>
                <a:rPr lang="en-US" altLang="ja-JP" sz="2000" dirty="0"/>
                <a:t>TIPS</a:t>
              </a:r>
              <a:r>
                <a:rPr lang="ja-JP" altLang="en-US" sz="2000" dirty="0"/>
                <a:t>　</a:t>
              </a:r>
              <a:r>
                <a:rPr lang="en-US" altLang="ja-JP" sz="2000" dirty="0"/>
                <a:t>P.16</a:t>
              </a:r>
              <a:endParaRPr kumimoji="1" lang="ja-JP" altLang="en-US" sz="2000" dirty="0"/>
            </a:p>
          </p:txBody>
        </p:sp>
        <p:sp>
          <p:nvSpPr>
            <p:cNvPr id="16" name="テキスト ボックス 15">
              <a:extLst>
                <a:ext uri="{FF2B5EF4-FFF2-40B4-BE49-F238E27FC236}">
                  <a16:creationId xmlns:a16="http://schemas.microsoft.com/office/drawing/2014/main" id="{E1A5ECE1-66B6-974B-9E39-132EC4CEE796}"/>
                </a:ext>
              </a:extLst>
            </p:cNvPr>
            <p:cNvSpPr txBox="1"/>
            <p:nvPr/>
          </p:nvSpPr>
          <p:spPr>
            <a:xfrm>
              <a:off x="8521700" y="5644511"/>
              <a:ext cx="2828385" cy="461665"/>
            </a:xfrm>
            <a:prstGeom prst="rect">
              <a:avLst/>
            </a:prstGeom>
            <a:noFill/>
          </p:spPr>
          <p:txBody>
            <a:bodyPr wrap="square" rtlCol="0">
              <a:spAutoFit/>
            </a:bodyPr>
            <a:lstStyle/>
            <a:p>
              <a:pPr algn="ctr"/>
              <a:r>
                <a:rPr lang="ja-JP" altLang="en-US" sz="2400" dirty="0">
                  <a:solidFill>
                    <a:schemeClr val="bg1"/>
                  </a:solidFill>
                </a:rPr>
                <a:t>をご覧ください</a:t>
              </a:r>
              <a:endParaRPr kumimoji="1" lang="ja-JP" altLang="en-US" sz="2400" dirty="0">
                <a:solidFill>
                  <a:schemeClr val="bg1"/>
                </a:solidFill>
              </a:endParaRPr>
            </a:p>
          </p:txBody>
        </p:sp>
      </p:grpSp>
    </p:spTree>
    <p:extLst>
      <p:ext uri="{BB962C8B-B14F-4D97-AF65-F5344CB8AC3E}">
        <p14:creationId xmlns:p14="http://schemas.microsoft.com/office/powerpoint/2010/main" val="1895314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88FDE-688F-2E89-B6A7-9F56299C02C5}"/>
              </a:ext>
            </a:extLst>
          </p:cNvPr>
          <p:cNvSpPr>
            <a:spLocks noGrp="1"/>
          </p:cNvSpPr>
          <p:nvPr>
            <p:ph type="title"/>
          </p:nvPr>
        </p:nvSpPr>
        <p:spPr/>
        <p:txBody>
          <a:bodyPr>
            <a:normAutofit fontScale="90000"/>
          </a:bodyPr>
          <a:lstStyle/>
          <a:p>
            <a:r>
              <a:rPr lang="en-JP" dirty="0"/>
              <a:t>構成員の変更</a:t>
            </a:r>
          </a:p>
        </p:txBody>
      </p:sp>
      <p:sp>
        <p:nvSpPr>
          <p:cNvPr id="3" name="Content Placeholder 2">
            <a:extLst>
              <a:ext uri="{FF2B5EF4-FFF2-40B4-BE49-F238E27FC236}">
                <a16:creationId xmlns:a16="http://schemas.microsoft.com/office/drawing/2014/main" id="{1F30252E-6EE6-0483-1EEB-80ABC4E9FF95}"/>
              </a:ext>
            </a:extLst>
          </p:cNvPr>
          <p:cNvSpPr>
            <a:spLocks noGrp="1"/>
          </p:cNvSpPr>
          <p:nvPr>
            <p:ph idx="1"/>
          </p:nvPr>
        </p:nvSpPr>
        <p:spPr/>
        <p:txBody>
          <a:bodyPr>
            <a:normAutofit/>
          </a:bodyPr>
          <a:lstStyle/>
          <a:p>
            <a:r>
              <a:rPr lang="en-JP" sz="3600" dirty="0"/>
              <a:t>模擬店、講義室、その他の団体の構成員の変更が</a:t>
            </a:r>
            <a:br>
              <a:rPr lang="en-JP" sz="3600" dirty="0"/>
            </a:br>
            <a:r>
              <a:rPr lang="en-JP" sz="3600" dirty="0"/>
              <a:t>ある場合は、10月14日までにメールにてご連絡</a:t>
            </a:r>
            <a:br>
              <a:rPr lang="en-JP" sz="3600" dirty="0"/>
            </a:br>
            <a:r>
              <a:rPr lang="en-JP" sz="3600" dirty="0"/>
              <a:t>ください。</a:t>
            </a:r>
          </a:p>
        </p:txBody>
      </p:sp>
      <p:sp>
        <p:nvSpPr>
          <p:cNvPr id="4" name="Text Placeholder 3">
            <a:extLst>
              <a:ext uri="{FF2B5EF4-FFF2-40B4-BE49-F238E27FC236}">
                <a16:creationId xmlns:a16="http://schemas.microsoft.com/office/drawing/2014/main" id="{9BA0A81A-142A-672F-215A-7E9D1AF104B9}"/>
              </a:ext>
            </a:extLst>
          </p:cNvPr>
          <p:cNvSpPr>
            <a:spLocks noGrp="1"/>
          </p:cNvSpPr>
          <p:nvPr>
            <p:ph type="body" sz="quarter" idx="13"/>
          </p:nvPr>
        </p:nvSpPr>
        <p:spPr/>
        <p:txBody>
          <a:bodyPr/>
          <a:lstStyle/>
          <a:p>
            <a:endParaRPr lang="en-JP"/>
          </a:p>
        </p:txBody>
      </p:sp>
      <p:sp>
        <p:nvSpPr>
          <p:cNvPr id="5" name="日付プレースホルダー 3">
            <a:extLst>
              <a:ext uri="{FF2B5EF4-FFF2-40B4-BE49-F238E27FC236}">
                <a16:creationId xmlns:a16="http://schemas.microsoft.com/office/drawing/2014/main" id="{6E8EC0CB-5B75-5DE5-3328-3D900F18B88D}"/>
              </a:ext>
            </a:extLst>
          </p:cNvPr>
          <p:cNvSpPr>
            <a:spLocks noGrp="1"/>
          </p:cNvSpPr>
          <p:nvPr>
            <p:ph type="dt" sz="half" idx="10"/>
          </p:nvPr>
        </p:nvSpPr>
        <p:spPr>
          <a:xfrm>
            <a:off x="9472276" y="6356350"/>
            <a:ext cx="1677690" cy="501650"/>
          </a:xfrm>
        </p:spPr>
        <p:txBody>
          <a:bodyPr/>
          <a:lstStyle/>
          <a:p>
            <a:endParaRPr lang="en-US" altLang="ja-JP" dirty="0"/>
          </a:p>
        </p:txBody>
      </p:sp>
      <p:sp>
        <p:nvSpPr>
          <p:cNvPr id="6" name="フッター プレースホルダー 7">
            <a:extLst>
              <a:ext uri="{FF2B5EF4-FFF2-40B4-BE49-F238E27FC236}">
                <a16:creationId xmlns:a16="http://schemas.microsoft.com/office/drawing/2014/main" id="{001A3A4C-8533-5323-C486-68DEC9672D35}"/>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7" name="スライド番号プレースホルダー 8">
            <a:extLst>
              <a:ext uri="{FF2B5EF4-FFF2-40B4-BE49-F238E27FC236}">
                <a16:creationId xmlns:a16="http://schemas.microsoft.com/office/drawing/2014/main" id="{330C597A-3A29-6795-9BD4-44A62869356B}"/>
              </a:ext>
            </a:extLst>
          </p:cNvPr>
          <p:cNvSpPr>
            <a:spLocks noGrp="1"/>
          </p:cNvSpPr>
          <p:nvPr>
            <p:ph type="sldNum" sz="quarter" idx="12"/>
          </p:nvPr>
        </p:nvSpPr>
        <p:spPr>
          <a:xfrm>
            <a:off x="11149966" y="6356347"/>
            <a:ext cx="1042033" cy="501651"/>
          </a:xfrm>
        </p:spPr>
        <p:txBody>
          <a:bodyPr/>
          <a:lstStyle/>
          <a:p>
            <a:fld id="{73192BC5-A2DD-B04F-A736-AAEFDCBDBEAE}" type="slidenum">
              <a:rPr lang="ja-JP" altLang="en-US" smtClean="0"/>
              <a:t>27</a:t>
            </a:fld>
            <a:endParaRPr lang="ja-JP" altLang="en-US" dirty="0"/>
          </a:p>
        </p:txBody>
      </p:sp>
    </p:spTree>
    <p:extLst>
      <p:ext uri="{BB962C8B-B14F-4D97-AF65-F5344CB8AC3E}">
        <p14:creationId xmlns:p14="http://schemas.microsoft.com/office/powerpoint/2010/main" val="3716990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28</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4.</a:t>
            </a:r>
            <a:r>
              <a:rPr lang="ja-JP" altLang="en-US" sz="4400" dirty="0"/>
              <a:t>工大祭準備日</a:t>
            </a:r>
          </a:p>
        </p:txBody>
      </p:sp>
    </p:spTree>
    <p:extLst>
      <p:ext uri="{BB962C8B-B14F-4D97-AF65-F5344CB8AC3E}">
        <p14:creationId xmlns:p14="http://schemas.microsoft.com/office/powerpoint/2010/main" val="3632748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準備日の配布物リスト</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29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物品受け取り</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kumimoji="1" lang="en-US" altLang="ja-JP" sz="4800" dirty="0"/>
          </a:p>
          <a:p>
            <a:pPr marL="0" indent="0" algn="r">
              <a:buNone/>
            </a:pPr>
            <a:endParaRPr kumimoji="1" lang="en-US" altLang="ja-JP" sz="4800" dirty="0"/>
          </a:p>
          <a:p>
            <a:pPr marL="0" indent="0" algn="r">
              <a:buNone/>
            </a:pPr>
            <a:endParaRPr lang="en-US" altLang="ja-JP" sz="4800" dirty="0"/>
          </a:p>
          <a:p>
            <a:pPr marL="0" indent="0" algn="r">
              <a:buNone/>
            </a:pPr>
            <a:endParaRPr lang="en-US" altLang="ja-JP" sz="4800" dirty="0"/>
          </a:p>
          <a:p>
            <a:pPr marL="0" indent="0">
              <a:buNone/>
            </a:pPr>
            <a:endParaRPr lang="en-US" altLang="ja-JP" dirty="0"/>
          </a:p>
          <a:p>
            <a:pPr marL="0" indent="0" algn="r">
              <a:buNone/>
            </a:pPr>
            <a:endParaRPr kumimoji="1" lang="en-US" altLang="ja-JP" sz="4800" dirty="0"/>
          </a:p>
          <a:p>
            <a:pPr marL="0" indent="0" algn="r">
              <a:buNone/>
            </a:pPr>
            <a:endParaRPr kumimoji="1" lang="ja-JP" altLang="en-US" sz="4800" dirty="0"/>
          </a:p>
        </p:txBody>
      </p:sp>
      <p:graphicFrame>
        <p:nvGraphicFramePr>
          <p:cNvPr id="6" name="表 10">
            <a:extLst>
              <a:ext uri="{FF2B5EF4-FFF2-40B4-BE49-F238E27FC236}">
                <a16:creationId xmlns:a16="http://schemas.microsoft.com/office/drawing/2014/main" id="{B84A5B76-4442-C623-5127-A72ECB25CD8F}"/>
              </a:ext>
            </a:extLst>
          </p:cNvPr>
          <p:cNvGraphicFramePr>
            <a:graphicFrameLocks noGrp="1"/>
          </p:cNvGraphicFramePr>
          <p:nvPr>
            <p:extLst>
              <p:ext uri="{D42A27DB-BD31-4B8C-83A1-F6EECF244321}">
                <p14:modId xmlns:p14="http://schemas.microsoft.com/office/powerpoint/2010/main" val="3383630276"/>
              </p:ext>
            </p:extLst>
          </p:nvPr>
        </p:nvGraphicFramePr>
        <p:xfrm>
          <a:off x="1168400" y="1579068"/>
          <a:ext cx="9740900" cy="4351830"/>
        </p:xfrm>
        <a:graphic>
          <a:graphicData uri="http://schemas.openxmlformats.org/drawingml/2006/table">
            <a:tbl>
              <a:tblPr firstRow="1" bandRow="1">
                <a:tableStyleId>{5C22544A-7EE6-4342-B048-85BDC9FD1C3A}</a:tableStyleId>
              </a:tblPr>
              <a:tblGrid>
                <a:gridCol w="2895811">
                  <a:extLst>
                    <a:ext uri="{9D8B030D-6E8A-4147-A177-3AD203B41FA5}">
                      <a16:colId xmlns:a16="http://schemas.microsoft.com/office/drawing/2014/main" val="208630283"/>
                    </a:ext>
                  </a:extLst>
                </a:gridCol>
                <a:gridCol w="2335059">
                  <a:extLst>
                    <a:ext uri="{9D8B030D-6E8A-4147-A177-3AD203B41FA5}">
                      <a16:colId xmlns:a16="http://schemas.microsoft.com/office/drawing/2014/main" val="2321090311"/>
                    </a:ext>
                  </a:extLst>
                </a:gridCol>
                <a:gridCol w="2440461">
                  <a:extLst>
                    <a:ext uri="{9D8B030D-6E8A-4147-A177-3AD203B41FA5}">
                      <a16:colId xmlns:a16="http://schemas.microsoft.com/office/drawing/2014/main" val="1102775121"/>
                    </a:ext>
                  </a:extLst>
                </a:gridCol>
                <a:gridCol w="2069569">
                  <a:extLst>
                    <a:ext uri="{9D8B030D-6E8A-4147-A177-3AD203B41FA5}">
                      <a16:colId xmlns:a16="http://schemas.microsoft.com/office/drawing/2014/main" val="117790843"/>
                    </a:ext>
                  </a:extLst>
                </a:gridCol>
              </a:tblGrid>
              <a:tr h="487993">
                <a:tc>
                  <a:txBody>
                    <a:bodyPr/>
                    <a:lstStyle/>
                    <a:p>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場所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持ち物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9462561"/>
                  </a:ext>
                </a:extLst>
              </a:tr>
              <a:tr h="1203271">
                <a:tc>
                  <a:txBody>
                    <a:bodyPr/>
                    <a:lstStyle/>
                    <a:p>
                      <a:r>
                        <a:rPr kumimoji="1" lang="ja-JP" altLang="en-US" sz="2000" dirty="0">
                          <a:solidFill>
                            <a:schemeClr val="tx1"/>
                          </a:solidFill>
                        </a:rPr>
                        <a:t>借用物品</a:t>
                      </a:r>
                      <a:endParaRPr kumimoji="1" lang="en-US" altLang="ja-JP" sz="2000" dirty="0">
                        <a:solidFill>
                          <a:schemeClr val="tx1"/>
                        </a:solidFill>
                      </a:endParaRPr>
                    </a:p>
                    <a:p>
                      <a:r>
                        <a:rPr kumimoji="1" lang="en-US" altLang="ja-JP" sz="2000" dirty="0">
                          <a:solidFill>
                            <a:schemeClr val="tx1"/>
                          </a:solidFill>
                        </a:rPr>
                        <a:t>(</a:t>
                      </a:r>
                      <a:r>
                        <a:rPr kumimoji="1" lang="ja-JP" altLang="en-US" sz="2000" dirty="0">
                          <a:solidFill>
                            <a:schemeClr val="tx1"/>
                          </a:solidFill>
                        </a:rPr>
                        <a:t>長机・椅子・防災物品</a:t>
                      </a:r>
                      <a:r>
                        <a:rPr kumimoji="1" lang="en-US" altLang="ja-JP" sz="2000" dirty="0">
                          <a:solidFill>
                            <a:schemeClr val="tx1"/>
                          </a:solidFill>
                        </a:rPr>
                        <a:t>)</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10:00</a:t>
                      </a:r>
                      <a:r>
                        <a:rPr kumimoji="1" lang="ja-JP" altLang="en-US" sz="2000" dirty="0">
                          <a:solidFill>
                            <a:schemeClr val="tx1"/>
                          </a:solidFill>
                        </a:rPr>
                        <a:t>～</a:t>
                      </a:r>
                      <a:r>
                        <a:rPr kumimoji="1" lang="en-US" altLang="ja-JP" sz="2000" dirty="0">
                          <a:solidFill>
                            <a:schemeClr val="tx1"/>
                          </a:solidFill>
                        </a:rPr>
                        <a:t>14:00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西</a:t>
                      </a:r>
                      <a:r>
                        <a:rPr kumimoji="1" lang="en-US" altLang="ja-JP" sz="2000" dirty="0">
                          <a:solidFill>
                            <a:schemeClr val="tx1"/>
                          </a:solidFill>
                        </a:rPr>
                        <a:t>8</a:t>
                      </a:r>
                      <a:r>
                        <a:rPr kumimoji="1" lang="ja-JP" altLang="en-US" sz="2000">
                          <a:solidFill>
                            <a:schemeClr val="tx1"/>
                          </a:solidFill>
                        </a:rPr>
                        <a:t>号館体育館側</a:t>
                      </a:r>
                      <a:br>
                        <a:rPr kumimoji="1" lang="en-US" altLang="ja-JP" sz="2000" dirty="0">
                          <a:solidFill>
                            <a:schemeClr val="tx1"/>
                          </a:solidFill>
                        </a:rPr>
                      </a:br>
                      <a:r>
                        <a:rPr kumimoji="1" lang="ja-JP" altLang="en-US" sz="2000">
                          <a:solidFill>
                            <a:schemeClr val="tx1"/>
                          </a:solidFill>
                        </a:rPr>
                        <a:t>入り口前</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参加団体認定証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2988886"/>
                  </a:ext>
                </a:extLst>
              </a:tr>
              <a:tr h="842290">
                <a:tc>
                  <a:txBody>
                    <a:bodyPr/>
                    <a:lstStyle/>
                    <a:p>
                      <a:r>
                        <a:rPr kumimoji="1" lang="ja-JP" altLang="en-US" sz="2000" dirty="0">
                          <a:solidFill>
                            <a:schemeClr val="tx1"/>
                          </a:solidFill>
                        </a:rPr>
                        <a:t>段ボール・各種ゴミ袋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10:00</a:t>
                      </a:r>
                      <a:r>
                        <a:rPr kumimoji="1" lang="ja-JP" altLang="en-US" sz="2000" dirty="0">
                          <a:solidFill>
                            <a:schemeClr val="tx1"/>
                          </a:solidFill>
                        </a:rPr>
                        <a:t>～</a:t>
                      </a:r>
                      <a:r>
                        <a:rPr kumimoji="1" lang="en-US" altLang="ja-JP" sz="2000" dirty="0">
                          <a:solidFill>
                            <a:schemeClr val="tx1"/>
                          </a:solidFill>
                        </a:rPr>
                        <a:t>14:00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西</a:t>
                      </a:r>
                      <a:r>
                        <a:rPr kumimoji="1" lang="en-US" altLang="ja-JP" sz="2000" dirty="0">
                          <a:solidFill>
                            <a:schemeClr val="tx1"/>
                          </a:solidFill>
                        </a:rPr>
                        <a:t>8</a:t>
                      </a:r>
                      <a:r>
                        <a:rPr kumimoji="1" lang="ja-JP" altLang="en-US" sz="2000">
                          <a:solidFill>
                            <a:schemeClr val="tx1"/>
                          </a:solidFill>
                        </a:rPr>
                        <a:t>号館体育館側</a:t>
                      </a:r>
                      <a:br>
                        <a:rPr kumimoji="1" lang="en-US" altLang="ja-JP" sz="2000" dirty="0">
                          <a:solidFill>
                            <a:schemeClr val="tx1"/>
                          </a:solidFill>
                        </a:rPr>
                      </a:br>
                      <a:r>
                        <a:rPr kumimoji="1" lang="ja-JP" altLang="en-US" sz="2000">
                          <a:solidFill>
                            <a:schemeClr val="tx1"/>
                          </a:solidFill>
                        </a:rPr>
                        <a:t>入り口前</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参加団体認定証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9526596"/>
                  </a:ext>
                </a:extLst>
              </a:tr>
              <a:tr h="487993">
                <a:tc>
                  <a:txBody>
                    <a:bodyPr/>
                    <a:lstStyle/>
                    <a:p>
                      <a:r>
                        <a:rPr kumimoji="1" lang="ja-JP" altLang="en-US" sz="2000" dirty="0">
                          <a:solidFill>
                            <a:schemeClr val="tx1"/>
                          </a:solidFill>
                        </a:rPr>
                        <a:t>山王スペース＆レンタル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10:00</a:t>
                      </a:r>
                      <a:r>
                        <a:rPr kumimoji="1" lang="ja-JP" altLang="en-US" sz="2000" dirty="0">
                          <a:solidFill>
                            <a:schemeClr val="tx1"/>
                          </a:solidFill>
                        </a:rPr>
                        <a:t>～</a:t>
                      </a:r>
                      <a:r>
                        <a:rPr kumimoji="1" lang="en-US" altLang="ja-JP" sz="2000" dirty="0">
                          <a:solidFill>
                            <a:schemeClr val="tx1"/>
                          </a:solidFill>
                        </a:rPr>
                        <a:t>12:00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保健管理センター前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参加団体認定証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171675"/>
                  </a:ext>
                </a:extLst>
              </a:tr>
              <a:tr h="487993">
                <a:tc>
                  <a:txBody>
                    <a:bodyPr/>
                    <a:lstStyle/>
                    <a:p>
                      <a:r>
                        <a:rPr kumimoji="1" lang="ja-JP" altLang="en-US" sz="2000" dirty="0">
                          <a:solidFill>
                            <a:schemeClr val="tx1"/>
                          </a:solidFill>
                        </a:rPr>
                        <a:t>調理用ビニール手袋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10:00</a:t>
                      </a:r>
                      <a:r>
                        <a:rPr kumimoji="1" lang="ja-JP" altLang="en-US" sz="2000" dirty="0">
                          <a:solidFill>
                            <a:schemeClr val="tx1"/>
                          </a:solidFill>
                        </a:rPr>
                        <a:t>～</a:t>
                      </a:r>
                      <a:r>
                        <a:rPr kumimoji="1" lang="en-US" altLang="ja-JP" sz="2000" dirty="0">
                          <a:solidFill>
                            <a:schemeClr val="tx1"/>
                          </a:solidFill>
                        </a:rPr>
                        <a:t>12:00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保健管理センター前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参加団体認定証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5067072"/>
                  </a:ext>
                </a:extLst>
              </a:tr>
              <a:tr h="842290">
                <a:tc>
                  <a:txBody>
                    <a:bodyPr/>
                    <a:lstStyle/>
                    <a:p>
                      <a:r>
                        <a:rPr kumimoji="1" lang="ja-JP" altLang="en-US" sz="2000" dirty="0">
                          <a:solidFill>
                            <a:schemeClr val="tx1"/>
                          </a:solidFill>
                        </a:rPr>
                        <a:t>生協レンタル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13:00</a:t>
                      </a:r>
                      <a:r>
                        <a:rPr kumimoji="1" lang="ja-JP" altLang="en-US" sz="2000" dirty="0">
                          <a:solidFill>
                            <a:schemeClr val="tx1"/>
                          </a:solidFill>
                        </a:rPr>
                        <a:t>～</a:t>
                      </a:r>
                      <a:r>
                        <a:rPr kumimoji="1" lang="en-US" altLang="ja-JP" sz="2000" dirty="0">
                          <a:solidFill>
                            <a:schemeClr val="tx1"/>
                          </a:solidFill>
                        </a:rPr>
                        <a:t>15:00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保健管理センター前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sz="2000" dirty="0">
                          <a:solidFill>
                            <a:schemeClr val="tx1"/>
                          </a:solidFill>
                        </a:rPr>
                        <a:t>Google</a:t>
                      </a:r>
                      <a:r>
                        <a:rPr kumimoji="1" lang="ja-JP" altLang="en-US" sz="2000">
                          <a:solidFill>
                            <a:schemeClr val="tx1"/>
                          </a:solidFill>
                        </a:rPr>
                        <a:t>フォームの</a:t>
                      </a:r>
                      <a:br>
                        <a:rPr kumimoji="1" lang="en-US" altLang="ja-JP" sz="2000" dirty="0">
                          <a:solidFill>
                            <a:schemeClr val="tx1"/>
                          </a:solidFill>
                        </a:rPr>
                      </a:br>
                      <a:r>
                        <a:rPr kumimoji="1" lang="ja-JP" altLang="en-US" sz="2000">
                          <a:solidFill>
                            <a:schemeClr val="tx1"/>
                          </a:solidFill>
                        </a:rPr>
                        <a:t>返信メール</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991638"/>
                  </a:ext>
                </a:extLst>
              </a:tr>
            </a:tbl>
          </a:graphicData>
        </a:graphic>
      </p:graphicFrame>
    </p:spTree>
    <p:extLst>
      <p:ext uri="{BB962C8B-B14F-4D97-AF65-F5344CB8AC3E}">
        <p14:creationId xmlns:p14="http://schemas.microsoft.com/office/powerpoint/2010/main" val="2799747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準備日の配布物リスト</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物品受け取り</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kumimoji="1" lang="ja-JP" altLang="en-US" sz="3600" dirty="0"/>
              <a:t>必要人数</a:t>
            </a:r>
            <a:endParaRPr kumimoji="1" lang="en-US" altLang="ja-JP" sz="3600" dirty="0"/>
          </a:p>
          <a:p>
            <a:pPr marL="0" indent="0">
              <a:buNone/>
            </a:pPr>
            <a:endParaRPr lang="en-US" altLang="ja-JP" sz="3600" dirty="0"/>
          </a:p>
          <a:p>
            <a:pPr marL="0" indent="0">
              <a:buNone/>
            </a:pPr>
            <a:endParaRPr kumimoji="1" lang="en-US" altLang="ja-JP" sz="3600" dirty="0"/>
          </a:p>
          <a:p>
            <a:pPr marL="0" indent="0">
              <a:buNone/>
            </a:pPr>
            <a:endParaRPr lang="en-US" altLang="ja-JP" sz="3600" dirty="0"/>
          </a:p>
          <a:p>
            <a:pPr marL="0" indent="0">
              <a:buNone/>
            </a:pPr>
            <a:r>
              <a:rPr kumimoji="1" lang="ja-JP" altLang="en-US" sz="3600" dirty="0"/>
              <a:t>雨天時は物品が濡れる恐れがあるため、</a:t>
            </a:r>
            <a:r>
              <a:rPr kumimoji="1" lang="ja-JP" altLang="en-US" sz="3600"/>
              <a:t>物品を</a:t>
            </a:r>
            <a:br>
              <a:rPr kumimoji="1" lang="en-US" altLang="ja-JP" sz="3600" dirty="0"/>
            </a:br>
            <a:r>
              <a:rPr kumimoji="1" lang="ja-JP" altLang="en-US" sz="3600"/>
              <a:t>覆う</a:t>
            </a:r>
            <a:r>
              <a:rPr kumimoji="1" lang="ja-JP" altLang="en-US" sz="3600" dirty="0"/>
              <a:t>ためのゴミ袋やビニールシートなどを</a:t>
            </a:r>
            <a:r>
              <a:rPr kumimoji="1" lang="ja-JP" altLang="en-US" sz="3600"/>
              <a:t>各団体で</a:t>
            </a:r>
            <a:br>
              <a:rPr kumimoji="1" lang="en-US" altLang="ja-JP" sz="3600" dirty="0"/>
            </a:br>
            <a:r>
              <a:rPr kumimoji="1" lang="ja-JP" altLang="en-US" sz="3600"/>
              <a:t>ご用意</a:t>
            </a:r>
            <a:r>
              <a:rPr kumimoji="1" lang="ja-JP" altLang="en-US" sz="3600" dirty="0"/>
              <a:t>ください。</a:t>
            </a:r>
            <a:endParaRPr kumimoji="1" lang="en-US" altLang="ja-JP" sz="3600" dirty="0"/>
          </a:p>
          <a:p>
            <a:pPr marL="0" indent="0" algn="r">
              <a:buNone/>
            </a:pPr>
            <a:endParaRPr kumimoji="1" lang="en-US" altLang="ja-JP" sz="4800" dirty="0"/>
          </a:p>
          <a:p>
            <a:pPr marL="0" indent="0" algn="r">
              <a:buNone/>
            </a:pPr>
            <a:endParaRPr lang="en-US" altLang="ja-JP" sz="4800" dirty="0"/>
          </a:p>
          <a:p>
            <a:pPr marL="0" indent="0" algn="r">
              <a:buNone/>
            </a:pPr>
            <a:endParaRPr lang="en-US" altLang="ja-JP" sz="4800" dirty="0"/>
          </a:p>
          <a:p>
            <a:pPr marL="0" indent="0">
              <a:buNone/>
            </a:pPr>
            <a:endParaRPr lang="en-US" altLang="ja-JP" dirty="0"/>
          </a:p>
          <a:p>
            <a:pPr marL="0" indent="0" algn="r">
              <a:buNone/>
            </a:pPr>
            <a:endParaRPr kumimoji="1" lang="en-US" altLang="ja-JP" sz="4800" dirty="0"/>
          </a:p>
          <a:p>
            <a:pPr marL="0" indent="0" algn="r">
              <a:buNone/>
            </a:pPr>
            <a:endParaRPr kumimoji="1" lang="ja-JP" altLang="en-US" sz="4800" dirty="0"/>
          </a:p>
        </p:txBody>
      </p:sp>
      <p:graphicFrame>
        <p:nvGraphicFramePr>
          <p:cNvPr id="3" name="表 4">
            <a:extLst>
              <a:ext uri="{FF2B5EF4-FFF2-40B4-BE49-F238E27FC236}">
                <a16:creationId xmlns:a16="http://schemas.microsoft.com/office/drawing/2014/main" id="{628B3DA5-36BC-9FAE-F01F-60108A87285F}"/>
              </a:ext>
            </a:extLst>
          </p:cNvPr>
          <p:cNvGraphicFramePr>
            <a:graphicFrameLocks noGrp="1"/>
          </p:cNvGraphicFramePr>
          <p:nvPr>
            <p:extLst>
              <p:ext uri="{D42A27DB-BD31-4B8C-83A1-F6EECF244321}">
                <p14:modId xmlns:p14="http://schemas.microsoft.com/office/powerpoint/2010/main" val="780557901"/>
              </p:ext>
            </p:extLst>
          </p:nvPr>
        </p:nvGraphicFramePr>
        <p:xfrm>
          <a:off x="1264552" y="2225749"/>
          <a:ext cx="8578737" cy="1346791"/>
        </p:xfrm>
        <a:graphic>
          <a:graphicData uri="http://schemas.openxmlformats.org/drawingml/2006/table">
            <a:tbl>
              <a:tblPr firstRow="1" bandRow="1">
                <a:tableStyleId>{5C22544A-7EE6-4342-B048-85BDC9FD1C3A}</a:tableStyleId>
              </a:tblPr>
              <a:tblGrid>
                <a:gridCol w="1141484">
                  <a:extLst>
                    <a:ext uri="{9D8B030D-6E8A-4147-A177-3AD203B41FA5}">
                      <a16:colId xmlns:a16="http://schemas.microsoft.com/office/drawing/2014/main" val="2308977681"/>
                    </a:ext>
                  </a:extLst>
                </a:gridCol>
                <a:gridCol w="1468714">
                  <a:extLst>
                    <a:ext uri="{9D8B030D-6E8A-4147-A177-3AD203B41FA5}">
                      <a16:colId xmlns:a16="http://schemas.microsoft.com/office/drawing/2014/main" val="1857517651"/>
                    </a:ext>
                  </a:extLst>
                </a:gridCol>
                <a:gridCol w="806335">
                  <a:extLst>
                    <a:ext uri="{9D8B030D-6E8A-4147-A177-3AD203B41FA5}">
                      <a16:colId xmlns:a16="http://schemas.microsoft.com/office/drawing/2014/main" val="2531790524"/>
                    </a:ext>
                  </a:extLst>
                </a:gridCol>
                <a:gridCol w="723207">
                  <a:extLst>
                    <a:ext uri="{9D8B030D-6E8A-4147-A177-3AD203B41FA5}">
                      <a16:colId xmlns:a16="http://schemas.microsoft.com/office/drawing/2014/main" val="844501814"/>
                    </a:ext>
                  </a:extLst>
                </a:gridCol>
                <a:gridCol w="1645920">
                  <a:extLst>
                    <a:ext uri="{9D8B030D-6E8A-4147-A177-3AD203B41FA5}">
                      <a16:colId xmlns:a16="http://schemas.microsoft.com/office/drawing/2014/main" val="1393166342"/>
                    </a:ext>
                  </a:extLst>
                </a:gridCol>
                <a:gridCol w="1446415">
                  <a:extLst>
                    <a:ext uri="{9D8B030D-6E8A-4147-A177-3AD203B41FA5}">
                      <a16:colId xmlns:a16="http://schemas.microsoft.com/office/drawing/2014/main" val="2447247338"/>
                    </a:ext>
                  </a:extLst>
                </a:gridCol>
                <a:gridCol w="1346662">
                  <a:extLst>
                    <a:ext uri="{9D8B030D-6E8A-4147-A177-3AD203B41FA5}">
                      <a16:colId xmlns:a16="http://schemas.microsoft.com/office/drawing/2014/main" val="2766629844"/>
                    </a:ext>
                  </a:extLst>
                </a:gridCol>
              </a:tblGrid>
              <a:tr h="494049">
                <a:tc>
                  <a:txBody>
                    <a:bodyPr/>
                    <a:lstStyle/>
                    <a:p>
                      <a:r>
                        <a:rPr kumimoji="1" lang="ja-JP" altLang="en-US" b="0" dirty="0">
                          <a:solidFill>
                            <a:schemeClr val="tx1"/>
                          </a:solidFill>
                        </a:rPr>
                        <a:t>物品名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レンタル物品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長机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椅子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スチールバケツ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荷締めベルト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b="0" dirty="0">
                          <a:solidFill>
                            <a:schemeClr val="tx1"/>
                          </a:solidFill>
                        </a:rPr>
                        <a:t>防災物品</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393409"/>
                  </a:ext>
                </a:extLst>
              </a:tr>
              <a:tr h="852742">
                <a:tc>
                  <a:txBody>
                    <a:bodyPr/>
                    <a:lstStyle/>
                    <a:p>
                      <a:r>
                        <a:rPr kumimoji="1" lang="ja-JP" altLang="en-US" dirty="0"/>
                        <a:t>必要人数</a:t>
                      </a:r>
                      <a:r>
                        <a:rPr kumimoji="1" lang="en-US" altLang="ja-JP" dirty="0"/>
                        <a:t>(</a:t>
                      </a:r>
                      <a:r>
                        <a:rPr kumimoji="1" lang="ja-JP" altLang="en-US" dirty="0"/>
                        <a:t>目安</a:t>
                      </a:r>
                      <a:r>
                        <a:rPr kumimoji="1" lang="en-US" altLang="ja-JP" dirty="0"/>
                        <a:t>)</a:t>
                      </a:r>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5</a:t>
                      </a:r>
                      <a:r>
                        <a:rPr kumimoji="1" lang="ja-JP" altLang="en-US" dirty="0"/>
                        <a:t>～</a:t>
                      </a:r>
                      <a:r>
                        <a:rPr kumimoji="1" lang="en-US" altLang="ja-JP" dirty="0"/>
                        <a:t>10</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2</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1</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1</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1</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en-US" altLang="ja-JP" dirty="0"/>
                        <a:t>1</a:t>
                      </a:r>
                      <a:r>
                        <a:rPr kumimoji="1" lang="ja-JP" altLang="en-US" dirty="0"/>
                        <a:t>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19784"/>
                  </a:ext>
                </a:extLst>
              </a:tr>
            </a:tbl>
          </a:graphicData>
        </a:graphic>
      </p:graphicFrame>
    </p:spTree>
    <p:extLst>
      <p:ext uri="{BB962C8B-B14F-4D97-AF65-F5344CB8AC3E}">
        <p14:creationId xmlns:p14="http://schemas.microsoft.com/office/powerpoint/2010/main" val="2637394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借用物品</a:t>
            </a:r>
            <a:r>
              <a:rPr lang="en-US" altLang="ja-JP" dirty="0"/>
              <a:t>(</a:t>
            </a:r>
            <a:r>
              <a:rPr lang="ja-JP" altLang="en-US" dirty="0"/>
              <a:t>長机・椅子・防災物品</a:t>
            </a:r>
            <a:r>
              <a:rPr lang="en-US" altLang="ja-JP" dirty="0"/>
              <a:t>)</a:t>
            </a:r>
            <a:r>
              <a:rPr lang="ja-JP" altLang="en-US" dirty="0"/>
              <a:t>について</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物品受け取り</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r>
              <a:rPr lang="ja-JP" altLang="en-US" sz="2600" dirty="0"/>
              <a:t>受け取りの際に物品貸出証を発行いたします。返却の際に</a:t>
            </a:r>
            <a:r>
              <a:rPr lang="ja-JP" altLang="en-US" sz="2600"/>
              <a:t>必ずお持ち</a:t>
            </a:r>
            <a:br>
              <a:rPr lang="en-US" altLang="ja-JP" sz="2600" dirty="0"/>
            </a:br>
            <a:r>
              <a:rPr lang="ja-JP" altLang="en-US" sz="2600"/>
              <a:t>ください</a:t>
            </a:r>
            <a:r>
              <a:rPr lang="ja-JP" altLang="en-US" sz="2600" dirty="0"/>
              <a:t>。</a:t>
            </a:r>
            <a:endParaRPr lang="en-US" altLang="ja-JP" sz="2600" dirty="0"/>
          </a:p>
          <a:p>
            <a:r>
              <a:rPr lang="ja-JP" altLang="en-US" sz="2600" dirty="0"/>
              <a:t>長机・椅子に貼り付けてあるラベルは絶対にはがさないでください。</a:t>
            </a:r>
            <a:endParaRPr lang="en-US" altLang="ja-JP" sz="2600" dirty="0"/>
          </a:p>
          <a:p>
            <a:r>
              <a:rPr lang="ja-JP" altLang="en-US" sz="2600" dirty="0"/>
              <a:t>長机・椅子・防災物品以外の借用物品の受け取りは</a:t>
            </a:r>
            <a:r>
              <a:rPr lang="en-US" altLang="ja-JP" sz="2600" dirty="0"/>
              <a:t>【TIPS</a:t>
            </a:r>
            <a:r>
              <a:rPr lang="ja-JP" altLang="en-US" sz="2600" dirty="0"/>
              <a:t>　</a:t>
            </a:r>
            <a:r>
              <a:rPr lang="en-US" altLang="ja-JP" sz="2600" dirty="0"/>
              <a:t>P.36】</a:t>
            </a:r>
            <a:r>
              <a:rPr lang="ja-JP" altLang="en-US" sz="2600"/>
              <a:t>を</a:t>
            </a:r>
            <a:br>
              <a:rPr lang="en-US" altLang="ja-JP" sz="2600" dirty="0"/>
            </a:br>
            <a:r>
              <a:rPr lang="ja-JP" altLang="en-US" sz="2600"/>
              <a:t>ご覧</a:t>
            </a:r>
            <a:r>
              <a:rPr lang="ja-JP" altLang="en-US" sz="2600" dirty="0"/>
              <a:t>ください</a:t>
            </a:r>
            <a:endParaRPr lang="en-US" altLang="ja-JP" sz="2600" dirty="0"/>
          </a:p>
          <a:p>
            <a:r>
              <a:rPr lang="ja-JP" altLang="en-US" sz="2600" dirty="0"/>
              <a:t>　　防災用品とは模擬店企画団体に配布している</a:t>
            </a:r>
            <a:r>
              <a:rPr lang="ja-JP" altLang="en-US" sz="2600">
                <a:solidFill>
                  <a:srgbClr val="FF0000"/>
                </a:solidFill>
              </a:rPr>
              <a:t>スチールバケツ</a:t>
            </a:r>
            <a:r>
              <a:rPr lang="ja-JP" altLang="en-US" sz="2600"/>
              <a:t>、</a:t>
            </a:r>
            <a:br>
              <a:rPr lang="en-US" altLang="ja-JP" sz="2600" dirty="0"/>
            </a:br>
            <a:r>
              <a:rPr lang="ja-JP" altLang="en-US" sz="2600">
                <a:solidFill>
                  <a:srgbClr val="FF0000"/>
                </a:solidFill>
              </a:rPr>
              <a:t>荷締め</a:t>
            </a:r>
            <a:r>
              <a:rPr lang="ja-JP" altLang="en-US" sz="2600" dirty="0">
                <a:solidFill>
                  <a:srgbClr val="FF0000"/>
                </a:solidFill>
              </a:rPr>
              <a:t>ベルト</a:t>
            </a:r>
            <a:r>
              <a:rPr lang="ja-JP" altLang="en-US" sz="2600" dirty="0"/>
              <a:t>、</a:t>
            </a:r>
            <a:r>
              <a:rPr lang="ja-JP" altLang="en-US" sz="2600" dirty="0">
                <a:solidFill>
                  <a:srgbClr val="FF0000"/>
                </a:solidFill>
              </a:rPr>
              <a:t>消火クロス</a:t>
            </a:r>
            <a:r>
              <a:rPr lang="ja-JP" altLang="en-US" sz="2600" dirty="0"/>
              <a:t>の総称です。</a:t>
            </a:r>
            <a:endParaRPr lang="en-US" altLang="ja-JP" sz="2600" dirty="0"/>
          </a:p>
          <a:p>
            <a:r>
              <a:rPr lang="ja-JP" altLang="en-US" sz="2600" dirty="0"/>
              <a:t>　　防災用品が適切に使用されていない場合、企画中止となる</a:t>
            </a:r>
            <a:r>
              <a:rPr lang="ja-JP" altLang="en-US" sz="2600"/>
              <a:t>可能性が</a:t>
            </a:r>
            <a:br>
              <a:rPr lang="en-US" altLang="ja-JP" sz="2600" dirty="0"/>
            </a:br>
            <a:r>
              <a:rPr lang="ja-JP" altLang="en-US" sz="2600"/>
              <a:t>ございます</a:t>
            </a:r>
            <a:r>
              <a:rPr lang="ja-JP" altLang="en-US" sz="2600" dirty="0"/>
              <a:t>のでご注意ください。</a:t>
            </a:r>
            <a:endParaRPr lang="en-US" altLang="ja-JP" sz="2600" dirty="0"/>
          </a:p>
          <a:p>
            <a:pPr marL="0" indent="0">
              <a:buNone/>
            </a:pPr>
            <a:endParaRPr lang="en-US" altLang="ja-JP" sz="2600" dirty="0"/>
          </a:p>
          <a:p>
            <a:pPr marL="0" indent="0">
              <a:buNone/>
            </a:pPr>
            <a:endParaRPr kumimoji="1" lang="en-US" altLang="ja-JP" sz="4800" dirty="0"/>
          </a:p>
          <a:p>
            <a:pPr marL="0" indent="0">
              <a:buNone/>
            </a:pPr>
            <a:endParaRPr kumimoji="1" lang="en-US" altLang="ja-JP" sz="4800" dirty="0"/>
          </a:p>
          <a:p>
            <a:pPr marL="0" indent="0" algn="r">
              <a:buNone/>
            </a:pPr>
            <a:endParaRPr kumimoji="1" lang="en-US" altLang="ja-JP" sz="4800" dirty="0"/>
          </a:p>
          <a:p>
            <a:pPr marL="0" indent="0" algn="r">
              <a:buNone/>
            </a:pPr>
            <a:endParaRPr lang="en-US" altLang="ja-JP" sz="4800" dirty="0"/>
          </a:p>
          <a:p>
            <a:pPr marL="0" indent="0" algn="r">
              <a:buNone/>
            </a:pPr>
            <a:endParaRPr kumimoji="1" lang="en-US" altLang="ja-JP" sz="4800" dirty="0"/>
          </a:p>
          <a:p>
            <a:pPr marL="0" indent="0" algn="r">
              <a:buNone/>
            </a:pPr>
            <a:endParaRPr kumimoji="1" lang="ja-JP" altLang="en-US" sz="4800" dirty="0"/>
          </a:p>
        </p:txBody>
      </p:sp>
      <p:sp>
        <p:nvSpPr>
          <p:cNvPr id="3" name="四角形: 角を丸くする 19">
            <a:extLst>
              <a:ext uri="{FF2B5EF4-FFF2-40B4-BE49-F238E27FC236}">
                <a16:creationId xmlns:a16="http://schemas.microsoft.com/office/drawing/2014/main" id="{40790544-CCC8-B3A6-2388-2CF3DF502C08}"/>
              </a:ext>
            </a:extLst>
          </p:cNvPr>
          <p:cNvSpPr/>
          <p:nvPr/>
        </p:nvSpPr>
        <p:spPr>
          <a:xfrm>
            <a:off x="1116222" y="3511556"/>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
        <p:nvSpPr>
          <p:cNvPr id="5" name="四角形: 角を丸くする 19">
            <a:extLst>
              <a:ext uri="{FF2B5EF4-FFF2-40B4-BE49-F238E27FC236}">
                <a16:creationId xmlns:a16="http://schemas.microsoft.com/office/drawing/2014/main" id="{362A4C03-4C9D-AA19-0749-048C520123D9}"/>
              </a:ext>
            </a:extLst>
          </p:cNvPr>
          <p:cNvSpPr/>
          <p:nvPr/>
        </p:nvSpPr>
        <p:spPr>
          <a:xfrm>
            <a:off x="1116223" y="4344943"/>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Tree>
    <p:extLst>
      <p:ext uri="{BB962C8B-B14F-4D97-AF65-F5344CB8AC3E}">
        <p14:creationId xmlns:p14="http://schemas.microsoft.com/office/powerpoint/2010/main" val="3202491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レンタル物品について</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32</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物品受け取り</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lvl="0"/>
            <a:r>
              <a:rPr lang="ja-JP" altLang="en-US" sz="2400" dirty="0"/>
              <a:t>レンタル物品運搬用のカゴ車を生協レンタル受付で貸出します。その際</a:t>
            </a:r>
            <a:r>
              <a:rPr lang="ja-JP" altLang="en-US" sz="2400"/>
              <a:t>学生証を</a:t>
            </a:r>
            <a:br>
              <a:rPr lang="en-US" altLang="ja-JP" sz="2400" dirty="0"/>
            </a:br>
            <a:r>
              <a:rPr lang="ja-JP" altLang="en-US" sz="2400"/>
              <a:t>お預かり</a:t>
            </a:r>
            <a:r>
              <a:rPr lang="ja-JP" altLang="en-US" sz="2400" dirty="0"/>
              <a:t>します。</a:t>
            </a:r>
            <a:r>
              <a:rPr lang="en-US" altLang="ja-JP" sz="2400" dirty="0"/>
              <a:t>1</a:t>
            </a:r>
            <a:r>
              <a:rPr lang="ja-JP" altLang="en-US" sz="2400" dirty="0"/>
              <a:t>時間以内にご返却ください。</a:t>
            </a:r>
            <a:endParaRPr lang="en-US" altLang="ja-JP" sz="2400" dirty="0"/>
          </a:p>
          <a:p>
            <a:pPr lvl="0"/>
            <a:r>
              <a:rPr lang="en-US" altLang="ja-JP" sz="2400" dirty="0"/>
              <a:t>10</a:t>
            </a:r>
            <a:r>
              <a:rPr lang="ja-JP" altLang="en-US" sz="2400" dirty="0"/>
              <a:t>月</a:t>
            </a:r>
            <a:r>
              <a:rPr lang="en-US" altLang="ja-JP" sz="2400" dirty="0"/>
              <a:t>28</a:t>
            </a:r>
            <a:r>
              <a:rPr lang="ja-JP" altLang="en-US" sz="2400" dirty="0"/>
              <a:t>日</a:t>
            </a:r>
            <a:r>
              <a:rPr lang="en-US" altLang="ja-JP" sz="2400" dirty="0"/>
              <a:t>(</a:t>
            </a:r>
            <a:r>
              <a:rPr lang="ja-JP" altLang="en-US" sz="2400" dirty="0"/>
              <a:t>金</a:t>
            </a:r>
            <a:r>
              <a:rPr lang="en-US" altLang="ja-JP" sz="2400" dirty="0"/>
              <a:t>)14:00</a:t>
            </a:r>
            <a:r>
              <a:rPr lang="ja-JP" altLang="en-US" sz="2400" dirty="0"/>
              <a:t>までに必ず、レンタル物品の動作確認を行ってください。</a:t>
            </a:r>
            <a:endParaRPr lang="en-US" altLang="ja-JP" sz="2400" dirty="0"/>
          </a:p>
          <a:p>
            <a:pPr lvl="0"/>
            <a:r>
              <a:rPr lang="ja-JP" altLang="en-US" sz="2400" dirty="0"/>
              <a:t>机・テント等が壊れていないか必ず確認してください。使用方法が</a:t>
            </a:r>
            <a:r>
              <a:rPr lang="ja-JP" altLang="en-US" sz="2400"/>
              <a:t>わからない、</a:t>
            </a:r>
            <a:br>
              <a:rPr lang="en-US" altLang="ja-JP" sz="2400" dirty="0"/>
            </a:br>
            <a:r>
              <a:rPr lang="ja-JP" altLang="en-US" sz="2400"/>
              <a:t>正しく</a:t>
            </a:r>
            <a:r>
              <a:rPr lang="ja-JP" altLang="en-US" sz="2400" dirty="0"/>
              <a:t>動作しない場合は同時刻までに受け取り場所</a:t>
            </a:r>
            <a:r>
              <a:rPr lang="en-US" altLang="ja-JP" sz="2400" dirty="0"/>
              <a:t>(</a:t>
            </a:r>
            <a:r>
              <a:rPr lang="ja-JP" altLang="en-US" sz="2400" dirty="0"/>
              <a:t>保健管理センター前</a:t>
            </a:r>
            <a:r>
              <a:rPr lang="en-US" altLang="ja-JP" sz="2400" dirty="0"/>
              <a:t>)</a:t>
            </a:r>
            <a:r>
              <a:rPr lang="ja-JP" altLang="en-US" sz="2400"/>
              <a:t>まで</a:t>
            </a:r>
            <a:br>
              <a:rPr lang="en-US" altLang="ja-JP" sz="2400" dirty="0"/>
            </a:br>
            <a:r>
              <a:rPr lang="ja-JP" altLang="en-US" sz="2400"/>
              <a:t>お越し</a:t>
            </a:r>
            <a:r>
              <a:rPr lang="ja-JP" altLang="en-US" sz="2400" dirty="0"/>
              <a:t>ください。</a:t>
            </a:r>
            <a:endParaRPr lang="en-US" altLang="ja-JP" sz="2400" dirty="0"/>
          </a:p>
          <a:p>
            <a:pPr lvl="0"/>
            <a:r>
              <a:rPr lang="ja-JP" altLang="en-US" sz="2400" dirty="0"/>
              <a:t>団体間のカゴ車の貸し借りや物品受け渡し前のカゴ車の借用はご遠慮ください。</a:t>
            </a:r>
            <a:endParaRPr lang="en-US" altLang="ja-JP" sz="2400" dirty="0"/>
          </a:p>
          <a:p>
            <a:pPr lvl="0"/>
            <a:r>
              <a:rPr lang="ja-JP" altLang="en-US" sz="2400" dirty="0"/>
              <a:t>レンタル物品は付属品を含めすべて返却してください。</a:t>
            </a:r>
            <a:r>
              <a:rPr lang="en-US" altLang="ja-JP" sz="2400" dirty="0"/>
              <a:t>(</a:t>
            </a:r>
            <a:r>
              <a:rPr lang="ja-JP" altLang="en-US" sz="2400" dirty="0"/>
              <a:t>一部を除く</a:t>
            </a:r>
            <a:r>
              <a:rPr lang="en-US" altLang="ja-JP" sz="2400" dirty="0"/>
              <a:t>)</a:t>
            </a:r>
          </a:p>
          <a:p>
            <a:pPr lvl="0"/>
            <a:r>
              <a:rPr lang="ja-JP" altLang="en-US" sz="2400" dirty="0"/>
              <a:t>遮熱板を使用しているにもかかわらず机を焦がしてしまった場合にも</a:t>
            </a:r>
            <a:r>
              <a:rPr lang="ja-JP" altLang="en-US" sz="2400"/>
              <a:t>弁償して</a:t>
            </a:r>
            <a:br>
              <a:rPr lang="en-US" altLang="ja-JP" sz="2400" dirty="0"/>
            </a:br>
            <a:r>
              <a:rPr lang="ja-JP" altLang="en-US" sz="2400"/>
              <a:t>いただきます</a:t>
            </a:r>
            <a:r>
              <a:rPr lang="ja-JP" altLang="en-US" sz="2400" dirty="0"/>
              <a:t>。</a:t>
            </a:r>
            <a:endParaRPr lang="en-US" altLang="ja-JP" sz="2400" dirty="0"/>
          </a:p>
          <a:p>
            <a:pPr marL="0" lvl="0" indent="0">
              <a:buNone/>
            </a:pPr>
            <a:endParaRPr lang="en-US" altLang="ja-JP" sz="2000" dirty="0"/>
          </a:p>
          <a:p>
            <a:pPr marL="0" lvl="0" indent="0">
              <a:buNone/>
            </a:pPr>
            <a:endParaRPr lang="ja-JP" altLang="en-US" sz="2000" dirty="0">
              <a:solidFill>
                <a:srgbClr val="FF0000"/>
              </a:solidFill>
            </a:endParaRPr>
          </a:p>
        </p:txBody>
      </p:sp>
    </p:spTree>
    <p:extLst>
      <p:ext uri="{BB962C8B-B14F-4D97-AF65-F5344CB8AC3E}">
        <p14:creationId xmlns:p14="http://schemas.microsoft.com/office/powerpoint/2010/main" val="3281848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レンタル物品について</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物品受け取り</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lvl="0" indent="0">
              <a:buNone/>
            </a:pPr>
            <a:r>
              <a:rPr lang="ja-JP" altLang="en-US" dirty="0"/>
              <a:t>山王スペース＆レンタル</a:t>
            </a:r>
            <a:endParaRPr lang="en-US" altLang="ja-JP" dirty="0"/>
          </a:p>
          <a:p>
            <a:r>
              <a:rPr lang="ja-JP" altLang="en-US" sz="2400" dirty="0"/>
              <a:t>受け取りの際、山王スペース＆レンタル受け取り確認票を発行いたします。返却の際に必ずお持ちください。</a:t>
            </a:r>
            <a:endParaRPr lang="en-US" altLang="ja-JP" sz="2400" dirty="0"/>
          </a:p>
          <a:p>
            <a:r>
              <a:rPr lang="ja-JP" altLang="en-US" sz="2400" dirty="0"/>
              <a:t>ガスの取り扱いには十分ご注意ください。詳しくは</a:t>
            </a:r>
            <a:r>
              <a:rPr lang="en-US" altLang="ja-JP" sz="2400" dirty="0"/>
              <a:t>【TIPS</a:t>
            </a:r>
            <a:r>
              <a:rPr lang="ja-JP" altLang="en-US" sz="2400" dirty="0"/>
              <a:t>　</a:t>
            </a:r>
            <a:r>
              <a:rPr lang="en-US" altLang="ja-JP" sz="2400" dirty="0"/>
              <a:t>P.30】</a:t>
            </a:r>
            <a:r>
              <a:rPr lang="ja-JP" altLang="en-US" sz="2400" dirty="0"/>
              <a:t>をご覧ください。</a:t>
            </a:r>
            <a:endParaRPr lang="en-US" altLang="ja-JP" sz="2400" dirty="0"/>
          </a:p>
          <a:p>
            <a:r>
              <a:rPr lang="ja-JP" altLang="en-US" sz="2400" dirty="0"/>
              <a:t>山王スペース＆レンタルの遮熱板は、周囲を汚さないようにゴミ袋の中で小さく割り、燃やさないゴミとして廃棄して</a:t>
            </a:r>
            <a:r>
              <a:rPr lang="ja-JP" altLang="en-US" sz="2400"/>
              <a:t>ください。</a:t>
            </a:r>
            <a:endParaRPr lang="en-US" altLang="ja-JP" sz="2400" dirty="0"/>
          </a:p>
          <a:p>
            <a:endParaRPr lang="en-US" altLang="ja-JP" sz="2400" dirty="0"/>
          </a:p>
          <a:p>
            <a:pPr marL="0" indent="0">
              <a:buNone/>
            </a:pPr>
            <a:r>
              <a:rPr lang="ja-JP" altLang="en-US" dirty="0"/>
              <a:t>生協レンタル</a:t>
            </a:r>
            <a:endParaRPr lang="en-US" altLang="ja-JP" dirty="0"/>
          </a:p>
          <a:p>
            <a:r>
              <a:rPr lang="ja-JP" altLang="en-US" sz="2400" dirty="0"/>
              <a:t>受け取りの際、レンタル商品引渡明細書を発行いたします。返却の際に必ずお持ちください。</a:t>
            </a:r>
            <a:endParaRPr lang="en-US" altLang="ja-JP" sz="2400" dirty="0"/>
          </a:p>
          <a:p>
            <a:endParaRPr lang="en-US" altLang="ja-JP" sz="2000" dirty="0"/>
          </a:p>
          <a:p>
            <a:pPr marL="0" lvl="0" indent="0">
              <a:buNone/>
            </a:pPr>
            <a:endParaRPr lang="en-US" altLang="ja-JP" sz="2000" dirty="0"/>
          </a:p>
          <a:p>
            <a:pPr marL="0" lvl="0" indent="0">
              <a:buNone/>
            </a:pPr>
            <a:endParaRPr lang="ja-JP" altLang="en-US" sz="2000" dirty="0">
              <a:solidFill>
                <a:srgbClr val="FF0000"/>
              </a:solidFill>
            </a:endParaRPr>
          </a:p>
        </p:txBody>
      </p:sp>
    </p:spTree>
    <p:extLst>
      <p:ext uri="{BB962C8B-B14F-4D97-AF65-F5344CB8AC3E}">
        <p14:creationId xmlns:p14="http://schemas.microsoft.com/office/powerpoint/2010/main" val="4232704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企画設営上の注意</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34</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lvl="0"/>
            <a:r>
              <a:rPr lang="ja-JP" altLang="en-US" sz="2000" dirty="0"/>
              <a:t>企画の設営は</a:t>
            </a:r>
            <a:r>
              <a:rPr lang="en-US" altLang="ja-JP" sz="2400" dirty="0">
                <a:solidFill>
                  <a:srgbClr val="FF0000"/>
                </a:solidFill>
              </a:rPr>
              <a:t>10</a:t>
            </a:r>
            <a:r>
              <a:rPr lang="ja-JP" altLang="en-US" sz="2400" dirty="0">
                <a:solidFill>
                  <a:srgbClr val="FF0000"/>
                </a:solidFill>
              </a:rPr>
              <a:t>月</a:t>
            </a:r>
            <a:r>
              <a:rPr lang="en-US" altLang="ja-JP" sz="2400" dirty="0">
                <a:solidFill>
                  <a:srgbClr val="FF0000"/>
                </a:solidFill>
              </a:rPr>
              <a:t>28</a:t>
            </a:r>
            <a:r>
              <a:rPr lang="ja-JP" altLang="en-US" sz="2400" dirty="0">
                <a:solidFill>
                  <a:srgbClr val="FF0000"/>
                </a:solidFill>
              </a:rPr>
              <a:t>日</a:t>
            </a:r>
            <a:r>
              <a:rPr lang="en-US" altLang="ja-JP" sz="2400" dirty="0">
                <a:solidFill>
                  <a:srgbClr val="FF0000"/>
                </a:solidFill>
              </a:rPr>
              <a:t>(</a:t>
            </a:r>
            <a:r>
              <a:rPr lang="ja-JP" altLang="en-US" sz="2400" dirty="0">
                <a:solidFill>
                  <a:srgbClr val="FF0000"/>
                </a:solidFill>
              </a:rPr>
              <a:t>金</a:t>
            </a:r>
            <a:r>
              <a:rPr lang="en-US" altLang="ja-JP" sz="2400" dirty="0">
                <a:solidFill>
                  <a:srgbClr val="FF0000"/>
                </a:solidFill>
              </a:rPr>
              <a:t>)10:00</a:t>
            </a:r>
            <a:r>
              <a:rPr lang="ja-JP" altLang="en-US" sz="2400" dirty="0">
                <a:solidFill>
                  <a:srgbClr val="FF0000"/>
                </a:solidFill>
              </a:rPr>
              <a:t>以降</a:t>
            </a:r>
            <a:r>
              <a:rPr lang="ja-JP" altLang="en-US" sz="2000" dirty="0"/>
              <a:t>に行ってください。</a:t>
            </a:r>
            <a:endParaRPr lang="en-US" altLang="ja-JP" sz="2000" dirty="0"/>
          </a:p>
          <a:p>
            <a:pPr lvl="0"/>
            <a:r>
              <a:rPr lang="ja-JP" altLang="en-US" sz="2000" dirty="0"/>
              <a:t>参加団体</a:t>
            </a:r>
            <a:r>
              <a:rPr lang="ja-JP" altLang="en-US" sz="2000"/>
              <a:t>プレート</a:t>
            </a:r>
            <a:r>
              <a:rPr lang="en-US" altLang="ja-JP" sz="2000" dirty="0"/>
              <a:t>(</a:t>
            </a:r>
            <a:r>
              <a:rPr lang="ja-JP" altLang="en-US" sz="2000"/>
              <a:t>防災講習会にて配布済</a:t>
            </a:r>
            <a:r>
              <a:rPr lang="en-US" altLang="ja-JP" sz="2000" dirty="0"/>
              <a:t>)</a:t>
            </a:r>
            <a:r>
              <a:rPr lang="ja-JP" altLang="en-US" sz="2000" dirty="0"/>
              <a:t>を来場者から見えやすい位置に必ず</a:t>
            </a:r>
            <a:r>
              <a:rPr lang="ja-JP" altLang="en-US" sz="2000"/>
              <a:t>設置して</a:t>
            </a:r>
            <a:br>
              <a:rPr lang="en-US" altLang="ja-JP" sz="2000" dirty="0"/>
            </a:br>
            <a:r>
              <a:rPr lang="ja-JP" altLang="en-US" sz="2000"/>
              <a:t>ください</a:t>
            </a:r>
            <a:r>
              <a:rPr lang="ja-JP" altLang="en-US" sz="2000" dirty="0"/>
              <a:t>。</a:t>
            </a:r>
            <a:r>
              <a:rPr lang="en-US" altLang="ja-JP" sz="2000" dirty="0"/>
              <a:t>(</a:t>
            </a:r>
            <a:r>
              <a:rPr lang="ja-JP" altLang="en-US" sz="2000" dirty="0"/>
              <a:t>企画実施場所がウッドデッキ・</a:t>
            </a:r>
            <a:r>
              <a:rPr lang="en-US" altLang="ja-JP" sz="2000" dirty="0"/>
              <a:t>70</a:t>
            </a:r>
            <a:r>
              <a:rPr lang="ja-JP" altLang="en-US" sz="2000" dirty="0"/>
              <a:t>周年記念講堂の団体は除く</a:t>
            </a:r>
            <a:r>
              <a:rPr lang="en-US" altLang="ja-JP" sz="2000" dirty="0"/>
              <a:t>)</a:t>
            </a:r>
          </a:p>
          <a:p>
            <a:pPr lvl="0"/>
            <a:r>
              <a:rPr lang="ja-JP" altLang="en-US" sz="2000" dirty="0"/>
              <a:t>企画設営終了後は速やかに退構してください。</a:t>
            </a:r>
            <a:endParaRPr lang="en-US" altLang="ja-JP" sz="2000" dirty="0"/>
          </a:p>
          <a:p>
            <a:pPr lvl="0"/>
            <a:r>
              <a:rPr lang="ja-JP" altLang="en-US" sz="2000" dirty="0"/>
              <a:t>企画の設営は</a:t>
            </a:r>
            <a:r>
              <a:rPr lang="en-US" altLang="ja-JP" sz="2400" dirty="0">
                <a:solidFill>
                  <a:srgbClr val="FF0000"/>
                </a:solidFill>
              </a:rPr>
              <a:t>10</a:t>
            </a:r>
            <a:r>
              <a:rPr lang="ja-JP" altLang="en-US" sz="2400" dirty="0">
                <a:solidFill>
                  <a:srgbClr val="FF0000"/>
                </a:solidFill>
              </a:rPr>
              <a:t>月</a:t>
            </a:r>
            <a:r>
              <a:rPr lang="en-US" altLang="ja-JP" sz="2400" dirty="0">
                <a:solidFill>
                  <a:srgbClr val="FF0000"/>
                </a:solidFill>
              </a:rPr>
              <a:t>28</a:t>
            </a:r>
            <a:r>
              <a:rPr lang="ja-JP" altLang="en-US" sz="2400" dirty="0">
                <a:solidFill>
                  <a:srgbClr val="FF0000"/>
                </a:solidFill>
              </a:rPr>
              <a:t>日</a:t>
            </a:r>
            <a:r>
              <a:rPr lang="en-US" altLang="ja-JP" sz="2400" dirty="0">
                <a:solidFill>
                  <a:srgbClr val="FF0000"/>
                </a:solidFill>
              </a:rPr>
              <a:t>20:00</a:t>
            </a:r>
            <a:r>
              <a:rPr lang="ja-JP" altLang="en-US" sz="2400" dirty="0">
                <a:solidFill>
                  <a:srgbClr val="FF0000"/>
                </a:solidFill>
              </a:rPr>
              <a:t>までに</a:t>
            </a:r>
            <a:r>
              <a:rPr lang="ja-JP" altLang="en-US" sz="2000" dirty="0"/>
              <a:t>終了してください。</a:t>
            </a:r>
            <a:endParaRPr lang="en-US" altLang="ja-JP" sz="2000" dirty="0"/>
          </a:p>
          <a:p>
            <a:pPr lvl="0"/>
            <a:r>
              <a:rPr lang="ja-JP" altLang="en-US" sz="2000" dirty="0"/>
              <a:t>　　　　　事前に夜間作業誓約書を提出している団体のみ、</a:t>
            </a:r>
            <a:r>
              <a:rPr lang="en-US" altLang="ja-JP" sz="2000" dirty="0"/>
              <a:t>20:00</a:t>
            </a:r>
            <a:r>
              <a:rPr lang="ja-JP" altLang="en-US" sz="2000" dirty="0"/>
              <a:t>以降に作業を続ける</a:t>
            </a:r>
            <a:r>
              <a:rPr lang="ja-JP" altLang="en-US" sz="2000"/>
              <a:t>ことが</a:t>
            </a:r>
            <a:br>
              <a:rPr lang="en-US" altLang="ja-JP" sz="2000" dirty="0"/>
            </a:br>
            <a:r>
              <a:rPr lang="ja-JP" altLang="en-US" sz="2000"/>
              <a:t>できます</a:t>
            </a:r>
            <a:r>
              <a:rPr lang="ja-JP" altLang="en-US" sz="2000" dirty="0"/>
              <a:t>。</a:t>
            </a:r>
            <a:endParaRPr lang="en-US" altLang="ja-JP" sz="2000" dirty="0"/>
          </a:p>
          <a:p>
            <a:r>
              <a:rPr lang="ja-JP" altLang="en-US" sz="2000" dirty="0"/>
              <a:t>　　</a:t>
            </a:r>
            <a:r>
              <a:rPr lang="en-US" altLang="ja-JP" sz="2000" dirty="0"/>
              <a:t>20:00</a:t>
            </a:r>
            <a:r>
              <a:rPr lang="ja-JP" altLang="en-US" sz="2000" dirty="0"/>
              <a:t>以降に作業を続けることはできません。</a:t>
            </a:r>
            <a:endParaRPr lang="en-US" altLang="ja-JP" sz="2000" dirty="0"/>
          </a:p>
          <a:p>
            <a:r>
              <a:rPr kumimoji="1" lang="ja-JP" altLang="en-US" sz="2000" dirty="0"/>
              <a:t>夜間は必ずすべての食材をお持ち帰りください。調味料・小麦粉・清涼飲料水等の腐りにくい食材や未開封の食材・ペットボトル等も必ずお持ち帰りください。</a:t>
            </a:r>
            <a:endParaRPr kumimoji="1" lang="en-US" altLang="ja-JP" sz="2000" dirty="0"/>
          </a:p>
          <a:p>
            <a:r>
              <a:rPr lang="ja-JP" altLang="en-US" sz="2000" dirty="0"/>
              <a:t>夜間に残っている食材は、冷蔵庫やクーラーボックスに保存されている食品も含めて全て</a:t>
            </a:r>
            <a:r>
              <a:rPr lang="ja-JP" altLang="en-US" sz="2000"/>
              <a:t>工大祭</a:t>
            </a:r>
            <a:br>
              <a:rPr lang="en-US" altLang="ja-JP" sz="2000" dirty="0"/>
            </a:br>
            <a:r>
              <a:rPr lang="ja-JP" altLang="en-US" sz="2000"/>
              <a:t>実行</a:t>
            </a:r>
            <a:r>
              <a:rPr lang="ja-JP" altLang="en-US" sz="2000" dirty="0"/>
              <a:t>委員会で処分いたします。</a:t>
            </a:r>
            <a:endParaRPr kumimoji="1" lang="ja-JP" altLang="en-US" sz="1400" dirty="0"/>
          </a:p>
          <a:p>
            <a:pPr marL="0" lvl="0" indent="0">
              <a:buNone/>
            </a:pPr>
            <a:endParaRPr lang="en-US" altLang="ja-JP" sz="2000" dirty="0"/>
          </a:p>
          <a:p>
            <a:pPr marL="0" lvl="0" indent="0">
              <a:buNone/>
            </a:pPr>
            <a:endParaRPr lang="ja-JP" altLang="en-US" sz="2000" dirty="0">
              <a:solidFill>
                <a:srgbClr val="FF0000"/>
              </a:solidFill>
            </a:endParaRPr>
          </a:p>
        </p:txBody>
      </p:sp>
      <p:sp>
        <p:nvSpPr>
          <p:cNvPr id="3" name="四角形: 角を丸くする 20">
            <a:extLst>
              <a:ext uri="{FF2B5EF4-FFF2-40B4-BE49-F238E27FC236}">
                <a16:creationId xmlns:a16="http://schemas.microsoft.com/office/drawing/2014/main" id="{4275C926-C17E-4C4A-DFFF-FFED8F903C16}"/>
              </a:ext>
            </a:extLst>
          </p:cNvPr>
          <p:cNvSpPr/>
          <p:nvPr/>
        </p:nvSpPr>
        <p:spPr>
          <a:xfrm>
            <a:off x="1149930" y="3267597"/>
            <a:ext cx="384175" cy="384175"/>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5" name="四角形: 角を丸くする 22">
            <a:extLst>
              <a:ext uri="{FF2B5EF4-FFF2-40B4-BE49-F238E27FC236}">
                <a16:creationId xmlns:a16="http://schemas.microsoft.com/office/drawing/2014/main" id="{F8DDF8A0-1EC8-6794-43E6-1627B1AD1F2E}"/>
              </a:ext>
            </a:extLst>
          </p:cNvPr>
          <p:cNvSpPr/>
          <p:nvPr/>
        </p:nvSpPr>
        <p:spPr>
          <a:xfrm>
            <a:off x="1534105" y="3267597"/>
            <a:ext cx="384175" cy="384175"/>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sp>
        <p:nvSpPr>
          <p:cNvPr id="6" name="四角形: 角を丸くする 19">
            <a:extLst>
              <a:ext uri="{FF2B5EF4-FFF2-40B4-BE49-F238E27FC236}">
                <a16:creationId xmlns:a16="http://schemas.microsoft.com/office/drawing/2014/main" id="{31D59F56-E340-5C55-B928-4E731E07E0F6}"/>
              </a:ext>
            </a:extLst>
          </p:cNvPr>
          <p:cNvSpPr/>
          <p:nvPr/>
        </p:nvSpPr>
        <p:spPr>
          <a:xfrm>
            <a:off x="1091240" y="3966267"/>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Tree>
    <p:extLst>
      <p:ext uri="{BB962C8B-B14F-4D97-AF65-F5344CB8AC3E}">
        <p14:creationId xmlns:p14="http://schemas.microsoft.com/office/powerpoint/2010/main" val="3564342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en-US" altLang="ja-JP" sz="2800" dirty="0"/>
              <a:t>         </a:t>
            </a:r>
            <a:r>
              <a:rPr lang="ja-JP" altLang="en-US" sz="2800" dirty="0"/>
              <a:t>　</a:t>
            </a:r>
            <a:r>
              <a:rPr lang="ja-JP" altLang="en-US" dirty="0"/>
              <a:t>屋外企画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企画設営上の注意</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lvl="0" indent="0">
              <a:buNone/>
            </a:pPr>
            <a:r>
              <a:rPr lang="ja-JP" altLang="en-US" sz="2400" dirty="0"/>
              <a:t>・テントは工大祭実行委員会が事前に定めた区画内に設営してください。</a:t>
            </a:r>
            <a:endParaRPr lang="en-US" altLang="ja-JP" sz="2400" dirty="0"/>
          </a:p>
          <a:p>
            <a:pPr marL="0" lvl="0" indent="0">
              <a:buNone/>
            </a:pPr>
            <a:r>
              <a:rPr lang="ja-JP" altLang="en-US" sz="2400" dirty="0"/>
              <a:t>・テント設営時は通行の妨げにならないようご注意ください。</a:t>
            </a:r>
            <a:endParaRPr lang="en-US" altLang="ja-JP" sz="2400" dirty="0"/>
          </a:p>
          <a:p>
            <a:pPr marL="0" lvl="0" indent="0">
              <a:buNone/>
            </a:pPr>
            <a:r>
              <a:rPr lang="ja-JP" altLang="en-US" sz="2400" dirty="0"/>
              <a:t>・テント設営時は電気ケーブルを踏まないようご注意ください。</a:t>
            </a:r>
            <a:endParaRPr lang="en-US" altLang="ja-JP" sz="2400" dirty="0"/>
          </a:p>
          <a:p>
            <a:pPr marL="0" lvl="0" indent="0">
              <a:buNone/>
            </a:pPr>
            <a:r>
              <a:rPr lang="ja-JP" altLang="en-US" sz="2400" dirty="0"/>
              <a:t>・　　　水を入れた</a:t>
            </a:r>
            <a:r>
              <a:rPr lang="en-US" altLang="ja-JP" sz="2400" dirty="0"/>
              <a:t>2L</a:t>
            </a:r>
            <a:r>
              <a:rPr lang="ja-JP" altLang="en-US" sz="2400" dirty="0"/>
              <a:t>ペットボトルを</a:t>
            </a:r>
            <a:r>
              <a:rPr lang="en-US" altLang="ja-JP" sz="2400" dirty="0"/>
              <a:t>2</a:t>
            </a:r>
            <a:r>
              <a:rPr lang="ja-JP" altLang="en-US" sz="2400" dirty="0"/>
              <a:t>本を必ず用意してください。</a:t>
            </a:r>
            <a:endParaRPr lang="en-US" altLang="ja-JP" sz="2400" dirty="0"/>
          </a:p>
          <a:p>
            <a:pPr marL="0" lvl="0" indent="0">
              <a:buNone/>
            </a:pPr>
            <a:r>
              <a:rPr lang="ja-JP" altLang="en-US" sz="2400" dirty="0"/>
              <a:t>・　　　地面を汚損する恐れがある場合</a:t>
            </a:r>
            <a:r>
              <a:rPr lang="en-US" altLang="ja-JP" sz="2400" dirty="0"/>
              <a:t>(</a:t>
            </a:r>
            <a:r>
              <a:rPr lang="ja-JP" altLang="en-US" sz="2400" dirty="0"/>
              <a:t>特に油を使用する団体</a:t>
            </a:r>
            <a:r>
              <a:rPr lang="en-US" altLang="ja-JP" sz="2400" dirty="0"/>
              <a:t>)</a:t>
            </a:r>
            <a:r>
              <a:rPr lang="ja-JP" altLang="en-US" sz="2400" dirty="0"/>
              <a:t>は</a:t>
            </a:r>
            <a:r>
              <a:rPr lang="ja-JP" altLang="en-US" sz="2400"/>
              <a:t>、あらかじめ</a:t>
            </a:r>
            <a:br>
              <a:rPr lang="en-US" altLang="ja-JP" sz="2400" dirty="0"/>
            </a:br>
            <a:r>
              <a:rPr lang="ja-JP" altLang="en-US" sz="2400"/>
              <a:t>ブルーシート</a:t>
            </a:r>
            <a:r>
              <a:rPr lang="ja-JP" altLang="en-US" sz="2400" dirty="0"/>
              <a:t>や段ボール</a:t>
            </a:r>
            <a:r>
              <a:rPr lang="en-US" altLang="ja-JP" sz="2400" dirty="0"/>
              <a:t>【TIPS</a:t>
            </a:r>
            <a:r>
              <a:rPr lang="ja-JP" altLang="en-US" sz="2400" dirty="0"/>
              <a:t>　</a:t>
            </a:r>
            <a:r>
              <a:rPr lang="en-US" altLang="ja-JP" sz="2400" dirty="0"/>
              <a:t>P.18】</a:t>
            </a:r>
            <a:r>
              <a:rPr lang="ja-JP" altLang="en-US" sz="2400" dirty="0"/>
              <a:t>を敷いてください。</a:t>
            </a:r>
            <a:endParaRPr lang="en-US" altLang="ja-JP" sz="2400" dirty="0"/>
          </a:p>
          <a:p>
            <a:pPr marL="0" lvl="0" indent="0">
              <a:buNone/>
            </a:pPr>
            <a:r>
              <a:rPr lang="ja-JP" altLang="en-US" sz="2400" dirty="0"/>
              <a:t>・段ボールを近隣の商店から貰う場合はその店舗の了承を取り、迷惑</a:t>
            </a:r>
            <a:r>
              <a:rPr lang="ja-JP" altLang="en-US" sz="2400"/>
              <a:t>をかけないで</a:t>
            </a:r>
            <a:br>
              <a:rPr lang="en-US" altLang="ja-JP" sz="2400" dirty="0"/>
            </a:br>
            <a:r>
              <a:rPr lang="ja-JP" altLang="en-US" sz="2400"/>
              <a:t>ください</a:t>
            </a:r>
            <a:r>
              <a:rPr lang="ja-JP" altLang="en-US" sz="2400" dirty="0"/>
              <a:t>。</a:t>
            </a:r>
            <a:endParaRPr lang="en-US" altLang="ja-JP" sz="2400" dirty="0"/>
          </a:p>
          <a:p>
            <a:pPr marL="0" lvl="0" indent="0">
              <a:buNone/>
            </a:pPr>
            <a:r>
              <a:rPr lang="ja-JP" altLang="en-US" sz="2400" dirty="0"/>
              <a:t>・倒壊防止のため企画設営終了後や強風時にはテントの脚を必ずたたみ、</a:t>
            </a:r>
            <a:r>
              <a:rPr lang="ja-JP" altLang="en-US" sz="2400"/>
              <a:t>全ての</a:t>
            </a:r>
            <a:br>
              <a:rPr lang="en-US" altLang="ja-JP" sz="2400" dirty="0"/>
            </a:br>
            <a:r>
              <a:rPr lang="ja-JP" altLang="en-US" sz="2400"/>
              <a:t>物品</a:t>
            </a:r>
            <a:r>
              <a:rPr lang="ja-JP" altLang="en-US" sz="2400" dirty="0"/>
              <a:t>をテントの中に入れてください。</a:t>
            </a:r>
            <a:endParaRPr lang="en-US" altLang="ja-JP" sz="2400" dirty="0"/>
          </a:p>
          <a:p>
            <a:pPr marL="0" lvl="0" indent="0">
              <a:buNone/>
            </a:pPr>
            <a:endParaRPr lang="ja-JP" altLang="en-US" sz="2000" dirty="0">
              <a:solidFill>
                <a:srgbClr val="FF0000"/>
              </a:solidFill>
            </a:endParaRPr>
          </a:p>
        </p:txBody>
      </p:sp>
      <p:sp>
        <p:nvSpPr>
          <p:cNvPr id="5" name="四角形: 角を丸くする 22">
            <a:extLst>
              <a:ext uri="{FF2B5EF4-FFF2-40B4-BE49-F238E27FC236}">
                <a16:creationId xmlns:a16="http://schemas.microsoft.com/office/drawing/2014/main" id="{F8DDF8A0-1EC8-6794-43E6-1627B1AD1F2E}"/>
              </a:ext>
            </a:extLst>
          </p:cNvPr>
          <p:cNvSpPr/>
          <p:nvPr/>
        </p:nvSpPr>
        <p:spPr>
          <a:xfrm>
            <a:off x="1435209" y="592011"/>
            <a:ext cx="472486" cy="540874"/>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sp>
        <p:nvSpPr>
          <p:cNvPr id="6" name="四角形: 角を丸くする 19">
            <a:extLst>
              <a:ext uri="{FF2B5EF4-FFF2-40B4-BE49-F238E27FC236}">
                <a16:creationId xmlns:a16="http://schemas.microsoft.com/office/drawing/2014/main" id="{31D59F56-E340-5C55-B928-4E731E07E0F6}"/>
              </a:ext>
            </a:extLst>
          </p:cNvPr>
          <p:cNvSpPr/>
          <p:nvPr/>
        </p:nvSpPr>
        <p:spPr>
          <a:xfrm>
            <a:off x="1198966" y="3161505"/>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
        <p:nvSpPr>
          <p:cNvPr id="11" name="四角形: 角を丸くする 19">
            <a:extLst>
              <a:ext uri="{FF2B5EF4-FFF2-40B4-BE49-F238E27FC236}">
                <a16:creationId xmlns:a16="http://schemas.microsoft.com/office/drawing/2014/main" id="{D5B7888F-0748-6E05-26AD-C0875B4E7231}"/>
              </a:ext>
            </a:extLst>
          </p:cNvPr>
          <p:cNvSpPr/>
          <p:nvPr/>
        </p:nvSpPr>
        <p:spPr>
          <a:xfrm>
            <a:off x="1198966" y="2694580"/>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
        <p:nvSpPr>
          <p:cNvPr id="12" name="四角形: 角を丸くする 19">
            <a:extLst>
              <a:ext uri="{FF2B5EF4-FFF2-40B4-BE49-F238E27FC236}">
                <a16:creationId xmlns:a16="http://schemas.microsoft.com/office/drawing/2014/main" id="{5681FF35-4E7E-FED9-5B86-EFFD698170E9}"/>
              </a:ext>
            </a:extLst>
          </p:cNvPr>
          <p:cNvSpPr/>
          <p:nvPr/>
        </p:nvSpPr>
        <p:spPr>
          <a:xfrm>
            <a:off x="962723" y="593266"/>
            <a:ext cx="472486" cy="540874"/>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        </a:t>
            </a:r>
            <a:endParaRPr kumimoji="1" lang="ja-JP" altLang="en-US" sz="1400" dirty="0"/>
          </a:p>
        </p:txBody>
      </p:sp>
    </p:spTree>
    <p:extLst>
      <p:ext uri="{BB962C8B-B14F-4D97-AF65-F5344CB8AC3E}">
        <p14:creationId xmlns:p14="http://schemas.microsoft.com/office/powerpoint/2010/main" val="817052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　　　　屋内企画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企画設営上の注意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lvl="0" indent="0">
              <a:buNone/>
            </a:pPr>
            <a:r>
              <a:rPr lang="ja-JP" altLang="en-US" sz="2000" dirty="0"/>
              <a:t>・　　　使用講義室及びその付近の講義室で講義が行われている場合は講義終了後からの</a:t>
            </a:r>
            <a:r>
              <a:rPr lang="ja-JP" altLang="en-US" sz="2000"/>
              <a:t>設営を</a:t>
            </a:r>
            <a:br>
              <a:rPr lang="en-US" altLang="ja-JP" sz="2000" dirty="0"/>
            </a:br>
            <a:r>
              <a:rPr lang="ja-JP" altLang="en-US" sz="2000"/>
              <a:t>お願い</a:t>
            </a:r>
            <a:r>
              <a:rPr lang="ja-JP" altLang="en-US" sz="2000" dirty="0"/>
              <a:t>いたします。</a:t>
            </a:r>
            <a:endParaRPr lang="en-US" altLang="ja-JP" sz="2000" dirty="0"/>
          </a:p>
          <a:p>
            <a:pPr marL="0" lvl="0" indent="0">
              <a:buNone/>
            </a:pPr>
            <a:r>
              <a:rPr lang="ja-JP" altLang="en-US" sz="2000" dirty="0"/>
              <a:t>・　　　</a:t>
            </a:r>
            <a:r>
              <a:rPr lang="en-US" altLang="ja-JP" sz="2000" dirty="0"/>
              <a:t>14:00</a:t>
            </a:r>
            <a:r>
              <a:rPr lang="ja-JP" altLang="en-US" sz="2000" dirty="0"/>
              <a:t>以降も講義室が施錠されている場合は、工大祭実行委員会室までご連絡ください。</a:t>
            </a:r>
            <a:endParaRPr lang="en-US" altLang="ja-JP" sz="2000" dirty="0"/>
          </a:p>
          <a:p>
            <a:pPr marL="0" lvl="0" indent="0">
              <a:buNone/>
            </a:pPr>
            <a:r>
              <a:rPr lang="ja-JP" altLang="en-US" sz="2000" dirty="0"/>
              <a:t>・企画設営前に、企画実施場所に忘れ物を見つけた場合は、工大祭期間中の忘れ物と区別して保管してください。</a:t>
            </a:r>
            <a:endParaRPr lang="en-US" altLang="ja-JP" sz="2000" dirty="0"/>
          </a:p>
          <a:p>
            <a:pPr marL="0" lvl="0" indent="0">
              <a:buNone/>
            </a:pPr>
            <a:r>
              <a:rPr lang="ja-JP" altLang="en-US" sz="2000" dirty="0"/>
              <a:t>・企画設営時は、各講義室の使用制限を必ず守ってください。</a:t>
            </a:r>
            <a:endParaRPr lang="en-US" altLang="ja-JP" sz="2000" dirty="0"/>
          </a:p>
          <a:p>
            <a:pPr marL="0" lvl="0" indent="0">
              <a:buNone/>
            </a:pPr>
            <a:r>
              <a:rPr lang="ja-JP" altLang="en-US" sz="2000" dirty="0"/>
              <a:t>・講義室備え付けの机や椅子及びそのほかの設備は、許可されている場合を除き</a:t>
            </a:r>
            <a:r>
              <a:rPr lang="ja-JP" altLang="en-US" sz="2000"/>
              <a:t>、取り出したり</a:t>
            </a:r>
            <a:br>
              <a:rPr lang="en-US" altLang="ja-JP" sz="2000" dirty="0"/>
            </a:br>
            <a:r>
              <a:rPr lang="ja-JP" altLang="en-US" sz="2000"/>
              <a:t>持ち出したりしないでください</a:t>
            </a:r>
            <a:r>
              <a:rPr lang="ja-JP" altLang="en-US" sz="2000" dirty="0"/>
              <a:t>。</a:t>
            </a:r>
            <a:endParaRPr lang="en-US" altLang="ja-JP" sz="2000" dirty="0"/>
          </a:p>
          <a:p>
            <a:pPr marL="0" lvl="0" indent="0">
              <a:buNone/>
            </a:pPr>
            <a:r>
              <a:rPr lang="ja-JP" altLang="en-US" sz="2000" dirty="0"/>
              <a:t>・ガムテープやセロハンテープ、ビニールテープなどの粘着力の強いテープを使わず、マスキングテープ、養生</a:t>
            </a:r>
            <a:r>
              <a:rPr lang="ja-JP" altLang="en-US" sz="2000"/>
              <a:t>テープをお使い</a:t>
            </a:r>
            <a:r>
              <a:rPr lang="ja-JP" altLang="en-US" sz="2000" dirty="0"/>
              <a:t>ください。また、本館ではテープの使用が原則禁止されております。</a:t>
            </a:r>
            <a:r>
              <a:rPr lang="ja-JP" altLang="en-US" sz="2000"/>
              <a:t>ただし、</a:t>
            </a:r>
            <a:br>
              <a:rPr lang="en-US" altLang="ja-JP" sz="2000" dirty="0"/>
            </a:br>
            <a:r>
              <a:rPr lang="ja-JP" altLang="en-US" sz="2000"/>
              <a:t>窓</a:t>
            </a:r>
            <a:r>
              <a:rPr lang="ja-JP" altLang="en-US" sz="2000" dirty="0"/>
              <a:t>ガラス、扉、本館中庭</a:t>
            </a:r>
            <a:r>
              <a:rPr lang="ja-JP" altLang="en-US" sz="2000"/>
              <a:t>講義棟のコンクリート</a:t>
            </a:r>
            <a:r>
              <a:rPr lang="ja-JP" altLang="en-US" sz="2000" dirty="0"/>
              <a:t>部分では、マスキングテープ、養生テープに限り</a:t>
            </a:r>
            <a:r>
              <a:rPr lang="ja-JP" altLang="en-US" sz="2000"/>
              <a:t>使用を</a:t>
            </a:r>
            <a:br>
              <a:rPr lang="en-US" altLang="ja-JP" sz="2000" dirty="0"/>
            </a:br>
            <a:r>
              <a:rPr lang="ja-JP" altLang="en-US" sz="2000"/>
              <a:t>認めます</a:t>
            </a:r>
            <a:r>
              <a:rPr lang="ja-JP" altLang="en-US" sz="2000" dirty="0"/>
              <a:t>。</a:t>
            </a:r>
            <a:endParaRPr lang="en-US" altLang="ja-JP" sz="2000" dirty="0"/>
          </a:p>
          <a:p>
            <a:pPr marL="0" lvl="0" indent="0">
              <a:buNone/>
            </a:pPr>
            <a:endParaRPr lang="ja-JP" altLang="en-US" sz="2000" dirty="0">
              <a:solidFill>
                <a:srgbClr val="FF0000"/>
              </a:solidFill>
            </a:endParaRPr>
          </a:p>
        </p:txBody>
      </p:sp>
      <p:sp>
        <p:nvSpPr>
          <p:cNvPr id="5" name="四角形: 角を丸くする 22">
            <a:extLst>
              <a:ext uri="{FF2B5EF4-FFF2-40B4-BE49-F238E27FC236}">
                <a16:creationId xmlns:a16="http://schemas.microsoft.com/office/drawing/2014/main" id="{F8DDF8A0-1EC8-6794-43E6-1627B1AD1F2E}"/>
              </a:ext>
            </a:extLst>
          </p:cNvPr>
          <p:cNvSpPr/>
          <p:nvPr/>
        </p:nvSpPr>
        <p:spPr>
          <a:xfrm>
            <a:off x="1532120" y="614534"/>
            <a:ext cx="479905" cy="48897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sp>
        <p:nvSpPr>
          <p:cNvPr id="13" name="四角形: 角を丸くする 20">
            <a:extLst>
              <a:ext uri="{FF2B5EF4-FFF2-40B4-BE49-F238E27FC236}">
                <a16:creationId xmlns:a16="http://schemas.microsoft.com/office/drawing/2014/main" id="{09AC9BF4-C997-BAEA-80C0-D388B042296B}"/>
              </a:ext>
            </a:extLst>
          </p:cNvPr>
          <p:cNvSpPr/>
          <p:nvPr/>
        </p:nvSpPr>
        <p:spPr>
          <a:xfrm>
            <a:off x="1067479" y="1980215"/>
            <a:ext cx="384175" cy="384175"/>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14" name="四角形: 角を丸くする 20">
            <a:extLst>
              <a:ext uri="{FF2B5EF4-FFF2-40B4-BE49-F238E27FC236}">
                <a16:creationId xmlns:a16="http://schemas.microsoft.com/office/drawing/2014/main" id="{62C8A48F-A07D-AE07-9F3E-14B0750A475F}"/>
              </a:ext>
            </a:extLst>
          </p:cNvPr>
          <p:cNvSpPr/>
          <p:nvPr/>
        </p:nvSpPr>
        <p:spPr>
          <a:xfrm>
            <a:off x="1067478" y="1271011"/>
            <a:ext cx="384175" cy="384175"/>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15" name="四角形: 角を丸くする 20">
            <a:extLst>
              <a:ext uri="{FF2B5EF4-FFF2-40B4-BE49-F238E27FC236}">
                <a16:creationId xmlns:a16="http://schemas.microsoft.com/office/drawing/2014/main" id="{3405B640-BB48-0CC1-3ABF-19BE605E3B32}"/>
              </a:ext>
            </a:extLst>
          </p:cNvPr>
          <p:cNvSpPr/>
          <p:nvPr/>
        </p:nvSpPr>
        <p:spPr>
          <a:xfrm>
            <a:off x="981698" y="634476"/>
            <a:ext cx="457200" cy="488970"/>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Tree>
    <p:extLst>
      <p:ext uri="{BB962C8B-B14F-4D97-AF65-F5344CB8AC3E}">
        <p14:creationId xmlns:p14="http://schemas.microsoft.com/office/powerpoint/2010/main" val="1519346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　　　　屋内企画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企画設営上の注意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lvl="0" indent="0">
              <a:buNone/>
            </a:pPr>
            <a:r>
              <a:rPr lang="ja-JP" altLang="en-US" sz="2000"/>
              <a:t>・</a:t>
            </a:r>
            <a:r>
              <a:rPr lang="ja-JP" altLang="en-US" sz="2000" dirty="0"/>
              <a:t>避難経路を確保し機材等で塞がないでください。</a:t>
            </a:r>
            <a:endParaRPr lang="en-US" altLang="ja-JP" sz="2000" dirty="0"/>
          </a:p>
          <a:p>
            <a:pPr marL="0" lvl="0" indent="0">
              <a:buNone/>
            </a:pPr>
            <a:r>
              <a:rPr lang="ja-JP" altLang="en-US" sz="2000" dirty="0"/>
              <a:t>・防災設備を操作したり手を加えたりしないでください。</a:t>
            </a:r>
            <a:endParaRPr lang="en-US" altLang="ja-JP" sz="2000" dirty="0"/>
          </a:p>
          <a:p>
            <a:pPr marL="0" lvl="0" indent="0">
              <a:buNone/>
            </a:pPr>
            <a:r>
              <a:rPr lang="ja-JP" altLang="en-US" sz="2000" dirty="0"/>
              <a:t>・　　　講義室内は火気厳禁です。</a:t>
            </a:r>
            <a:endParaRPr lang="en-US" altLang="ja-JP" sz="2000" dirty="0"/>
          </a:p>
          <a:p>
            <a:pPr marL="0" lvl="0" indent="0">
              <a:buNone/>
            </a:pPr>
            <a:r>
              <a:rPr lang="ja-JP" altLang="en-US" sz="2000" dirty="0"/>
              <a:t>・　　　解錠中の講義室は、必ず構成員が常駐してください。講義室をやむを得ず無人にする場合は、</a:t>
            </a:r>
            <a:r>
              <a:rPr lang="ja-JP" altLang="en-US" sz="2000"/>
              <a:t>施錠いたしますので</a:t>
            </a:r>
            <a:r>
              <a:rPr lang="ja-JP" altLang="en-US" sz="2000" dirty="0"/>
              <a:t>工大祭実行委員会室までご連絡ください。</a:t>
            </a:r>
            <a:endParaRPr lang="en-US" altLang="ja-JP" sz="2000" dirty="0"/>
          </a:p>
          <a:p>
            <a:pPr marL="0" lvl="0" indent="0">
              <a:buNone/>
            </a:pPr>
            <a:r>
              <a:rPr lang="ja-JP" altLang="en-US" sz="2000" dirty="0"/>
              <a:t>・　　　ご帰宅の際は講義室を施錠いたしますので、必ず工大祭実行委員会室に電話にてご連絡ください。</a:t>
            </a:r>
            <a:endParaRPr lang="en-US" altLang="ja-JP" sz="2000" dirty="0"/>
          </a:p>
          <a:p>
            <a:pPr marL="0" lvl="0" indent="0">
              <a:buNone/>
            </a:pPr>
            <a:r>
              <a:rPr lang="ja-JP" altLang="en-US" sz="2000" dirty="0"/>
              <a:t>・</a:t>
            </a:r>
            <a:r>
              <a:rPr lang="en-US" altLang="ja-JP" sz="2000" dirty="0"/>
              <a:t>18:00</a:t>
            </a:r>
            <a:r>
              <a:rPr lang="ja-JP" altLang="en-US" sz="2000" dirty="0"/>
              <a:t>～</a:t>
            </a:r>
            <a:r>
              <a:rPr lang="en-US" altLang="ja-JP" sz="2000" dirty="0"/>
              <a:t>20:00</a:t>
            </a:r>
            <a:r>
              <a:rPr lang="ja-JP" altLang="en-US" sz="2000" dirty="0"/>
              <a:t>の時間帯は工大祭実行委員会室の電話がつながりにくくなる場合がございます。</a:t>
            </a:r>
            <a:endParaRPr lang="en-US" altLang="ja-JP" sz="2000" dirty="0"/>
          </a:p>
          <a:p>
            <a:pPr marL="0" lvl="0" indent="0">
              <a:buNone/>
            </a:pPr>
            <a:endParaRPr lang="ja-JP" altLang="en-US" sz="2000" dirty="0">
              <a:solidFill>
                <a:srgbClr val="FF0000"/>
              </a:solidFill>
            </a:endParaRPr>
          </a:p>
        </p:txBody>
      </p:sp>
      <p:sp>
        <p:nvSpPr>
          <p:cNvPr id="3" name="四角形: 角を丸くする 20">
            <a:extLst>
              <a:ext uri="{FF2B5EF4-FFF2-40B4-BE49-F238E27FC236}">
                <a16:creationId xmlns:a16="http://schemas.microsoft.com/office/drawing/2014/main" id="{4275C926-C17E-4C4A-DFFF-FFED8F903C16}"/>
              </a:ext>
            </a:extLst>
          </p:cNvPr>
          <p:cNvSpPr/>
          <p:nvPr/>
        </p:nvSpPr>
        <p:spPr>
          <a:xfrm>
            <a:off x="1110454" y="2147743"/>
            <a:ext cx="345147" cy="344601"/>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5" name="四角形: 角を丸くする 22">
            <a:extLst>
              <a:ext uri="{FF2B5EF4-FFF2-40B4-BE49-F238E27FC236}">
                <a16:creationId xmlns:a16="http://schemas.microsoft.com/office/drawing/2014/main" id="{F8DDF8A0-1EC8-6794-43E6-1627B1AD1F2E}"/>
              </a:ext>
            </a:extLst>
          </p:cNvPr>
          <p:cNvSpPr/>
          <p:nvPr/>
        </p:nvSpPr>
        <p:spPr>
          <a:xfrm>
            <a:off x="1532120" y="614534"/>
            <a:ext cx="479905" cy="48897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sp>
        <p:nvSpPr>
          <p:cNvPr id="11" name="四角形: 角を丸くする 20">
            <a:extLst>
              <a:ext uri="{FF2B5EF4-FFF2-40B4-BE49-F238E27FC236}">
                <a16:creationId xmlns:a16="http://schemas.microsoft.com/office/drawing/2014/main" id="{F3C49C05-E2DF-2732-CC66-7FF17BD7B8FB}"/>
              </a:ext>
            </a:extLst>
          </p:cNvPr>
          <p:cNvSpPr/>
          <p:nvPr/>
        </p:nvSpPr>
        <p:spPr>
          <a:xfrm>
            <a:off x="1110454" y="3202114"/>
            <a:ext cx="345147" cy="324029"/>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12" name="四角形: 角を丸くする 20">
            <a:extLst>
              <a:ext uri="{FF2B5EF4-FFF2-40B4-BE49-F238E27FC236}">
                <a16:creationId xmlns:a16="http://schemas.microsoft.com/office/drawing/2014/main" id="{218FBB74-B257-A209-8106-8F68EF93B779}"/>
              </a:ext>
            </a:extLst>
          </p:cNvPr>
          <p:cNvSpPr/>
          <p:nvPr/>
        </p:nvSpPr>
        <p:spPr>
          <a:xfrm>
            <a:off x="1110454" y="2539480"/>
            <a:ext cx="345147" cy="324029"/>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15" name="四角形: 角を丸くする 20">
            <a:extLst>
              <a:ext uri="{FF2B5EF4-FFF2-40B4-BE49-F238E27FC236}">
                <a16:creationId xmlns:a16="http://schemas.microsoft.com/office/drawing/2014/main" id="{3405B640-BB48-0CC1-3ABF-19BE605E3B32}"/>
              </a:ext>
            </a:extLst>
          </p:cNvPr>
          <p:cNvSpPr/>
          <p:nvPr/>
        </p:nvSpPr>
        <p:spPr>
          <a:xfrm>
            <a:off x="981698" y="634476"/>
            <a:ext cx="457200" cy="488970"/>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Tree>
    <p:extLst>
      <p:ext uri="{BB962C8B-B14F-4D97-AF65-F5344CB8AC3E}">
        <p14:creationId xmlns:p14="http://schemas.microsoft.com/office/powerpoint/2010/main" val="463817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掲示条件</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看板</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a:bodyPr>
          <a:lstStyle/>
          <a:p>
            <a:pPr marL="0" indent="0">
              <a:buNone/>
            </a:pPr>
            <a:r>
              <a:rPr kumimoji="1" lang="ja-JP" altLang="en-US" sz="2400" dirty="0"/>
              <a:t>・</a:t>
            </a:r>
            <a:r>
              <a:rPr kumimoji="1" lang="en-US" altLang="ja-JP" sz="2400" dirty="0"/>
              <a:t>10</a:t>
            </a:r>
            <a:r>
              <a:rPr kumimoji="1" lang="ja-JP" altLang="en-US" sz="2400" dirty="0"/>
              <a:t>月</a:t>
            </a:r>
            <a:r>
              <a:rPr kumimoji="1" lang="en-US" altLang="ja-JP" sz="2400" dirty="0"/>
              <a:t>28</a:t>
            </a:r>
            <a:r>
              <a:rPr kumimoji="1" lang="ja-JP" altLang="en-US" sz="2400" dirty="0"/>
              <a:t>日</a:t>
            </a:r>
            <a:r>
              <a:rPr kumimoji="1" lang="en-US" altLang="ja-JP" sz="2400" dirty="0"/>
              <a:t>(</a:t>
            </a:r>
            <a:r>
              <a:rPr kumimoji="1" lang="ja-JP" altLang="en-US" sz="2400" dirty="0"/>
              <a:t>金</a:t>
            </a:r>
            <a:r>
              <a:rPr kumimoji="1" lang="en-US" altLang="ja-JP" sz="2400" dirty="0"/>
              <a:t>)14:00</a:t>
            </a:r>
            <a:r>
              <a:rPr kumimoji="1" lang="ja-JP" altLang="en-US" sz="2400" dirty="0"/>
              <a:t>～</a:t>
            </a:r>
            <a:r>
              <a:rPr kumimoji="1" lang="en-US" altLang="ja-JP" sz="2400" dirty="0"/>
              <a:t>10</a:t>
            </a:r>
            <a:r>
              <a:rPr kumimoji="1" lang="ja-JP" altLang="en-US" sz="2400" dirty="0"/>
              <a:t>月</a:t>
            </a:r>
            <a:r>
              <a:rPr lang="en-US" altLang="ja-JP" sz="2400" dirty="0"/>
              <a:t>30</a:t>
            </a:r>
            <a:r>
              <a:rPr lang="ja-JP" altLang="en-US" sz="2400" dirty="0"/>
              <a:t>日</a:t>
            </a:r>
            <a:r>
              <a:rPr lang="en-US" altLang="ja-JP" sz="2400" dirty="0"/>
              <a:t>(</a:t>
            </a:r>
            <a:r>
              <a:rPr lang="ja-JP" altLang="en-US" sz="2400" dirty="0"/>
              <a:t>日</a:t>
            </a:r>
            <a:r>
              <a:rPr lang="en-US" altLang="ja-JP" sz="2400" dirty="0"/>
              <a:t>)18:00</a:t>
            </a:r>
            <a:r>
              <a:rPr lang="ja-JP" altLang="en-US" sz="2400" dirty="0"/>
              <a:t>の期間中は、構内に看板を自由に設置できます。</a:t>
            </a:r>
            <a:r>
              <a:rPr lang="en-US" altLang="ja-JP" sz="2400" dirty="0"/>
              <a:t>(</a:t>
            </a:r>
            <a:r>
              <a:rPr lang="ja-JP" altLang="en-US" sz="2400" dirty="0"/>
              <a:t>①～⑦を除く</a:t>
            </a:r>
            <a:r>
              <a:rPr lang="en-US" altLang="ja-JP" sz="2400" dirty="0"/>
              <a:t>)</a:t>
            </a:r>
            <a:r>
              <a:rPr lang="ja-JP" altLang="en-US" sz="2400" dirty="0"/>
              <a:t>この期間に限り学生支援課への届け出は不要です。</a:t>
            </a:r>
            <a:endParaRPr lang="en-US" altLang="ja-JP" sz="2400" dirty="0"/>
          </a:p>
          <a:p>
            <a:pPr marL="0" indent="0">
              <a:buNone/>
            </a:pPr>
            <a:r>
              <a:rPr kumimoji="1" lang="ja-JP" altLang="en-US" sz="1800" dirty="0"/>
              <a:t>①大学設置の案内板・標識・工大祭実行委員会の看板などの視認を妨げる場所</a:t>
            </a:r>
            <a:endParaRPr kumimoji="1" lang="en-US" altLang="ja-JP" sz="1800" dirty="0"/>
          </a:p>
          <a:p>
            <a:pPr marL="0" indent="0">
              <a:buNone/>
            </a:pPr>
            <a:r>
              <a:rPr lang="ja-JP" altLang="en-US" sz="1800" dirty="0"/>
              <a:t>②ウッドデッキ・植え込みを傷つける恐れがある場所</a:t>
            </a:r>
            <a:endParaRPr lang="en-US" altLang="ja-JP" sz="1800" dirty="0"/>
          </a:p>
          <a:p>
            <a:pPr marL="0" indent="0">
              <a:buNone/>
            </a:pPr>
            <a:r>
              <a:rPr kumimoji="1" lang="ja-JP" altLang="en-US" sz="1800" dirty="0"/>
              <a:t>③路上・点字ブロック上など車両や歩行者の通行の妨げとなる場所</a:t>
            </a:r>
            <a:endParaRPr kumimoji="1" lang="en-US" altLang="ja-JP" sz="1800" dirty="0"/>
          </a:p>
          <a:p>
            <a:pPr marL="0" indent="0">
              <a:buNone/>
            </a:pPr>
            <a:r>
              <a:rPr lang="ja-JP" altLang="en-US" sz="1800" dirty="0"/>
              <a:t>④正門付近</a:t>
            </a:r>
            <a:endParaRPr lang="en-US" altLang="ja-JP" sz="1800" dirty="0"/>
          </a:p>
          <a:p>
            <a:pPr marL="0" indent="0">
              <a:buNone/>
            </a:pPr>
            <a:r>
              <a:rPr kumimoji="1" lang="ja-JP" altLang="en-US" sz="1800" dirty="0"/>
              <a:t>⑤正門から学術国際情報センターまでの道路</a:t>
            </a:r>
            <a:endParaRPr kumimoji="1" lang="en-US" altLang="ja-JP" sz="1800" dirty="0"/>
          </a:p>
          <a:p>
            <a:pPr marL="0" indent="0">
              <a:buNone/>
            </a:pPr>
            <a:r>
              <a:rPr lang="ja-JP" altLang="en-US" sz="1800" dirty="0"/>
              <a:t>⑥図書館前広場</a:t>
            </a:r>
            <a:endParaRPr lang="en-US" altLang="ja-JP" sz="1800" dirty="0"/>
          </a:p>
          <a:p>
            <a:pPr marL="0" indent="0">
              <a:buNone/>
            </a:pPr>
            <a:r>
              <a:rPr kumimoji="1" lang="ja-JP" altLang="en-US" sz="1800" dirty="0"/>
              <a:t>⑦そのほか、他者の迷惑になる場所</a:t>
            </a:r>
            <a:endParaRPr kumimoji="1" lang="en-US" altLang="ja-JP" sz="1800" dirty="0"/>
          </a:p>
          <a:p>
            <a:pPr marL="0" indent="0">
              <a:buNone/>
            </a:pPr>
            <a:r>
              <a:rPr lang="ja-JP" altLang="en-US" sz="2400" dirty="0"/>
              <a:t>・期間前に看板を設置したい場合は、学生支援課への届け出が必要となります。</a:t>
            </a:r>
            <a:endParaRPr lang="en-US" altLang="ja-JP" sz="2400" dirty="0"/>
          </a:p>
          <a:p>
            <a:pPr marL="0" indent="0">
              <a:buNone/>
            </a:pPr>
            <a:r>
              <a:rPr kumimoji="1" lang="ja-JP" altLang="en-US" sz="2400" dirty="0"/>
              <a:t>・期間前に設置した看板は、</a:t>
            </a:r>
            <a:r>
              <a:rPr kumimoji="1" lang="en-US" altLang="ja-JP" sz="2400" dirty="0"/>
              <a:t>10</a:t>
            </a:r>
            <a:r>
              <a:rPr kumimoji="1" lang="ja-JP" altLang="en-US" sz="2400" dirty="0"/>
              <a:t>月</a:t>
            </a:r>
            <a:r>
              <a:rPr kumimoji="1" lang="en-US" altLang="ja-JP" sz="2400" dirty="0"/>
              <a:t>27</a:t>
            </a:r>
            <a:r>
              <a:rPr kumimoji="1" lang="ja-JP" altLang="en-US" sz="2400" dirty="0"/>
              <a:t>日</a:t>
            </a:r>
            <a:r>
              <a:rPr kumimoji="1" lang="en-US" altLang="ja-JP" sz="2400" dirty="0"/>
              <a:t>(</a:t>
            </a:r>
            <a:r>
              <a:rPr kumimoji="1" lang="ja-JP" altLang="en-US" sz="2400" dirty="0"/>
              <a:t>木</a:t>
            </a:r>
            <a:r>
              <a:rPr kumimoji="1" lang="en-US" altLang="ja-JP" sz="2400" dirty="0"/>
              <a:t>)</a:t>
            </a:r>
            <a:r>
              <a:rPr kumimoji="1" lang="ja-JP" altLang="en-US" sz="2400" dirty="0"/>
              <a:t>までにいったん撤去し、</a:t>
            </a:r>
            <a:r>
              <a:rPr kumimoji="1" lang="en-US" altLang="ja-JP" sz="2400" dirty="0"/>
              <a:t>10</a:t>
            </a:r>
            <a:r>
              <a:rPr kumimoji="1" lang="ja-JP" altLang="en-US" sz="2400" dirty="0"/>
              <a:t>月</a:t>
            </a:r>
            <a:r>
              <a:rPr kumimoji="1" lang="en-US" altLang="ja-JP" sz="2400" dirty="0"/>
              <a:t>28</a:t>
            </a:r>
            <a:r>
              <a:rPr kumimoji="1" lang="ja-JP" altLang="en-US" sz="2400" dirty="0"/>
              <a:t>日</a:t>
            </a:r>
            <a:r>
              <a:rPr lang="en-US" altLang="ja-JP" sz="2400" dirty="0"/>
              <a:t>(</a:t>
            </a:r>
            <a:r>
              <a:rPr lang="ja-JP" altLang="en-US" sz="2400" dirty="0"/>
              <a:t>金</a:t>
            </a:r>
            <a:r>
              <a:rPr lang="en-US" altLang="ja-JP" sz="2400" dirty="0"/>
              <a:t>)14:00</a:t>
            </a:r>
            <a:r>
              <a:rPr lang="ja-JP" altLang="en-US" sz="2400" dirty="0"/>
              <a:t>以降に再度設置してください。</a:t>
            </a:r>
            <a:endParaRPr kumimoji="1" lang="ja-JP" altLang="en-US" sz="2400" dirty="0"/>
          </a:p>
        </p:txBody>
      </p:sp>
    </p:spTree>
    <p:extLst>
      <p:ext uri="{BB962C8B-B14F-4D97-AF65-F5344CB8AC3E}">
        <p14:creationId xmlns:p14="http://schemas.microsoft.com/office/powerpoint/2010/main" val="2578390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看板についての注意事項</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39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看板</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a:bodyPr>
          <a:lstStyle/>
          <a:p>
            <a:pPr marL="0" indent="0">
              <a:buNone/>
            </a:pPr>
            <a:r>
              <a:rPr kumimoji="1" lang="ja-JP" altLang="en-US" sz="2400" dirty="0"/>
              <a:t>・期間中に設置した看板は</a:t>
            </a:r>
            <a:r>
              <a:rPr kumimoji="1" lang="en-US" altLang="ja-JP" sz="2400" dirty="0">
                <a:solidFill>
                  <a:srgbClr val="FF0000"/>
                </a:solidFill>
              </a:rPr>
              <a:t>10</a:t>
            </a:r>
            <a:r>
              <a:rPr kumimoji="1" lang="ja-JP" altLang="en-US" sz="2400" dirty="0">
                <a:solidFill>
                  <a:srgbClr val="FF0000"/>
                </a:solidFill>
              </a:rPr>
              <a:t>月</a:t>
            </a:r>
            <a:r>
              <a:rPr kumimoji="1" lang="en-US" altLang="ja-JP" sz="2400" dirty="0">
                <a:solidFill>
                  <a:srgbClr val="FF0000"/>
                </a:solidFill>
              </a:rPr>
              <a:t>31</a:t>
            </a:r>
            <a:r>
              <a:rPr kumimoji="1" lang="ja-JP" altLang="en-US" sz="2400" dirty="0">
                <a:solidFill>
                  <a:srgbClr val="FF0000"/>
                </a:solidFill>
              </a:rPr>
              <a:t>日</a:t>
            </a:r>
            <a:r>
              <a:rPr kumimoji="1" lang="en-US" altLang="ja-JP" sz="2400" dirty="0">
                <a:solidFill>
                  <a:srgbClr val="FF0000"/>
                </a:solidFill>
              </a:rPr>
              <a:t>(</a:t>
            </a:r>
            <a:r>
              <a:rPr kumimoji="1" lang="ja-JP" altLang="en-US" sz="2400" dirty="0">
                <a:solidFill>
                  <a:srgbClr val="FF0000"/>
                </a:solidFill>
              </a:rPr>
              <a:t>月</a:t>
            </a:r>
            <a:r>
              <a:rPr kumimoji="1" lang="en-US" altLang="ja-JP" sz="2400" dirty="0">
                <a:solidFill>
                  <a:srgbClr val="FF0000"/>
                </a:solidFill>
              </a:rPr>
              <a:t>)11:00</a:t>
            </a:r>
            <a:r>
              <a:rPr kumimoji="1" lang="ja-JP" altLang="en-US" sz="2400" dirty="0"/>
              <a:t>までに撤去してください。</a:t>
            </a:r>
            <a:endParaRPr kumimoji="1" lang="en-US" altLang="ja-JP" sz="2400" dirty="0"/>
          </a:p>
          <a:p>
            <a:pPr marL="0" indent="0">
              <a:buNone/>
            </a:pPr>
            <a:r>
              <a:rPr lang="ja-JP" altLang="en-US" sz="2400" dirty="0"/>
              <a:t>・企画内容と関係のない看板は設置しないでください。</a:t>
            </a:r>
            <a:endParaRPr lang="en-US" altLang="ja-JP" sz="2400" dirty="0"/>
          </a:p>
          <a:p>
            <a:pPr marL="0" indent="0">
              <a:buNone/>
            </a:pPr>
            <a:r>
              <a:rPr kumimoji="1" lang="ja-JP" altLang="en-US" sz="2400" dirty="0"/>
              <a:t>・樹木や柱に看板を固定する場合は樹木や段ボール、発泡スチロール</a:t>
            </a:r>
            <a:r>
              <a:rPr kumimoji="1" lang="ja-JP" altLang="en-US" sz="2400"/>
              <a:t>などで</a:t>
            </a:r>
            <a:r>
              <a:rPr lang="ja-JP" altLang="en-US" sz="2400"/>
              <a:t>保護</a:t>
            </a:r>
            <a:br>
              <a:rPr lang="en-US" altLang="ja-JP" sz="2400" dirty="0"/>
            </a:br>
            <a:r>
              <a:rPr kumimoji="1" lang="ja-JP" altLang="en-US" sz="2400"/>
              <a:t>して</a:t>
            </a:r>
            <a:r>
              <a:rPr kumimoji="1" lang="ja-JP" altLang="en-US" sz="2400" dirty="0"/>
              <a:t>ください。看板や看板を固定する紐が樹木や柱に直接触れないよう</a:t>
            </a:r>
            <a:r>
              <a:rPr kumimoji="1" lang="ja-JP" altLang="en-US" sz="2400"/>
              <a:t>にして</a:t>
            </a:r>
            <a:br>
              <a:rPr kumimoji="1" lang="en-US" altLang="ja-JP" sz="2400" dirty="0"/>
            </a:br>
            <a:r>
              <a:rPr kumimoji="1" lang="ja-JP" altLang="en-US" sz="2400"/>
              <a:t>ください</a:t>
            </a:r>
            <a:r>
              <a:rPr kumimoji="1" lang="ja-JP" altLang="en-US" sz="2400" dirty="0"/>
              <a:t>。</a:t>
            </a:r>
            <a:endParaRPr kumimoji="1" lang="en-US" altLang="ja-JP" sz="2400" dirty="0"/>
          </a:p>
          <a:p>
            <a:pPr marL="0" indent="0">
              <a:buNone/>
            </a:pPr>
            <a:r>
              <a:rPr lang="ja-JP" altLang="en-US" sz="2400" dirty="0"/>
              <a:t>・釘を捨てる際は空き缶にいれて、西</a:t>
            </a:r>
            <a:r>
              <a:rPr lang="en-US" altLang="ja-JP" sz="2400" dirty="0"/>
              <a:t>8</a:t>
            </a:r>
            <a:r>
              <a:rPr lang="ja-JP" altLang="en-US" sz="2400" dirty="0"/>
              <a:t>号館</a:t>
            </a:r>
            <a:r>
              <a:rPr lang="ja-JP" altLang="en-US" sz="2400"/>
              <a:t>脇集積場か南</a:t>
            </a:r>
            <a:r>
              <a:rPr lang="en-US" altLang="ja-JP" sz="2400" dirty="0"/>
              <a:t>5</a:t>
            </a:r>
            <a:r>
              <a:rPr lang="ja-JP" altLang="en-US" sz="2400"/>
              <a:t>号館裏集積場へ</a:t>
            </a:r>
            <a:br>
              <a:rPr lang="en-US" altLang="ja-JP" sz="2400" dirty="0"/>
            </a:br>
            <a:r>
              <a:rPr lang="ja-JP" altLang="en-US" sz="2400"/>
              <a:t>お持ち</a:t>
            </a:r>
            <a:r>
              <a:rPr lang="ja-JP" altLang="en-US" sz="2400" dirty="0"/>
              <a:t>ください。</a:t>
            </a:r>
            <a:endParaRPr lang="en-US" altLang="ja-JP" sz="2400" dirty="0"/>
          </a:p>
          <a:p>
            <a:pPr marL="0" indent="0">
              <a:buNone/>
            </a:pPr>
            <a:r>
              <a:rPr kumimoji="1" lang="ja-JP" altLang="en-US" sz="2400" dirty="0"/>
              <a:t>・看板は可能な限り廃棄せず、来年度以降もご活用ください。</a:t>
            </a:r>
            <a:endParaRPr kumimoji="1" lang="en-US" altLang="ja-JP" sz="2400" dirty="0"/>
          </a:p>
          <a:p>
            <a:pPr marL="0" indent="0">
              <a:buNone/>
            </a:pPr>
            <a:r>
              <a:rPr lang="ja-JP" altLang="en-US" sz="2400" dirty="0"/>
              <a:t>・設置方法、内容などが不適切であると大学または工大祭実行委員会が判断した看板は予告なく撤去する場合がございます。</a:t>
            </a:r>
            <a:endParaRPr lang="en-US" altLang="ja-JP" sz="2400" dirty="0"/>
          </a:p>
          <a:p>
            <a:pPr marL="0" indent="0">
              <a:buNone/>
            </a:pPr>
            <a:endParaRPr kumimoji="1" lang="en-US" altLang="ja-JP" sz="2400" dirty="0"/>
          </a:p>
          <a:p>
            <a:pPr marL="0" indent="0">
              <a:buNone/>
            </a:pPr>
            <a:endParaRPr kumimoji="1" lang="ja-JP" altLang="en-US" sz="2400" dirty="0"/>
          </a:p>
        </p:txBody>
      </p:sp>
    </p:spTree>
    <p:extLst>
      <p:ext uri="{BB962C8B-B14F-4D97-AF65-F5344CB8AC3E}">
        <p14:creationId xmlns:p14="http://schemas.microsoft.com/office/powerpoint/2010/main" val="826233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掲示条件</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ビラ・ポスター</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fontScale="92500" lnSpcReduction="10000"/>
          </a:bodyPr>
          <a:lstStyle/>
          <a:p>
            <a:pPr marL="0" indent="0">
              <a:buNone/>
            </a:pPr>
            <a:r>
              <a:rPr kumimoji="1" lang="ja-JP" altLang="en-US" sz="2400" dirty="0"/>
              <a:t>・</a:t>
            </a:r>
            <a:r>
              <a:rPr kumimoji="1" lang="en-US" altLang="ja-JP" sz="2400" dirty="0"/>
              <a:t>10</a:t>
            </a:r>
            <a:r>
              <a:rPr kumimoji="1" lang="ja-JP" altLang="en-US" sz="2400" dirty="0"/>
              <a:t>月</a:t>
            </a:r>
            <a:r>
              <a:rPr kumimoji="1" lang="en-US" altLang="ja-JP" sz="2400" dirty="0"/>
              <a:t>28</a:t>
            </a:r>
            <a:r>
              <a:rPr kumimoji="1" lang="ja-JP" altLang="en-US" sz="2400" dirty="0"/>
              <a:t>日</a:t>
            </a:r>
            <a:r>
              <a:rPr kumimoji="1" lang="en-US" altLang="ja-JP" sz="2400" dirty="0"/>
              <a:t>(</a:t>
            </a:r>
            <a:r>
              <a:rPr kumimoji="1" lang="ja-JP" altLang="en-US" sz="2400" dirty="0"/>
              <a:t>金</a:t>
            </a:r>
            <a:r>
              <a:rPr kumimoji="1" lang="en-US" altLang="ja-JP" sz="2400" dirty="0"/>
              <a:t>)14:00</a:t>
            </a:r>
            <a:r>
              <a:rPr kumimoji="1" lang="ja-JP" altLang="en-US" sz="2400" dirty="0"/>
              <a:t>～</a:t>
            </a:r>
            <a:r>
              <a:rPr kumimoji="1" lang="en-US" altLang="ja-JP" sz="2400" dirty="0"/>
              <a:t>10</a:t>
            </a:r>
            <a:r>
              <a:rPr kumimoji="1" lang="ja-JP" altLang="en-US" sz="2400" dirty="0"/>
              <a:t>月</a:t>
            </a:r>
            <a:r>
              <a:rPr lang="en-US" altLang="ja-JP" sz="2400" dirty="0"/>
              <a:t>30</a:t>
            </a:r>
            <a:r>
              <a:rPr lang="ja-JP" altLang="en-US" sz="2400" dirty="0"/>
              <a:t>日</a:t>
            </a:r>
            <a:r>
              <a:rPr lang="en-US" altLang="ja-JP" sz="2400" dirty="0"/>
              <a:t>(</a:t>
            </a:r>
            <a:r>
              <a:rPr lang="ja-JP" altLang="en-US" sz="2400" dirty="0"/>
              <a:t>日</a:t>
            </a:r>
            <a:r>
              <a:rPr lang="en-US" altLang="ja-JP" sz="2400" dirty="0"/>
              <a:t>)18:00</a:t>
            </a:r>
            <a:r>
              <a:rPr lang="ja-JP" altLang="en-US" sz="2400" dirty="0"/>
              <a:t>の期間中は、構内にビラ・ポスターを自由に掲示できます。この期間に限り学生支援課への届け出は不要です。ただし、下記の場所への掲示はできませんので、ご注意ください。</a:t>
            </a:r>
            <a:endParaRPr lang="en-US" altLang="ja-JP" sz="2400" dirty="0"/>
          </a:p>
          <a:p>
            <a:pPr marL="0" indent="0">
              <a:buNone/>
            </a:pPr>
            <a:r>
              <a:rPr kumimoji="1" lang="ja-JP" altLang="en-US" sz="1800" dirty="0"/>
              <a:t>①大学設置の案内板・標識・工大祭実行委員会の看板などの視認を妨げる場所</a:t>
            </a:r>
            <a:endParaRPr kumimoji="1" lang="en-US" altLang="ja-JP" sz="1800" dirty="0"/>
          </a:p>
          <a:p>
            <a:pPr marL="0" indent="0">
              <a:buNone/>
            </a:pPr>
            <a:r>
              <a:rPr lang="ja-JP" altLang="en-US" sz="1800" dirty="0"/>
              <a:t>②「ビラを貼らないでください」と書かれた工大祭実行委員会発行の注意書きが掲示されている場所</a:t>
            </a:r>
            <a:endParaRPr lang="en-US" altLang="ja-JP" sz="1800" dirty="0"/>
          </a:p>
          <a:p>
            <a:pPr marL="0" indent="0">
              <a:buNone/>
            </a:pPr>
            <a:r>
              <a:rPr kumimoji="1" lang="ja-JP" altLang="en-US" sz="1800" dirty="0"/>
              <a:t>③地面・ゴミ箱・樹木</a:t>
            </a:r>
            <a:endParaRPr kumimoji="1" lang="en-US" altLang="ja-JP" sz="1800" dirty="0"/>
          </a:p>
          <a:p>
            <a:pPr marL="0" indent="0">
              <a:buNone/>
            </a:pPr>
            <a:r>
              <a:rPr lang="ja-JP" altLang="en-US" sz="1800" dirty="0"/>
              <a:t>④建物内の床・天井・階段</a:t>
            </a:r>
            <a:endParaRPr lang="en-US" altLang="ja-JP" sz="1800" dirty="0"/>
          </a:p>
          <a:p>
            <a:pPr marL="0" indent="0">
              <a:buNone/>
            </a:pPr>
            <a:r>
              <a:rPr kumimoji="1" lang="ja-JP" altLang="en-US" sz="1800" dirty="0"/>
              <a:t>⑤外灯や建物の壁などの塗装のはがれやすい場所</a:t>
            </a:r>
            <a:r>
              <a:rPr kumimoji="1" lang="en-US" altLang="ja-JP" sz="1800" dirty="0"/>
              <a:t>(</a:t>
            </a:r>
            <a:r>
              <a:rPr kumimoji="1" lang="ja-JP" altLang="en-US" sz="1800" dirty="0"/>
              <a:t>特に西</a:t>
            </a:r>
            <a:r>
              <a:rPr kumimoji="1" lang="en-US" altLang="ja-JP" sz="1800" dirty="0"/>
              <a:t>8</a:t>
            </a:r>
            <a:r>
              <a:rPr kumimoji="1" lang="ja-JP" altLang="en-US" sz="1800" dirty="0"/>
              <a:t>号館、図書館、学術国際情報センター</a:t>
            </a:r>
            <a:r>
              <a:rPr kumimoji="1" lang="en-US" altLang="ja-JP" sz="1800" dirty="0"/>
              <a:t>)</a:t>
            </a:r>
          </a:p>
          <a:p>
            <a:pPr marL="0" indent="0">
              <a:buNone/>
            </a:pPr>
            <a:r>
              <a:rPr lang="ja-JP" altLang="en-US" sz="1800" dirty="0"/>
              <a:t>⑥大学で禁止されている場所</a:t>
            </a:r>
            <a:endParaRPr lang="en-US" altLang="ja-JP" sz="1800" dirty="0"/>
          </a:p>
          <a:p>
            <a:pPr marL="0" indent="0">
              <a:buNone/>
            </a:pPr>
            <a:r>
              <a:rPr kumimoji="1" lang="ja-JP" altLang="en-US" sz="1800" dirty="0"/>
              <a:t>⑦本館の内壁</a:t>
            </a:r>
            <a:r>
              <a:rPr kumimoji="1" lang="en-US" altLang="ja-JP" sz="1800" dirty="0"/>
              <a:t>(</a:t>
            </a:r>
            <a:r>
              <a:rPr kumimoji="1" lang="ja-JP" altLang="en-US" sz="1800" dirty="0"/>
              <a:t>廊下・階段を含む</a:t>
            </a:r>
            <a:r>
              <a:rPr kumimoji="1" lang="en-US" altLang="ja-JP" sz="1800" dirty="0"/>
              <a:t>)</a:t>
            </a:r>
            <a:r>
              <a:rPr kumimoji="1" lang="ja-JP" altLang="en-US" sz="1800" dirty="0"/>
              <a:t>・外壁</a:t>
            </a:r>
            <a:r>
              <a:rPr kumimoji="1" lang="en-US" altLang="ja-JP" sz="1800" dirty="0"/>
              <a:t>(</a:t>
            </a:r>
            <a:r>
              <a:rPr kumimoji="1" lang="ja-JP" altLang="en-US" sz="1800" dirty="0"/>
              <a:t>ただし、窓ガラス、扉、本館中庭講義棟のコンクリート部分につきましては養生テープ、マスキングテープでの貼り付けは可能です。</a:t>
            </a:r>
            <a:r>
              <a:rPr kumimoji="1" lang="en-US" altLang="ja-JP" sz="1800" dirty="0"/>
              <a:t>)</a:t>
            </a:r>
          </a:p>
          <a:p>
            <a:pPr marL="0" indent="0">
              <a:buNone/>
            </a:pPr>
            <a:r>
              <a:rPr kumimoji="1" lang="ja-JP" altLang="en-US" sz="1800" dirty="0"/>
              <a:t>⑧防火扉などの防災設備</a:t>
            </a:r>
            <a:endParaRPr kumimoji="1" lang="en-US" altLang="ja-JP" sz="1800" dirty="0"/>
          </a:p>
          <a:p>
            <a:pPr marL="0" indent="0">
              <a:buNone/>
            </a:pPr>
            <a:r>
              <a:rPr kumimoji="1" lang="ja-JP" altLang="en-US" sz="1800" dirty="0"/>
              <a:t>⑨そのほか、他者の迷惑になる場所</a:t>
            </a:r>
            <a:endParaRPr kumimoji="1" lang="en-US" altLang="ja-JP" sz="1800" dirty="0"/>
          </a:p>
          <a:p>
            <a:pPr marL="0" indent="0">
              <a:buNone/>
            </a:pPr>
            <a:r>
              <a:rPr kumimoji="1" lang="ja-JP" altLang="en-US" sz="2400" dirty="0"/>
              <a:t>・期間前に設置したビラ・ポスターは、</a:t>
            </a:r>
            <a:r>
              <a:rPr kumimoji="1" lang="en-US" altLang="ja-JP" sz="2400" dirty="0"/>
              <a:t>10</a:t>
            </a:r>
            <a:r>
              <a:rPr kumimoji="1" lang="ja-JP" altLang="en-US" sz="2400" dirty="0"/>
              <a:t>月</a:t>
            </a:r>
            <a:r>
              <a:rPr kumimoji="1" lang="en-US" altLang="ja-JP" sz="2400" dirty="0"/>
              <a:t>27</a:t>
            </a:r>
            <a:r>
              <a:rPr kumimoji="1" lang="ja-JP" altLang="en-US" sz="2400" dirty="0"/>
              <a:t>日</a:t>
            </a:r>
            <a:r>
              <a:rPr kumimoji="1" lang="en-US" altLang="ja-JP" sz="2400" dirty="0"/>
              <a:t>(</a:t>
            </a:r>
            <a:r>
              <a:rPr kumimoji="1" lang="ja-JP" altLang="en-US" sz="2400" dirty="0"/>
              <a:t>木</a:t>
            </a:r>
            <a:r>
              <a:rPr kumimoji="1" lang="en-US" altLang="ja-JP" sz="2400" dirty="0"/>
              <a:t>)</a:t>
            </a:r>
            <a:r>
              <a:rPr kumimoji="1" lang="ja-JP" altLang="en-US" sz="2400" dirty="0"/>
              <a:t>までにいったん撤去し、</a:t>
            </a:r>
            <a:r>
              <a:rPr kumimoji="1" lang="en-US" altLang="ja-JP" sz="2400" dirty="0"/>
              <a:t>10</a:t>
            </a:r>
            <a:r>
              <a:rPr kumimoji="1" lang="ja-JP" altLang="en-US" sz="2400" dirty="0"/>
              <a:t>月</a:t>
            </a:r>
            <a:r>
              <a:rPr kumimoji="1" lang="en-US" altLang="ja-JP" sz="2400" dirty="0"/>
              <a:t>28</a:t>
            </a:r>
            <a:r>
              <a:rPr kumimoji="1" lang="ja-JP" altLang="en-US" sz="2400" dirty="0"/>
              <a:t>日</a:t>
            </a:r>
            <a:r>
              <a:rPr lang="en-US" altLang="ja-JP" sz="2400" dirty="0"/>
              <a:t>(</a:t>
            </a:r>
            <a:r>
              <a:rPr lang="ja-JP" altLang="en-US" sz="2400" dirty="0"/>
              <a:t>金</a:t>
            </a:r>
            <a:r>
              <a:rPr lang="en-US" altLang="ja-JP" sz="2400" dirty="0"/>
              <a:t>)14:00</a:t>
            </a:r>
            <a:r>
              <a:rPr lang="ja-JP" altLang="en-US" sz="2400" dirty="0"/>
              <a:t>以降に再度設置してください。</a:t>
            </a:r>
            <a:endParaRPr kumimoji="1" lang="ja-JP" altLang="en-US" sz="2400" dirty="0"/>
          </a:p>
        </p:txBody>
      </p:sp>
    </p:spTree>
    <p:extLst>
      <p:ext uri="{BB962C8B-B14F-4D97-AF65-F5344CB8AC3E}">
        <p14:creationId xmlns:p14="http://schemas.microsoft.com/office/powerpoint/2010/main" val="2079500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ビラ・ポスター</a:t>
            </a:r>
            <a:r>
              <a:rPr kumimoji="1" lang="ja-JP" altLang="en-US" dirty="0"/>
              <a:t>についての注意事項</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ビラ・ポスター</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fontScale="92500" lnSpcReduction="10000"/>
          </a:bodyPr>
          <a:lstStyle/>
          <a:p>
            <a:pPr marL="0" indent="0">
              <a:buNone/>
            </a:pPr>
            <a:r>
              <a:rPr kumimoji="1" lang="ja-JP" altLang="en-US" sz="2400" dirty="0"/>
              <a:t>・期間中に設置したビラ・ポスターは</a:t>
            </a:r>
            <a:r>
              <a:rPr kumimoji="1" lang="en-US" altLang="ja-JP" sz="2400" dirty="0">
                <a:solidFill>
                  <a:srgbClr val="FF0000"/>
                </a:solidFill>
              </a:rPr>
              <a:t>10</a:t>
            </a:r>
            <a:r>
              <a:rPr kumimoji="1" lang="ja-JP" altLang="en-US" sz="2400" dirty="0">
                <a:solidFill>
                  <a:srgbClr val="FF0000"/>
                </a:solidFill>
              </a:rPr>
              <a:t>月</a:t>
            </a:r>
            <a:r>
              <a:rPr kumimoji="1" lang="en-US" altLang="ja-JP" sz="2400" dirty="0">
                <a:solidFill>
                  <a:srgbClr val="FF0000"/>
                </a:solidFill>
              </a:rPr>
              <a:t>31</a:t>
            </a:r>
            <a:r>
              <a:rPr kumimoji="1" lang="ja-JP" altLang="en-US" sz="2400" dirty="0">
                <a:solidFill>
                  <a:srgbClr val="FF0000"/>
                </a:solidFill>
              </a:rPr>
              <a:t>日</a:t>
            </a:r>
            <a:r>
              <a:rPr kumimoji="1" lang="en-US" altLang="ja-JP" sz="2400" dirty="0">
                <a:solidFill>
                  <a:srgbClr val="FF0000"/>
                </a:solidFill>
              </a:rPr>
              <a:t>(</a:t>
            </a:r>
            <a:r>
              <a:rPr kumimoji="1" lang="ja-JP" altLang="en-US" sz="2400" dirty="0">
                <a:solidFill>
                  <a:srgbClr val="FF0000"/>
                </a:solidFill>
              </a:rPr>
              <a:t>月</a:t>
            </a:r>
            <a:r>
              <a:rPr kumimoji="1" lang="en-US" altLang="ja-JP" sz="2400" dirty="0">
                <a:solidFill>
                  <a:srgbClr val="FF0000"/>
                </a:solidFill>
              </a:rPr>
              <a:t>)11:00</a:t>
            </a:r>
            <a:r>
              <a:rPr kumimoji="1" lang="ja-JP" altLang="en-US" sz="2400" dirty="0"/>
              <a:t>までに撤去してください。</a:t>
            </a:r>
            <a:endParaRPr kumimoji="1" lang="en-US" altLang="ja-JP" sz="2400" dirty="0"/>
          </a:p>
          <a:p>
            <a:pPr marL="0" indent="0">
              <a:buNone/>
            </a:pPr>
            <a:r>
              <a:rPr lang="ja-JP" altLang="en-US" sz="2400" dirty="0"/>
              <a:t>・企画内容と関係のないビラ・ポスターは掲示しないでください。</a:t>
            </a:r>
            <a:endParaRPr lang="en-US" altLang="ja-JP" sz="2400" dirty="0"/>
          </a:p>
          <a:p>
            <a:pPr marL="0" indent="0">
              <a:buNone/>
            </a:pPr>
            <a:r>
              <a:rPr kumimoji="1" lang="ja-JP" altLang="en-US" sz="2400" dirty="0"/>
              <a:t>・ビラ・ポスターには必ず団体名を記載してください。</a:t>
            </a:r>
            <a:endParaRPr kumimoji="1" lang="en-US" altLang="ja-JP" sz="2400" dirty="0"/>
          </a:p>
          <a:p>
            <a:pPr marL="0" indent="0">
              <a:buNone/>
            </a:pPr>
            <a:r>
              <a:rPr lang="ja-JP" altLang="en-US" sz="2400" dirty="0"/>
              <a:t>・ビラ・ポスターを掲示する際はガムテープ・セロハンテープ・ビニールテープなどの</a:t>
            </a:r>
            <a:r>
              <a:rPr lang="ja-JP" altLang="en-US" sz="2400"/>
              <a:t>粘着性の</a:t>
            </a:r>
            <a:br>
              <a:rPr lang="en-US" altLang="ja-JP" sz="2400" dirty="0"/>
            </a:br>
            <a:r>
              <a:rPr lang="ja-JP" altLang="en-US" sz="2400"/>
              <a:t>強い</a:t>
            </a:r>
            <a:r>
              <a:rPr lang="ja-JP" altLang="en-US" sz="2400" dirty="0"/>
              <a:t>テープではなく、マスキングテープや養生テープなどの跡が残らないテープを使用してください。</a:t>
            </a:r>
            <a:endParaRPr lang="en-US" altLang="ja-JP" sz="2400" dirty="0"/>
          </a:p>
          <a:p>
            <a:pPr marL="0" indent="0">
              <a:buNone/>
            </a:pPr>
            <a:r>
              <a:rPr kumimoji="1" lang="ja-JP" altLang="en-US" sz="2400" dirty="0"/>
              <a:t>・雨天時は屋外に掲示してあるビラ・ポスターを撤去してください。</a:t>
            </a:r>
            <a:endParaRPr kumimoji="1" lang="en-US" altLang="ja-JP" sz="2400" dirty="0"/>
          </a:p>
          <a:p>
            <a:pPr marL="0" indent="0">
              <a:buNone/>
            </a:pPr>
            <a:r>
              <a:rPr lang="ja-JP" altLang="en-US" sz="2400" dirty="0"/>
              <a:t>・学外には、ビラ・ポスターを掲示しないでください。</a:t>
            </a:r>
            <a:endParaRPr lang="en-US" altLang="ja-JP" sz="2400" dirty="0"/>
          </a:p>
          <a:p>
            <a:pPr marL="0" indent="0">
              <a:buNone/>
            </a:pPr>
            <a:r>
              <a:rPr kumimoji="1" lang="ja-JP" altLang="en-US" sz="2400" dirty="0"/>
              <a:t>・工大祭実行委員会が認めていない企業などからの商業目的のスポンサー行為は禁止しておりますので、そのようなビラ・ポスターは見つけ次第撤去いたします。</a:t>
            </a:r>
            <a:endParaRPr kumimoji="1" lang="en-US" altLang="ja-JP" sz="2400" dirty="0"/>
          </a:p>
          <a:p>
            <a:pPr marL="0" indent="0">
              <a:buNone/>
            </a:pPr>
            <a:r>
              <a:rPr lang="ja-JP" altLang="en-US" sz="2400" dirty="0"/>
              <a:t>・設置方法、内容などが不適切であると大学または工大祭実行委員会が判断した</a:t>
            </a:r>
            <a:r>
              <a:rPr lang="ja-JP" altLang="en-US" sz="2400"/>
              <a:t>看板は</a:t>
            </a:r>
            <a:br>
              <a:rPr lang="en-US" altLang="ja-JP" sz="2400" dirty="0"/>
            </a:br>
            <a:r>
              <a:rPr lang="ja-JP" altLang="en-US" sz="2400"/>
              <a:t>予告</a:t>
            </a:r>
            <a:r>
              <a:rPr lang="ja-JP" altLang="en-US" sz="2400" dirty="0"/>
              <a:t>なく撤去する場合がございます。</a:t>
            </a:r>
            <a:endParaRPr lang="en-US" altLang="ja-JP" sz="2400" dirty="0"/>
          </a:p>
          <a:p>
            <a:pPr marL="0" indent="0">
              <a:buNone/>
            </a:pPr>
            <a:r>
              <a:rPr lang="ja-JP" altLang="en-US" sz="2400" dirty="0"/>
              <a:t>・壁や床等を汚損した場合、弁償していただくことがございます。</a:t>
            </a:r>
            <a:endParaRPr lang="en-US" altLang="ja-JP" sz="2400" dirty="0"/>
          </a:p>
          <a:p>
            <a:pPr marL="0" indent="0">
              <a:buNone/>
            </a:pPr>
            <a:endParaRPr kumimoji="1" lang="en-US" altLang="ja-JP" sz="2400" dirty="0"/>
          </a:p>
          <a:p>
            <a:pPr marL="0" indent="0">
              <a:buNone/>
            </a:pPr>
            <a:endParaRPr kumimoji="1" lang="ja-JP" altLang="en-US" sz="2400" dirty="0"/>
          </a:p>
        </p:txBody>
      </p:sp>
    </p:spTree>
    <p:extLst>
      <p:ext uri="{BB962C8B-B14F-4D97-AF65-F5344CB8AC3E}">
        <p14:creationId xmlns:p14="http://schemas.microsoft.com/office/powerpoint/2010/main" val="1660574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42</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5.</a:t>
            </a:r>
            <a:r>
              <a:rPr lang="ja-JP" altLang="en-US" sz="4400" dirty="0"/>
              <a:t>工大祭当日</a:t>
            </a:r>
          </a:p>
        </p:txBody>
      </p:sp>
    </p:spTree>
    <p:extLst>
      <p:ext uri="{BB962C8B-B14F-4D97-AF65-F5344CB8AC3E}">
        <p14:creationId xmlns:p14="http://schemas.microsoft.com/office/powerpoint/2010/main" val="2221849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企画実施上の注意</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a:bodyPr>
          <a:lstStyle/>
          <a:p>
            <a:r>
              <a:rPr kumimoji="1" lang="ja-JP" altLang="en-US" sz="3600" dirty="0"/>
              <a:t>参加団体の構成員の工大祭期間中における大学構内での飲酒は禁止されています。</a:t>
            </a:r>
            <a:endParaRPr kumimoji="1" lang="en-US" altLang="ja-JP" sz="3600" dirty="0"/>
          </a:p>
          <a:p>
            <a:r>
              <a:rPr lang="ja-JP" altLang="en-US" sz="3600" dirty="0"/>
              <a:t>ゴミ袋が足りなくなった場合は各集積場・案内所・本部までに取りに来てください。</a:t>
            </a:r>
            <a:endParaRPr lang="en-US" altLang="ja-JP" sz="3600" dirty="0"/>
          </a:p>
          <a:p>
            <a:r>
              <a:rPr kumimoji="1" lang="ja-JP" altLang="en-US" sz="3600" dirty="0"/>
              <a:t>終日、飲食物の歩き売りは禁止です。</a:t>
            </a:r>
            <a:endParaRPr kumimoji="1" lang="en-US" altLang="ja-JP" sz="3600" dirty="0"/>
          </a:p>
          <a:p>
            <a:r>
              <a:rPr lang="ja-JP" altLang="en-US" sz="3600" dirty="0"/>
              <a:t>工大祭</a:t>
            </a:r>
            <a:r>
              <a:rPr lang="en-US" altLang="ja-JP" sz="3600" dirty="0"/>
              <a:t>2022</a:t>
            </a:r>
            <a:r>
              <a:rPr lang="ja-JP" altLang="en-US" sz="3600" dirty="0"/>
              <a:t>では新型コロナウイルス感染症対策の一環として、食べ歩きは禁止とします。飲食スペースでのご飲食をお願いします。</a:t>
            </a:r>
            <a:endParaRPr kumimoji="1" lang="ja-JP" altLang="en-US" sz="3600" dirty="0"/>
          </a:p>
        </p:txBody>
      </p:sp>
    </p:spTree>
    <p:extLst>
      <p:ext uri="{BB962C8B-B14F-4D97-AF65-F5344CB8AC3E}">
        <p14:creationId xmlns:p14="http://schemas.microsoft.com/office/powerpoint/2010/main" val="6348987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en-US" altLang="ja-JP" sz="2800" dirty="0"/>
              <a:t>         </a:t>
            </a:r>
            <a:r>
              <a:rPr lang="ja-JP" altLang="en-US" dirty="0"/>
              <a:t>屋外企画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44</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企画実施上の注意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Autofit/>
          </a:bodyPr>
          <a:lstStyle/>
          <a:p>
            <a:pPr lvl="0"/>
            <a:r>
              <a:rPr lang="ja-JP" altLang="en-US" sz="3600" dirty="0"/>
              <a:t>責任者</a:t>
            </a:r>
            <a:r>
              <a:rPr lang="en-US" altLang="ja-JP" sz="3600" dirty="0"/>
              <a:t>1</a:t>
            </a:r>
            <a:r>
              <a:rPr lang="ja-JP" altLang="en-US" sz="3600" dirty="0"/>
              <a:t>名以上で企画実施場所を管理</a:t>
            </a:r>
            <a:r>
              <a:rPr lang="ja-JP" altLang="en-US" sz="3600"/>
              <a:t>してください。</a:t>
            </a:r>
            <a:endParaRPr lang="en-US" altLang="ja-JP" sz="3600" dirty="0"/>
          </a:p>
          <a:p>
            <a:pPr lvl="0"/>
            <a:r>
              <a:rPr lang="ja-JP" altLang="en-US" sz="3600" dirty="0"/>
              <a:t>火気器具を使用する団体</a:t>
            </a:r>
            <a:r>
              <a:rPr lang="en-US" altLang="ja-JP" sz="3600" dirty="0"/>
              <a:t>(</a:t>
            </a:r>
            <a:r>
              <a:rPr lang="ja-JP" altLang="en-US" sz="3600" dirty="0"/>
              <a:t>防災講習会に</a:t>
            </a:r>
            <a:r>
              <a:rPr lang="en-US" altLang="ja-JP" sz="3600" dirty="0"/>
              <a:t>3</a:t>
            </a:r>
            <a:r>
              <a:rPr lang="ja-JP" altLang="en-US" sz="3600" dirty="0"/>
              <a:t>人出席した団体</a:t>
            </a:r>
            <a:r>
              <a:rPr lang="en-US" altLang="ja-JP" sz="3600" dirty="0"/>
              <a:t>)</a:t>
            </a:r>
            <a:r>
              <a:rPr lang="ja-JP" altLang="en-US" sz="3600" dirty="0"/>
              <a:t>は責任者に加え防災講習会出席者が企画実施場所を管理してください。</a:t>
            </a:r>
            <a:endParaRPr lang="en-US" altLang="ja-JP" sz="3600" dirty="0"/>
          </a:p>
          <a:p>
            <a:pPr lvl="0"/>
            <a:r>
              <a:rPr lang="ja-JP" altLang="en-US" sz="3600" dirty="0"/>
              <a:t>参加団体の構成員以外をテント内部に入れないようにしてください。</a:t>
            </a:r>
            <a:endParaRPr lang="en-US" altLang="ja-JP" sz="3600" dirty="0"/>
          </a:p>
          <a:p>
            <a:pPr lvl="0"/>
            <a:r>
              <a:rPr lang="ja-JP" altLang="en-US" sz="3600" dirty="0"/>
              <a:t>企画実施場所に各団体専用のゴミ袋を用意し</a:t>
            </a:r>
            <a:r>
              <a:rPr lang="ja-JP" altLang="en-US" sz="3600"/>
              <a:t>、その</a:t>
            </a:r>
            <a:br>
              <a:rPr lang="en-US" altLang="ja-JP" sz="3600" dirty="0"/>
            </a:br>
            <a:r>
              <a:rPr lang="ja-JP" altLang="en-US" sz="3600"/>
              <a:t>付近</a:t>
            </a:r>
            <a:r>
              <a:rPr lang="ja-JP" altLang="en-US" sz="3600" dirty="0"/>
              <a:t>は常に清潔を保ってください。</a:t>
            </a:r>
            <a:endParaRPr lang="en-US" altLang="ja-JP" sz="3600" dirty="0"/>
          </a:p>
          <a:p>
            <a:pPr marL="0" lvl="0" indent="0">
              <a:buNone/>
            </a:pPr>
            <a:r>
              <a:rPr lang="ja-JP" altLang="en-US" sz="3600" dirty="0"/>
              <a:t>　</a:t>
            </a:r>
            <a:endParaRPr lang="ja-JP" altLang="en-US" sz="3600" dirty="0">
              <a:solidFill>
                <a:srgbClr val="FF0000"/>
              </a:solidFill>
            </a:endParaRPr>
          </a:p>
        </p:txBody>
      </p:sp>
      <p:sp>
        <p:nvSpPr>
          <p:cNvPr id="5" name="四角形: 角を丸くする 22">
            <a:extLst>
              <a:ext uri="{FF2B5EF4-FFF2-40B4-BE49-F238E27FC236}">
                <a16:creationId xmlns:a16="http://schemas.microsoft.com/office/drawing/2014/main" id="{F8DDF8A0-1EC8-6794-43E6-1627B1AD1F2E}"/>
              </a:ext>
            </a:extLst>
          </p:cNvPr>
          <p:cNvSpPr/>
          <p:nvPr/>
        </p:nvSpPr>
        <p:spPr>
          <a:xfrm>
            <a:off x="1391053" y="582008"/>
            <a:ext cx="472486" cy="540874"/>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sp>
        <p:nvSpPr>
          <p:cNvPr id="12" name="四角形: 角を丸くする 19">
            <a:extLst>
              <a:ext uri="{FF2B5EF4-FFF2-40B4-BE49-F238E27FC236}">
                <a16:creationId xmlns:a16="http://schemas.microsoft.com/office/drawing/2014/main" id="{5681FF35-4E7E-FED9-5B86-EFFD698170E9}"/>
              </a:ext>
            </a:extLst>
          </p:cNvPr>
          <p:cNvSpPr/>
          <p:nvPr/>
        </p:nvSpPr>
        <p:spPr>
          <a:xfrm>
            <a:off x="885188" y="582008"/>
            <a:ext cx="472486" cy="540874"/>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        </a:t>
            </a:r>
            <a:endParaRPr kumimoji="1" lang="ja-JP" altLang="en-US" sz="1400" dirty="0"/>
          </a:p>
        </p:txBody>
      </p:sp>
    </p:spTree>
    <p:extLst>
      <p:ext uri="{BB962C8B-B14F-4D97-AF65-F5344CB8AC3E}">
        <p14:creationId xmlns:p14="http://schemas.microsoft.com/office/powerpoint/2010/main" val="9211141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en-US" altLang="ja-JP" sz="2800" dirty="0"/>
              <a:t>      </a:t>
            </a:r>
            <a:r>
              <a:rPr lang="ja-JP" altLang="en-US" dirty="0"/>
              <a:t>屋外企画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企画実施上の注意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fontScale="92500" lnSpcReduction="10000"/>
          </a:bodyPr>
          <a:lstStyle/>
          <a:p>
            <a:pPr marL="0" lvl="0" indent="0">
              <a:buNone/>
            </a:pPr>
            <a:r>
              <a:rPr lang="ja-JP" altLang="en-US" sz="2400" dirty="0"/>
              <a:t>・企画実施前に、模擬店営業開始前</a:t>
            </a:r>
            <a:r>
              <a:rPr lang="ja-JP" altLang="en-US" sz="2400"/>
              <a:t>チェックリスト</a:t>
            </a:r>
            <a:r>
              <a:rPr lang="en-US" altLang="ja-JP" sz="2400" dirty="0"/>
              <a:t>(</a:t>
            </a:r>
            <a:r>
              <a:rPr lang="ja-JP" altLang="en-US" sz="2400"/>
              <a:t>防災講習会配布</a:t>
            </a:r>
            <a:r>
              <a:rPr lang="en-US" altLang="ja-JP" sz="2400" dirty="0"/>
              <a:t>)</a:t>
            </a:r>
            <a:r>
              <a:rPr lang="ja-JP" altLang="en-US" sz="2400" dirty="0"/>
              <a:t>を</a:t>
            </a:r>
            <a:r>
              <a:rPr lang="ja-JP" altLang="en-US" sz="2400"/>
              <a:t>記入して</a:t>
            </a:r>
            <a:br>
              <a:rPr lang="en-US" altLang="ja-JP" sz="2400" dirty="0"/>
            </a:br>
            <a:r>
              <a:rPr lang="ja-JP" altLang="en-US" sz="2400"/>
              <a:t>ください</a:t>
            </a:r>
            <a:r>
              <a:rPr lang="ja-JP" altLang="en-US" sz="2400" dirty="0"/>
              <a:t>。企画実施中に回収に伺います。</a:t>
            </a:r>
            <a:r>
              <a:rPr lang="en-US" altLang="ja-JP" sz="2400" dirty="0"/>
              <a:t>※</a:t>
            </a:r>
            <a:r>
              <a:rPr lang="ja-JP" altLang="en-US" sz="2400" dirty="0"/>
              <a:t>消防より義務付けられております。</a:t>
            </a:r>
            <a:endParaRPr lang="en-US" altLang="ja-JP" sz="2400" dirty="0"/>
          </a:p>
          <a:p>
            <a:pPr marL="0" lvl="0" indent="0">
              <a:buNone/>
            </a:pPr>
            <a:r>
              <a:rPr lang="ja-JP" altLang="en-US" sz="2400" dirty="0"/>
              <a:t>・火気器具を扱う模擬店企画は、水を入れた</a:t>
            </a:r>
            <a:r>
              <a:rPr lang="en-US" altLang="ja-JP" sz="2400" dirty="0"/>
              <a:t>2L</a:t>
            </a:r>
            <a:r>
              <a:rPr lang="ja-JP" altLang="en-US" sz="2400" dirty="0"/>
              <a:t>ペットボトルを</a:t>
            </a:r>
            <a:r>
              <a:rPr lang="en-US" altLang="ja-JP" sz="2400" dirty="0"/>
              <a:t>2</a:t>
            </a:r>
            <a:r>
              <a:rPr lang="ja-JP" altLang="en-US" sz="2400" dirty="0"/>
              <a:t>本と消火クロスを</a:t>
            </a:r>
            <a:r>
              <a:rPr lang="ja-JP" altLang="en-US" sz="2400"/>
              <a:t>用意して</a:t>
            </a:r>
            <a:br>
              <a:rPr lang="en-US" altLang="ja-JP" sz="2400" dirty="0"/>
            </a:br>
            <a:r>
              <a:rPr lang="ja-JP" altLang="en-US" sz="2400"/>
              <a:t>ください</a:t>
            </a:r>
            <a:r>
              <a:rPr lang="ja-JP" altLang="en-US" sz="2400" dirty="0"/>
              <a:t>。水は油火災の消火には用いないでください。</a:t>
            </a:r>
            <a:endParaRPr lang="en-US" altLang="ja-JP" sz="2400" dirty="0"/>
          </a:p>
          <a:p>
            <a:pPr marL="0" lvl="0" indent="0">
              <a:buNone/>
            </a:pPr>
            <a:r>
              <a:rPr lang="ja-JP" altLang="en-US" sz="2400" dirty="0"/>
              <a:t>・借用物品としてお配りした防災用品は必ず適切に使用してください。適切</a:t>
            </a:r>
            <a:r>
              <a:rPr lang="ja-JP" altLang="en-US" sz="2400"/>
              <a:t>に扱われて</a:t>
            </a:r>
            <a:br>
              <a:rPr lang="en-US" altLang="ja-JP" sz="2400" dirty="0"/>
            </a:br>
            <a:r>
              <a:rPr lang="ja-JP" altLang="en-US" sz="2400"/>
              <a:t>いない</a:t>
            </a:r>
            <a:r>
              <a:rPr lang="ja-JP" altLang="en-US" sz="2400" dirty="0"/>
              <a:t>場合には、企画中止となる場合がございますので、ご注意ください。</a:t>
            </a:r>
            <a:endParaRPr lang="en-US" altLang="ja-JP" sz="2400" dirty="0"/>
          </a:p>
          <a:p>
            <a:pPr marL="0" lvl="0" indent="0">
              <a:buNone/>
            </a:pPr>
            <a:r>
              <a:rPr lang="ja-JP" altLang="en-US" sz="2400" dirty="0"/>
              <a:t>・油を使用する模擬店企画では、使用済みの油をスチールバケツに廃棄してください。</a:t>
            </a:r>
            <a:endParaRPr lang="en-US" altLang="ja-JP" sz="2400" dirty="0"/>
          </a:p>
          <a:p>
            <a:pPr marL="0" lvl="0" indent="0">
              <a:buNone/>
            </a:pPr>
            <a:r>
              <a:rPr lang="ja-JP" altLang="en-US" sz="2400" dirty="0"/>
              <a:t>・ガスボンベを使用する模擬店企画では、荷締めベルトを用いてガスボンベをテントの脚等に括り付けて固定してください。</a:t>
            </a:r>
            <a:endParaRPr lang="en-US" altLang="ja-JP" sz="2400" dirty="0"/>
          </a:p>
          <a:p>
            <a:pPr marL="0" lvl="0" indent="0">
              <a:buNone/>
            </a:pPr>
            <a:r>
              <a:rPr lang="ja-JP" altLang="en-US" sz="2400" dirty="0"/>
              <a:t>・地面を汚損する恐れがある場合</a:t>
            </a:r>
            <a:r>
              <a:rPr lang="en-US" altLang="ja-JP" sz="2400" dirty="0"/>
              <a:t>(</a:t>
            </a:r>
            <a:r>
              <a:rPr lang="ja-JP" altLang="en-US" sz="2400" dirty="0"/>
              <a:t>特に油を使用する団体</a:t>
            </a:r>
            <a:r>
              <a:rPr lang="en-US" altLang="ja-JP" sz="2400" dirty="0"/>
              <a:t>)</a:t>
            </a:r>
            <a:r>
              <a:rPr lang="ja-JP" altLang="en-US" sz="2400" dirty="0"/>
              <a:t>は、あらかじめ</a:t>
            </a:r>
            <a:r>
              <a:rPr lang="ja-JP" altLang="en-US" sz="2400"/>
              <a:t>ブルーシートや</a:t>
            </a:r>
            <a:br>
              <a:rPr lang="en-US" altLang="ja-JP" sz="2400" dirty="0"/>
            </a:br>
            <a:r>
              <a:rPr lang="ja-JP" altLang="en-US" sz="2400"/>
              <a:t>段</a:t>
            </a:r>
            <a:r>
              <a:rPr lang="ja-JP" altLang="en-US" sz="2400" dirty="0"/>
              <a:t>ボールを敷いてください。</a:t>
            </a:r>
            <a:endParaRPr lang="en-US" altLang="ja-JP" sz="2400" dirty="0"/>
          </a:p>
          <a:p>
            <a:pPr marL="0" lvl="0" indent="0">
              <a:buNone/>
            </a:pPr>
            <a:r>
              <a:rPr lang="ja-JP" altLang="en-US" sz="2400" dirty="0"/>
              <a:t>・調理の際に使用した器具や容器などは、他団体の企画実施場所や植え込み</a:t>
            </a:r>
            <a:r>
              <a:rPr lang="ja-JP" altLang="en-US" sz="2400"/>
              <a:t>などに</a:t>
            </a:r>
            <a:br>
              <a:rPr lang="en-US" altLang="ja-JP" sz="2400" dirty="0"/>
            </a:br>
            <a:r>
              <a:rPr lang="ja-JP" altLang="en-US" sz="2400"/>
              <a:t>置かない</a:t>
            </a:r>
            <a:r>
              <a:rPr lang="ja-JP" altLang="en-US" sz="2400" dirty="0"/>
              <a:t>ようにしてください。</a:t>
            </a:r>
            <a:endParaRPr lang="en-US" altLang="ja-JP" sz="2400" dirty="0"/>
          </a:p>
          <a:p>
            <a:pPr marL="0" lvl="0" indent="0">
              <a:buNone/>
            </a:pPr>
            <a:r>
              <a:rPr lang="ja-JP" altLang="en-US" sz="2400" dirty="0"/>
              <a:t>・コンロよりも大きな鍋を使わず、コンロの大きさにあったものを使うようにしてください。　</a:t>
            </a:r>
            <a:endParaRPr lang="ja-JP" altLang="en-US" sz="2000" dirty="0">
              <a:solidFill>
                <a:srgbClr val="FF0000"/>
              </a:solidFill>
            </a:endParaRPr>
          </a:p>
        </p:txBody>
      </p:sp>
      <p:sp>
        <p:nvSpPr>
          <p:cNvPr id="12" name="四角形: 角を丸くする 19">
            <a:extLst>
              <a:ext uri="{FF2B5EF4-FFF2-40B4-BE49-F238E27FC236}">
                <a16:creationId xmlns:a16="http://schemas.microsoft.com/office/drawing/2014/main" id="{5681FF35-4E7E-FED9-5B86-EFFD698170E9}"/>
              </a:ext>
            </a:extLst>
          </p:cNvPr>
          <p:cNvSpPr/>
          <p:nvPr/>
        </p:nvSpPr>
        <p:spPr>
          <a:xfrm>
            <a:off x="885188" y="582008"/>
            <a:ext cx="472486" cy="540874"/>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    </a:t>
            </a:r>
            <a:endParaRPr kumimoji="1" lang="ja-JP" altLang="en-US" sz="1400" dirty="0"/>
          </a:p>
        </p:txBody>
      </p:sp>
    </p:spTree>
    <p:extLst>
      <p:ext uri="{BB962C8B-B14F-4D97-AF65-F5344CB8AC3E}">
        <p14:creationId xmlns:p14="http://schemas.microsoft.com/office/powerpoint/2010/main" val="600631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　　　   屋内企画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企画実施上の注意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sz="2400" dirty="0"/>
              <a:t>・責任者</a:t>
            </a:r>
            <a:r>
              <a:rPr lang="en-US" altLang="ja-JP" sz="2400" dirty="0"/>
              <a:t>1</a:t>
            </a:r>
            <a:r>
              <a:rPr lang="ja-JP" altLang="en-US" sz="2400" dirty="0"/>
              <a:t>名以上で企画実施場所を管理してください。</a:t>
            </a:r>
            <a:endParaRPr lang="en-US" altLang="ja-JP" sz="2400" dirty="0"/>
          </a:p>
          <a:p>
            <a:pPr marL="0" indent="0">
              <a:buNone/>
            </a:pPr>
            <a:r>
              <a:rPr kumimoji="1" lang="ja-JP" altLang="en-US" sz="2400" dirty="0"/>
              <a:t>・火気器具を使用する団体</a:t>
            </a:r>
            <a:r>
              <a:rPr kumimoji="1" lang="en-US" altLang="ja-JP" sz="2400" dirty="0"/>
              <a:t>(</a:t>
            </a:r>
            <a:r>
              <a:rPr kumimoji="1" lang="ja-JP" altLang="en-US" sz="2400" dirty="0"/>
              <a:t>防災講習会に出席した団体</a:t>
            </a:r>
            <a:r>
              <a:rPr kumimoji="1" lang="en-US" altLang="ja-JP" sz="2400" dirty="0"/>
              <a:t>)</a:t>
            </a:r>
            <a:r>
              <a:rPr kumimoji="1" lang="ja-JP" altLang="en-US" sz="2400" dirty="0"/>
              <a:t>は、責任者に加え防災講習会出席者が企画実施場所を管理してください。</a:t>
            </a:r>
            <a:endParaRPr kumimoji="1" lang="en-US" altLang="ja-JP" sz="2400" dirty="0"/>
          </a:p>
          <a:p>
            <a:pPr marL="0" indent="0">
              <a:buNone/>
            </a:pPr>
            <a:r>
              <a:rPr lang="ja-JP" altLang="en-US" sz="2400" dirty="0"/>
              <a:t>・　　　工大祭実行委員会が講義室使用担当者を認めた団体は、いずれかの講義室のうち、必ず一つ以上を責任者が管理してください。そのほかの講義室は講義室使用担当者が管理してください。</a:t>
            </a:r>
            <a:endParaRPr lang="en-US" altLang="ja-JP" sz="2400" dirty="0"/>
          </a:p>
          <a:p>
            <a:pPr marL="0" indent="0">
              <a:buNone/>
            </a:pPr>
            <a:r>
              <a:rPr kumimoji="1" lang="ja-JP" altLang="en-US" sz="2400" dirty="0"/>
              <a:t>・　　　講義室は</a:t>
            </a:r>
            <a:r>
              <a:rPr kumimoji="1" lang="en-US" altLang="ja-JP" sz="2400" dirty="0"/>
              <a:t>8:00</a:t>
            </a:r>
            <a:r>
              <a:rPr kumimoji="1" lang="ja-JP" altLang="en-US" sz="2400" dirty="0"/>
              <a:t>以降に解錠可能です。講義室の解錠には参加団体認定証が必要となります。企画場所に着き次第、工大祭実行委員会室まで電話にてご連絡ください。</a:t>
            </a:r>
            <a:endParaRPr kumimoji="1" lang="en-US" altLang="ja-JP" sz="2400" dirty="0"/>
          </a:p>
          <a:p>
            <a:pPr marL="0" indent="0">
              <a:buNone/>
            </a:pPr>
            <a:r>
              <a:rPr lang="ja-JP" altLang="en-US" sz="2400" dirty="0"/>
              <a:t>・　　　</a:t>
            </a:r>
            <a:r>
              <a:rPr lang="en-US" altLang="ja-JP" sz="2400" dirty="0"/>
              <a:t>8:00</a:t>
            </a:r>
            <a:r>
              <a:rPr lang="ja-JP" altLang="en-US" sz="2400" dirty="0"/>
              <a:t>～</a:t>
            </a:r>
            <a:r>
              <a:rPr lang="en-US" altLang="ja-JP" sz="2400" dirty="0"/>
              <a:t>10:00</a:t>
            </a:r>
            <a:r>
              <a:rPr lang="ja-JP" altLang="en-US" sz="2400" dirty="0"/>
              <a:t>、</a:t>
            </a:r>
            <a:r>
              <a:rPr lang="en-US" altLang="ja-JP" sz="2400" dirty="0"/>
              <a:t>18:00</a:t>
            </a:r>
            <a:r>
              <a:rPr lang="ja-JP" altLang="en-US" sz="2400" dirty="0"/>
              <a:t>～</a:t>
            </a:r>
            <a:r>
              <a:rPr lang="en-US" altLang="ja-JP" sz="2400" dirty="0"/>
              <a:t>20:00</a:t>
            </a:r>
            <a:r>
              <a:rPr lang="ja-JP" altLang="en-US" sz="2400" dirty="0"/>
              <a:t>　の時間帯は、工大祭実行委員会室の電話がつながりにくくなる場合がございます。</a:t>
            </a:r>
            <a:r>
              <a:rPr kumimoji="1" lang="ja-JP" altLang="en-US" sz="2400" dirty="0"/>
              <a:t>　</a:t>
            </a:r>
            <a:endParaRPr kumimoji="1" lang="en-US" altLang="ja-JP" sz="2400" dirty="0"/>
          </a:p>
          <a:p>
            <a:pPr marL="0" indent="0" algn="r">
              <a:buNone/>
            </a:pPr>
            <a:endParaRPr kumimoji="1" lang="ja-JP" altLang="en-US" sz="4800" dirty="0"/>
          </a:p>
        </p:txBody>
      </p:sp>
      <p:sp>
        <p:nvSpPr>
          <p:cNvPr id="11" name="四角形: 角を丸くする 16">
            <a:extLst>
              <a:ext uri="{FF2B5EF4-FFF2-40B4-BE49-F238E27FC236}">
                <a16:creationId xmlns:a16="http://schemas.microsoft.com/office/drawing/2014/main" id="{CD9A024B-1EFE-3445-869D-D584A00F386D}"/>
              </a:ext>
            </a:extLst>
          </p:cNvPr>
          <p:cNvSpPr/>
          <p:nvPr/>
        </p:nvSpPr>
        <p:spPr>
          <a:xfrm>
            <a:off x="956927" y="618797"/>
            <a:ext cx="502920" cy="502920"/>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13" name="四角形: 角を丸くする 17">
            <a:extLst>
              <a:ext uri="{FF2B5EF4-FFF2-40B4-BE49-F238E27FC236}">
                <a16:creationId xmlns:a16="http://schemas.microsoft.com/office/drawing/2014/main" id="{DCC5D9CA-661B-EF45-BE78-748A6FA35672}"/>
              </a:ext>
            </a:extLst>
          </p:cNvPr>
          <p:cNvSpPr/>
          <p:nvPr/>
        </p:nvSpPr>
        <p:spPr>
          <a:xfrm>
            <a:off x="1570456" y="615437"/>
            <a:ext cx="502920" cy="50292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S</a:t>
            </a:r>
            <a:endParaRPr kumimoji="1" lang="ja-JP" altLang="en-US" dirty="0"/>
          </a:p>
        </p:txBody>
      </p:sp>
      <p:sp>
        <p:nvSpPr>
          <p:cNvPr id="3" name="四角形: 角を丸くする 16">
            <a:extLst>
              <a:ext uri="{FF2B5EF4-FFF2-40B4-BE49-F238E27FC236}">
                <a16:creationId xmlns:a16="http://schemas.microsoft.com/office/drawing/2014/main" id="{0F816D9A-5905-48A3-087B-1789900728C4}"/>
              </a:ext>
            </a:extLst>
          </p:cNvPr>
          <p:cNvSpPr/>
          <p:nvPr/>
        </p:nvSpPr>
        <p:spPr>
          <a:xfrm>
            <a:off x="1134140" y="2557585"/>
            <a:ext cx="436316" cy="431924"/>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5" name="四角形: 角を丸くする 16">
            <a:extLst>
              <a:ext uri="{FF2B5EF4-FFF2-40B4-BE49-F238E27FC236}">
                <a16:creationId xmlns:a16="http://schemas.microsoft.com/office/drawing/2014/main" id="{0F77BD49-8331-736F-2F26-027F7B9EF700}"/>
              </a:ext>
            </a:extLst>
          </p:cNvPr>
          <p:cNvSpPr/>
          <p:nvPr/>
        </p:nvSpPr>
        <p:spPr>
          <a:xfrm>
            <a:off x="1134140" y="3634387"/>
            <a:ext cx="436316" cy="431924"/>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6" name="四角形: 角を丸くする 16">
            <a:extLst>
              <a:ext uri="{FF2B5EF4-FFF2-40B4-BE49-F238E27FC236}">
                <a16:creationId xmlns:a16="http://schemas.microsoft.com/office/drawing/2014/main" id="{9409E0EF-80E7-E754-A12A-B2D98CC1517F}"/>
              </a:ext>
            </a:extLst>
          </p:cNvPr>
          <p:cNvSpPr/>
          <p:nvPr/>
        </p:nvSpPr>
        <p:spPr>
          <a:xfrm>
            <a:off x="1134140" y="4759159"/>
            <a:ext cx="436316" cy="431924"/>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Tree>
    <p:extLst>
      <p:ext uri="{BB962C8B-B14F-4D97-AF65-F5344CB8AC3E}">
        <p14:creationId xmlns:p14="http://schemas.microsoft.com/office/powerpoint/2010/main" val="3712147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　　　   講義室（控え室）使用上の注意</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企画実施上の注意</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4489" y="1316240"/>
            <a:ext cx="10515600" cy="4828921"/>
          </a:xfrm>
        </p:spPr>
        <p:txBody>
          <a:bodyPr>
            <a:normAutofit lnSpcReduction="10000"/>
          </a:bodyPr>
          <a:lstStyle/>
          <a:p>
            <a:r>
              <a:rPr kumimoji="1" lang="ja-JP" altLang="en-US" sz="2400" dirty="0"/>
              <a:t>解錠中の講義室は、必ず構成員が常駐してください。講義室をやむを得ず無人にする場合は施錠いたしますので工大祭実行委員会室までご連絡ください。</a:t>
            </a:r>
            <a:endParaRPr kumimoji="1" lang="en-US" altLang="ja-JP" sz="2400" dirty="0"/>
          </a:p>
          <a:p>
            <a:r>
              <a:rPr lang="ja-JP" altLang="en-US" sz="2400" dirty="0"/>
              <a:t>講義室のマイク、プロジェクターは使用できません。</a:t>
            </a:r>
            <a:endParaRPr lang="en-US" altLang="ja-JP" sz="2400" dirty="0"/>
          </a:p>
          <a:p>
            <a:r>
              <a:rPr kumimoji="1" lang="ja-JP" altLang="en-US" sz="2400" dirty="0"/>
              <a:t>講義室のゴミ箱及び講義室前の廊下のゴミ箱は使用可能ですが、ゴミの処理や新しいゴミ箱の設置は必ず行ってください。</a:t>
            </a:r>
            <a:endParaRPr kumimoji="1" lang="en-US" altLang="ja-JP" sz="2400" dirty="0"/>
          </a:p>
          <a:p>
            <a:r>
              <a:rPr kumimoji="1" lang="ja-JP" altLang="en-US" sz="2400" dirty="0"/>
              <a:t>講義室備え付けの机や椅子及びそのほかの設備は、許可されている場合を除き、取り外したり室外に持ち出したりしないでください。</a:t>
            </a:r>
            <a:endParaRPr kumimoji="1" lang="en-US" altLang="ja-JP" sz="2400" dirty="0"/>
          </a:p>
          <a:p>
            <a:r>
              <a:rPr lang="ja-JP" altLang="en-US" sz="2400" dirty="0"/>
              <a:t>避難経路を確保し、機材等で塞がないでください。</a:t>
            </a:r>
            <a:endParaRPr lang="en-US" altLang="ja-JP" sz="2400" dirty="0"/>
          </a:p>
          <a:p>
            <a:r>
              <a:rPr kumimoji="1" lang="ja-JP" altLang="en-US" sz="2400" dirty="0"/>
              <a:t>防火設備を操作したり手を加えたりしないでください。</a:t>
            </a:r>
            <a:endParaRPr kumimoji="1" lang="en-US" altLang="ja-JP" sz="2400" dirty="0"/>
          </a:p>
          <a:p>
            <a:r>
              <a:rPr lang="ja-JP" altLang="en-US" sz="2400" dirty="0"/>
              <a:t>講義室内は火気厳禁です。</a:t>
            </a:r>
            <a:endParaRPr lang="en-US" altLang="ja-JP" sz="2400" dirty="0"/>
          </a:p>
          <a:p>
            <a:r>
              <a:rPr lang="ja-JP" altLang="en-US" sz="2400" dirty="0"/>
              <a:t>控え室を使用される団体は、控え室の施錠・解錠は頻繁に行わない</a:t>
            </a:r>
            <a:r>
              <a:rPr lang="ja-JP" altLang="en-US" sz="2400"/>
              <a:t>ようご協力</a:t>
            </a:r>
            <a:br>
              <a:rPr lang="en-US" altLang="ja-JP" sz="2400" dirty="0"/>
            </a:br>
            <a:r>
              <a:rPr lang="ja-JP" altLang="en-US" sz="2400"/>
              <a:t>ください</a:t>
            </a:r>
            <a:r>
              <a:rPr lang="ja-JP" altLang="en-US" sz="2400" dirty="0"/>
              <a:t>。</a:t>
            </a:r>
            <a:endParaRPr lang="en-US" altLang="ja-JP" sz="2400" dirty="0"/>
          </a:p>
          <a:p>
            <a:endParaRPr kumimoji="1" lang="ja-JP" altLang="en-US" sz="2400" dirty="0"/>
          </a:p>
          <a:p>
            <a:pPr marL="0" indent="0" algn="r">
              <a:buNone/>
            </a:pPr>
            <a:endParaRPr kumimoji="1" lang="ja-JP" altLang="en-US" sz="4800" dirty="0"/>
          </a:p>
        </p:txBody>
      </p:sp>
      <p:sp>
        <p:nvSpPr>
          <p:cNvPr id="11" name="四角形: 角を丸くする 16">
            <a:extLst>
              <a:ext uri="{FF2B5EF4-FFF2-40B4-BE49-F238E27FC236}">
                <a16:creationId xmlns:a16="http://schemas.microsoft.com/office/drawing/2014/main" id="{CD9A024B-1EFE-3445-869D-D584A00F386D}"/>
              </a:ext>
            </a:extLst>
          </p:cNvPr>
          <p:cNvSpPr/>
          <p:nvPr/>
        </p:nvSpPr>
        <p:spPr>
          <a:xfrm>
            <a:off x="943211" y="602810"/>
            <a:ext cx="502920" cy="502920"/>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13" name="四角形: 角を丸くする 17">
            <a:extLst>
              <a:ext uri="{FF2B5EF4-FFF2-40B4-BE49-F238E27FC236}">
                <a16:creationId xmlns:a16="http://schemas.microsoft.com/office/drawing/2014/main" id="{DCC5D9CA-661B-EF45-BE78-748A6FA35672}"/>
              </a:ext>
            </a:extLst>
          </p:cNvPr>
          <p:cNvSpPr/>
          <p:nvPr/>
        </p:nvSpPr>
        <p:spPr>
          <a:xfrm>
            <a:off x="1554853" y="602810"/>
            <a:ext cx="502920" cy="50292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S</a:t>
            </a:r>
            <a:endParaRPr kumimoji="1" lang="ja-JP" altLang="en-US" dirty="0"/>
          </a:p>
        </p:txBody>
      </p:sp>
    </p:spTree>
    <p:extLst>
      <p:ext uri="{BB962C8B-B14F-4D97-AF65-F5344CB8AC3E}">
        <p14:creationId xmlns:p14="http://schemas.microsoft.com/office/powerpoint/2010/main" val="3031978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企画実施終了後の注意</a:t>
            </a:r>
            <a:r>
              <a:rPr lang="en-US" altLang="ja-JP" dirty="0"/>
              <a:t>(</a:t>
            </a:r>
            <a:r>
              <a:rPr lang="ja-JP" altLang="en-US" dirty="0"/>
              <a:t>両日とも</a:t>
            </a:r>
            <a:r>
              <a:rPr lang="en-US" altLang="ja-JP" dirty="0"/>
              <a:t>)</a:t>
            </a:r>
            <a:r>
              <a:rPr lang="ja-JP" altLang="en-US" dirty="0"/>
              <a:t>　　　</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4489" y="1316240"/>
            <a:ext cx="10515600" cy="4828921"/>
          </a:xfrm>
        </p:spPr>
        <p:txBody>
          <a:bodyPr>
            <a:normAutofit lnSpcReduction="10000"/>
          </a:bodyPr>
          <a:lstStyle/>
          <a:p>
            <a:pPr marL="0" indent="0">
              <a:buNone/>
            </a:pPr>
            <a:r>
              <a:rPr kumimoji="1" lang="ja-JP" altLang="en-US" sz="2000" dirty="0"/>
              <a:t>・企画実施場所及び周辺を清掃してください。</a:t>
            </a:r>
            <a:endParaRPr kumimoji="1" lang="en-US" altLang="ja-JP" sz="2000" dirty="0"/>
          </a:p>
          <a:p>
            <a:pPr marL="0" indent="0">
              <a:buNone/>
            </a:pPr>
            <a:r>
              <a:rPr lang="ja-JP" altLang="en-US" sz="2000" dirty="0"/>
              <a:t>・企画終了後</a:t>
            </a:r>
            <a:r>
              <a:rPr lang="en-US" altLang="ja-JP" sz="2000" dirty="0">
                <a:solidFill>
                  <a:srgbClr val="FF0000"/>
                </a:solidFill>
              </a:rPr>
              <a:t>19:00</a:t>
            </a:r>
            <a:r>
              <a:rPr lang="ja-JP" altLang="en-US" sz="2000" dirty="0">
                <a:solidFill>
                  <a:srgbClr val="FF0000"/>
                </a:solidFill>
              </a:rPr>
              <a:t>まで</a:t>
            </a:r>
            <a:r>
              <a:rPr lang="ja-JP" altLang="en-US" sz="2000" dirty="0"/>
              <a:t>に、すべてのゴミを集積場にお持ちください。</a:t>
            </a:r>
            <a:endParaRPr lang="en-US" altLang="ja-JP" sz="2000" dirty="0"/>
          </a:p>
          <a:p>
            <a:pPr marL="0" indent="0">
              <a:buNone/>
            </a:pPr>
            <a:r>
              <a:rPr kumimoji="1" lang="ja-JP" altLang="en-US" sz="2000" dirty="0"/>
              <a:t>・テントを使用する団体は倒壊防止のため、テントの脚を必ずたたんでください。</a:t>
            </a:r>
            <a:r>
              <a:rPr lang="ja-JP" altLang="en-US" sz="2000" b="0" i="0" dirty="0">
                <a:solidFill>
                  <a:srgbClr val="333333"/>
                </a:solidFill>
                <a:effectLst/>
                <a:latin typeface="-apple-system"/>
              </a:rPr>
              <a:t>全ての物品をテント内に</a:t>
            </a:r>
            <a:r>
              <a:rPr lang="ja-JP" altLang="en-US" sz="2000" b="0" i="0" dirty="0">
                <a:effectLst/>
                <a:latin typeface="-apple-system"/>
              </a:rPr>
              <a:t>収納してください。</a:t>
            </a:r>
            <a:endParaRPr lang="en-US" altLang="ja-JP" sz="2000" b="0" i="0" dirty="0">
              <a:effectLst/>
              <a:latin typeface="-apple-system"/>
            </a:endParaRPr>
          </a:p>
          <a:p>
            <a:pPr marL="0" indent="0">
              <a:buNone/>
            </a:pPr>
            <a:r>
              <a:rPr lang="ja-JP" altLang="en-US" sz="2000" b="0" i="0" dirty="0">
                <a:effectLst/>
                <a:latin typeface="-apple-system"/>
              </a:rPr>
              <a:t>・ 飲食物を取り扱う団体は</a:t>
            </a:r>
            <a:r>
              <a:rPr lang="en-US" altLang="ja-JP" sz="2000" dirty="0">
                <a:latin typeface="+mn-ea"/>
              </a:rPr>
              <a:t>P.30</a:t>
            </a:r>
            <a:r>
              <a:rPr lang="ja-JP" altLang="en-US" sz="2000" b="0" i="0">
                <a:effectLst/>
                <a:latin typeface="+mn-ea"/>
              </a:rPr>
              <a:t>「</a:t>
            </a:r>
            <a:r>
              <a:rPr lang="en-US" altLang="ja-JP" sz="2000" b="0" i="0" dirty="0">
                <a:effectLst/>
                <a:latin typeface="+mn-ea"/>
              </a:rPr>
              <a:t>4-4-6</a:t>
            </a:r>
            <a:r>
              <a:rPr lang="en-US" altLang="ja-JP" sz="2000" b="0" i="0" dirty="0">
                <a:effectLst/>
                <a:latin typeface="-apple-system"/>
              </a:rPr>
              <a:t>. </a:t>
            </a:r>
            <a:r>
              <a:rPr lang="ja-JP" altLang="en-US" sz="2000" b="0" i="0" dirty="0">
                <a:effectLst/>
                <a:latin typeface="-apple-system"/>
              </a:rPr>
              <a:t>企画終了後の食品の保管方法について」もよくお読みください。</a:t>
            </a:r>
            <a:endParaRPr lang="en-US" altLang="ja-JP" sz="2000" b="0" i="0" dirty="0">
              <a:effectLst/>
              <a:latin typeface="-apple-system"/>
            </a:endParaRPr>
          </a:p>
          <a:p>
            <a:pPr marL="0" indent="0">
              <a:buNone/>
            </a:pPr>
            <a:r>
              <a:rPr lang="ja-JP" altLang="en-US" sz="2000" dirty="0">
                <a:latin typeface="-apple-system"/>
              </a:rPr>
              <a:t>・</a:t>
            </a:r>
            <a:r>
              <a:rPr lang="ja-JP" altLang="en-US" sz="2000" b="0" i="0" dirty="0">
                <a:effectLst/>
                <a:latin typeface="-apple-system"/>
              </a:rPr>
              <a:t> 火気器具に関して、以下の</a:t>
            </a:r>
            <a:r>
              <a:rPr lang="en-US" altLang="ja-JP" sz="2000" b="0" i="0" dirty="0">
                <a:effectLst/>
                <a:latin typeface="+mn-ea"/>
              </a:rPr>
              <a:t>2</a:t>
            </a:r>
            <a:r>
              <a:rPr lang="ja-JP" altLang="en-US" sz="2000" b="0" i="0" dirty="0">
                <a:effectLst/>
                <a:latin typeface="-apple-system"/>
              </a:rPr>
              <a:t>点を確認してください。</a:t>
            </a:r>
            <a:br>
              <a:rPr lang="ja-JP" altLang="en-US" sz="2000" dirty="0"/>
            </a:br>
            <a:r>
              <a:rPr lang="ja-JP" altLang="en-US" sz="2000" b="0" i="0" dirty="0">
                <a:effectLst/>
                <a:latin typeface="-apple-system"/>
              </a:rPr>
              <a:t>　 ① ガス器具とガスボンベの元栓は締めてあるか。</a:t>
            </a:r>
            <a:br>
              <a:rPr lang="ja-JP" altLang="en-US" sz="2000" dirty="0"/>
            </a:br>
            <a:r>
              <a:rPr lang="ja-JP" altLang="en-US" sz="2000" b="0" i="0" dirty="0">
                <a:effectLst/>
                <a:latin typeface="-apple-system"/>
              </a:rPr>
              <a:t>　 ② 企画実施場所の周囲に、火種となるもの</a:t>
            </a:r>
            <a:r>
              <a:rPr lang="en-US" altLang="ja-JP" sz="2000" b="0" i="0" dirty="0">
                <a:effectLst/>
                <a:latin typeface="-apple-system"/>
              </a:rPr>
              <a:t>(</a:t>
            </a:r>
            <a:r>
              <a:rPr lang="ja-JP" altLang="en-US" sz="2000" b="0" i="0" dirty="0">
                <a:effectLst/>
                <a:latin typeface="-apple-system"/>
              </a:rPr>
              <a:t>ライター、チャッカマンなど</a:t>
            </a:r>
            <a:r>
              <a:rPr lang="en-US" altLang="ja-JP" sz="2000" b="0" i="0" dirty="0">
                <a:effectLst/>
                <a:latin typeface="-apple-system"/>
              </a:rPr>
              <a:t>)</a:t>
            </a:r>
            <a:r>
              <a:rPr lang="ja-JP" altLang="en-US" sz="2000" b="0" i="0" dirty="0">
                <a:effectLst/>
                <a:latin typeface="-apple-system"/>
              </a:rPr>
              <a:t>がないか。</a:t>
            </a:r>
            <a:endParaRPr lang="en-US" altLang="ja-JP" sz="2000" b="0" i="0" dirty="0">
              <a:effectLst/>
              <a:latin typeface="-apple-system"/>
            </a:endParaRPr>
          </a:p>
          <a:p>
            <a:pPr marL="0" indent="0">
              <a:buNone/>
            </a:pPr>
            <a:r>
              <a:rPr lang="ja-JP" altLang="en-US" sz="2000" b="0" i="0" dirty="0">
                <a:effectLst/>
                <a:latin typeface="-apple-system"/>
              </a:rPr>
              <a:t>・</a:t>
            </a:r>
            <a:r>
              <a:rPr lang="en-US" altLang="ja-JP" sz="2000" dirty="0">
                <a:latin typeface="+mn-ea"/>
              </a:rPr>
              <a:t>20:00</a:t>
            </a:r>
            <a:r>
              <a:rPr lang="ja-JP" altLang="en-US" sz="2000" b="0" i="0" dirty="0">
                <a:effectLst/>
                <a:latin typeface="-apple-system"/>
              </a:rPr>
              <a:t>までに大学内から退構してください。</a:t>
            </a:r>
            <a:endParaRPr lang="en-US" altLang="ja-JP" sz="2000" b="0" i="0" dirty="0">
              <a:effectLst/>
              <a:latin typeface="-apple-system"/>
            </a:endParaRPr>
          </a:p>
          <a:p>
            <a:pPr marL="0" indent="0">
              <a:buNone/>
            </a:pPr>
            <a:r>
              <a:rPr kumimoji="1" lang="ja-JP" altLang="en-US" sz="2000" dirty="0">
                <a:latin typeface="-apple-system"/>
              </a:rPr>
              <a:t>・　　　</a:t>
            </a:r>
            <a:r>
              <a:rPr lang="ja-JP" altLang="en-US" sz="2000" b="0" i="0" dirty="0">
                <a:effectLst/>
                <a:latin typeface="-apple-system"/>
              </a:rPr>
              <a:t>ご帰宅の際は講義室を施錠いたしますので、必ず工大祭実行委員会室に電話</a:t>
            </a:r>
            <a:r>
              <a:rPr lang="ja-JP" altLang="en-US" sz="2000" b="0" i="0">
                <a:effectLst/>
                <a:latin typeface="-apple-system"/>
              </a:rPr>
              <a:t>にてご連絡</a:t>
            </a:r>
            <a:br>
              <a:rPr lang="en-US" altLang="ja-JP" sz="2000" b="0" i="0" dirty="0">
                <a:effectLst/>
                <a:latin typeface="-apple-system"/>
              </a:rPr>
            </a:br>
            <a:r>
              <a:rPr lang="ja-JP" altLang="en-US" sz="2000" b="0" i="0">
                <a:effectLst/>
                <a:latin typeface="-apple-system"/>
              </a:rPr>
              <a:t>ください</a:t>
            </a:r>
            <a:r>
              <a:rPr lang="ja-JP" altLang="en-US" sz="2000" b="0" i="0" dirty="0">
                <a:effectLst/>
                <a:latin typeface="-apple-system"/>
              </a:rPr>
              <a:t>。</a:t>
            </a:r>
            <a:endParaRPr lang="en-US" altLang="ja-JP" sz="2000" b="0" i="0" dirty="0">
              <a:effectLst/>
              <a:latin typeface="-apple-system"/>
            </a:endParaRPr>
          </a:p>
          <a:p>
            <a:pPr marL="0" indent="0">
              <a:buNone/>
            </a:pPr>
            <a:r>
              <a:rPr lang="ja-JP" altLang="en-US" sz="2000" dirty="0">
                <a:latin typeface="-apple-system"/>
              </a:rPr>
              <a:t>・　　　　　</a:t>
            </a:r>
            <a:r>
              <a:rPr lang="ja-JP" altLang="en-US" sz="2000" b="0" i="0" dirty="0">
                <a:effectLst/>
                <a:latin typeface="-apple-system"/>
              </a:rPr>
              <a:t>事前に誓約書を提出している団体のみ、</a:t>
            </a:r>
            <a:r>
              <a:rPr lang="en-US" altLang="ja-JP" sz="2000" b="0" i="0" dirty="0">
                <a:effectLst/>
                <a:latin typeface="+mn-ea"/>
              </a:rPr>
              <a:t>20:00</a:t>
            </a:r>
            <a:r>
              <a:rPr lang="ja-JP" altLang="en-US" sz="2000" b="0" i="0" dirty="0">
                <a:effectLst/>
                <a:latin typeface="-apple-system"/>
              </a:rPr>
              <a:t>以降に作業を続けることができます。</a:t>
            </a:r>
            <a:endParaRPr lang="en-US" altLang="ja-JP" sz="2000" b="0" i="0" dirty="0">
              <a:effectLst/>
              <a:latin typeface="-apple-system"/>
            </a:endParaRPr>
          </a:p>
          <a:p>
            <a:pPr marL="0" indent="0">
              <a:buNone/>
            </a:pPr>
            <a:r>
              <a:rPr kumimoji="1" lang="ja-JP" altLang="en-US" sz="2000" dirty="0">
                <a:latin typeface="-apple-system"/>
              </a:rPr>
              <a:t>・　　　</a:t>
            </a:r>
            <a:r>
              <a:rPr lang="en-US" altLang="ja-JP" sz="2000" b="0" i="0" dirty="0">
                <a:effectLst/>
                <a:latin typeface="+mn-ea"/>
              </a:rPr>
              <a:t>20:00</a:t>
            </a:r>
            <a:r>
              <a:rPr lang="ja-JP" altLang="en-US" sz="2000" b="0" i="0" dirty="0">
                <a:effectLst/>
                <a:latin typeface="-apple-system"/>
              </a:rPr>
              <a:t>以降に作業を続けることはできません</a:t>
            </a:r>
            <a:r>
              <a:rPr lang="ja-JP" altLang="en-US" sz="2000" b="0" i="0" dirty="0">
                <a:solidFill>
                  <a:srgbClr val="333333"/>
                </a:solidFill>
                <a:effectLst/>
                <a:latin typeface="-apple-system"/>
              </a:rPr>
              <a:t>。</a:t>
            </a:r>
            <a:endParaRPr kumimoji="1" lang="ja-JP" altLang="en-US" sz="2000" dirty="0"/>
          </a:p>
          <a:p>
            <a:pPr marL="0" indent="0" algn="r">
              <a:buNone/>
            </a:pPr>
            <a:endParaRPr kumimoji="1" lang="ja-JP" altLang="en-US" sz="4800" dirty="0"/>
          </a:p>
        </p:txBody>
      </p:sp>
      <p:sp>
        <p:nvSpPr>
          <p:cNvPr id="3" name="四角形: 角を丸くする 16">
            <a:extLst>
              <a:ext uri="{FF2B5EF4-FFF2-40B4-BE49-F238E27FC236}">
                <a16:creationId xmlns:a16="http://schemas.microsoft.com/office/drawing/2014/main" id="{0F816D9A-5905-48A3-087B-1789900728C4}"/>
              </a:ext>
            </a:extLst>
          </p:cNvPr>
          <p:cNvSpPr/>
          <p:nvPr/>
        </p:nvSpPr>
        <p:spPr>
          <a:xfrm>
            <a:off x="1091609" y="5055986"/>
            <a:ext cx="365889" cy="384174"/>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12" name="四角形: 角を丸くする 17">
            <a:extLst>
              <a:ext uri="{FF2B5EF4-FFF2-40B4-BE49-F238E27FC236}">
                <a16:creationId xmlns:a16="http://schemas.microsoft.com/office/drawing/2014/main" id="{E6140445-0534-1F94-7E62-0873D54366C5}"/>
              </a:ext>
            </a:extLst>
          </p:cNvPr>
          <p:cNvSpPr/>
          <p:nvPr/>
        </p:nvSpPr>
        <p:spPr>
          <a:xfrm>
            <a:off x="1457498" y="5055985"/>
            <a:ext cx="365889" cy="384175"/>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S</a:t>
            </a:r>
            <a:endParaRPr kumimoji="1" lang="ja-JP" altLang="en-US" dirty="0"/>
          </a:p>
        </p:txBody>
      </p:sp>
      <p:sp>
        <p:nvSpPr>
          <p:cNvPr id="16" name="四角形: 角を丸くする 16">
            <a:extLst>
              <a:ext uri="{FF2B5EF4-FFF2-40B4-BE49-F238E27FC236}">
                <a16:creationId xmlns:a16="http://schemas.microsoft.com/office/drawing/2014/main" id="{2211AE57-118F-BC7B-DE73-A10DBA8FCDD2}"/>
              </a:ext>
            </a:extLst>
          </p:cNvPr>
          <p:cNvSpPr/>
          <p:nvPr/>
        </p:nvSpPr>
        <p:spPr>
          <a:xfrm>
            <a:off x="1091610" y="4409547"/>
            <a:ext cx="365889" cy="384175"/>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
        <p:nvSpPr>
          <p:cNvPr id="20" name="四角形: 角を丸くする 19">
            <a:extLst>
              <a:ext uri="{FF2B5EF4-FFF2-40B4-BE49-F238E27FC236}">
                <a16:creationId xmlns:a16="http://schemas.microsoft.com/office/drawing/2014/main" id="{5CB2E048-14BA-16FF-D1EE-C62E99DD6962}"/>
              </a:ext>
            </a:extLst>
          </p:cNvPr>
          <p:cNvSpPr/>
          <p:nvPr/>
        </p:nvSpPr>
        <p:spPr>
          <a:xfrm>
            <a:off x="1073323" y="5470757"/>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Tree>
    <p:extLst>
      <p:ext uri="{BB962C8B-B14F-4D97-AF65-F5344CB8AC3E}">
        <p14:creationId xmlns:p14="http://schemas.microsoft.com/office/powerpoint/2010/main" val="21894409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仮設水道</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49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飲食物の取り扱い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a:bodyPr>
          <a:lstStyle/>
          <a:p>
            <a:r>
              <a:rPr lang="ja-JP" altLang="en-US" sz="3600" b="0" i="0" dirty="0">
                <a:effectLst/>
                <a:latin typeface="-apple-system"/>
              </a:rPr>
              <a:t>仮設水道とは、工大祭実行委員会が本館入口脇及び南</a:t>
            </a:r>
            <a:r>
              <a:rPr lang="en-US" altLang="ja-JP" sz="3600" b="0" i="0" dirty="0">
                <a:effectLst/>
                <a:latin typeface="+mn-ea"/>
              </a:rPr>
              <a:t>1</a:t>
            </a:r>
            <a:r>
              <a:rPr lang="ja-JP" altLang="en-US" sz="3600" b="0" i="0" dirty="0">
                <a:effectLst/>
                <a:latin typeface="-apple-system"/>
              </a:rPr>
              <a:t>号館脇に設置する水道のことです。詳しい場所は</a:t>
            </a:r>
            <a:r>
              <a:rPr lang="en-US" altLang="ja-JP" sz="3600" b="0" i="0" dirty="0">
                <a:effectLst/>
                <a:latin typeface="-apple-system"/>
              </a:rPr>
              <a:t>【</a:t>
            </a:r>
            <a:r>
              <a:rPr lang="en-US" altLang="ja-JP" sz="3600" b="0" i="0" dirty="0">
                <a:effectLst/>
                <a:latin typeface="+mn-ea"/>
              </a:rPr>
              <a:t>TIPS</a:t>
            </a:r>
            <a:r>
              <a:rPr lang="ja-JP" altLang="en-US" sz="3600" b="0" i="0" dirty="0">
                <a:effectLst/>
                <a:latin typeface="-apple-system"/>
              </a:rPr>
              <a:t>　</a:t>
            </a:r>
            <a:r>
              <a:rPr lang="en-US" altLang="ja-JP" sz="3600" b="0" i="0" dirty="0">
                <a:effectLst/>
                <a:latin typeface="+mn-ea"/>
              </a:rPr>
              <a:t>P.7</a:t>
            </a:r>
            <a:r>
              <a:rPr lang="en-US" altLang="ja-JP" sz="3600" b="0" i="0" dirty="0">
                <a:effectLst/>
                <a:latin typeface="-apple-system"/>
              </a:rPr>
              <a:t>】</a:t>
            </a:r>
            <a:r>
              <a:rPr lang="ja-JP" altLang="en-US" sz="3600" b="0" i="0" dirty="0">
                <a:effectLst/>
                <a:latin typeface="-apple-system"/>
              </a:rPr>
              <a:t>をご覧ください。</a:t>
            </a:r>
            <a:endParaRPr lang="en-US" altLang="ja-JP" sz="3600" b="0" i="0" dirty="0">
              <a:effectLst/>
              <a:latin typeface="-apple-system"/>
            </a:endParaRPr>
          </a:p>
          <a:p>
            <a:r>
              <a:rPr lang="ja-JP" altLang="en-US" sz="3600" b="0" i="0" dirty="0">
                <a:effectLst/>
                <a:latin typeface="-apple-system"/>
              </a:rPr>
              <a:t>仮設水道は手洗いにのみご利用ください。下ごしらえ、調理、調理器具や食品の洗浄、飲食物の廃棄などは絶対に行わないでください。</a:t>
            </a:r>
            <a:endParaRPr kumimoji="1" lang="ja-JP" altLang="en-US" sz="3600" dirty="0"/>
          </a:p>
        </p:txBody>
      </p:sp>
    </p:spTree>
    <p:extLst>
      <p:ext uri="{BB962C8B-B14F-4D97-AF65-F5344CB8AC3E}">
        <p14:creationId xmlns:p14="http://schemas.microsoft.com/office/powerpoint/2010/main" val="29729558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kumimoji="1" lang="ja-JP" altLang="en-US" dirty="0"/>
              <a:t>下ごしらえ上の注意事項</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飲食物の取り扱い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rmAutofit/>
          </a:bodyPr>
          <a:lstStyle/>
          <a:p>
            <a:pPr marL="0" indent="0">
              <a:buNone/>
            </a:pPr>
            <a:r>
              <a:rPr lang="ja-JP" altLang="en-US" sz="2400" dirty="0">
                <a:solidFill>
                  <a:srgbClr val="333333"/>
                </a:solidFill>
                <a:latin typeface="-apple-system"/>
              </a:rPr>
              <a:t>・</a:t>
            </a:r>
            <a:r>
              <a:rPr lang="ja-JP" altLang="en-US" sz="3600" b="0" i="0" dirty="0">
                <a:effectLst/>
                <a:latin typeface="-apple-system"/>
              </a:rPr>
              <a:t>食品は必ず飲食物取り扱い申請書にて</a:t>
            </a:r>
            <a:r>
              <a:rPr lang="ja-JP" altLang="en-US" sz="3600" b="0" i="0">
                <a:effectLst/>
                <a:latin typeface="-apple-system"/>
              </a:rPr>
              <a:t>届け出た店</a:t>
            </a:r>
            <a:br>
              <a:rPr lang="en-US" altLang="ja-JP" sz="3600" b="0" i="0" dirty="0">
                <a:effectLst/>
                <a:latin typeface="-apple-system"/>
              </a:rPr>
            </a:br>
            <a:r>
              <a:rPr lang="ja-JP" altLang="en-US" sz="3600" b="0" i="0">
                <a:effectLst/>
                <a:latin typeface="-apple-system"/>
              </a:rPr>
              <a:t>から</a:t>
            </a:r>
            <a:r>
              <a:rPr lang="ja-JP" altLang="en-US" sz="3600" b="0" i="0" dirty="0">
                <a:effectLst/>
                <a:latin typeface="-apple-system"/>
              </a:rPr>
              <a:t>仕入れるようにしてください。また、申請していない食品は絶対に使用しないでください。</a:t>
            </a:r>
            <a:br>
              <a:rPr lang="ja-JP" altLang="en-US" sz="3600" dirty="0"/>
            </a:br>
            <a:r>
              <a:rPr lang="ja-JP" altLang="en-US" sz="3600" dirty="0">
                <a:latin typeface="-apple-system"/>
              </a:rPr>
              <a:t>・</a:t>
            </a:r>
            <a:r>
              <a:rPr lang="ja-JP" altLang="en-US" sz="3600" b="0" i="0" dirty="0">
                <a:effectLst/>
                <a:latin typeface="-apple-system"/>
              </a:rPr>
              <a:t> 仕込みが必要な場合は大学構内では行わず</a:t>
            </a:r>
            <a:r>
              <a:rPr lang="ja-JP" altLang="en-US" sz="3600" b="0" i="0">
                <a:effectLst/>
                <a:latin typeface="-apple-system"/>
              </a:rPr>
              <a:t>、食品</a:t>
            </a:r>
            <a:br>
              <a:rPr lang="en-US" altLang="ja-JP" sz="3600" b="0" i="0" dirty="0">
                <a:effectLst/>
                <a:latin typeface="-apple-system"/>
              </a:rPr>
            </a:br>
            <a:r>
              <a:rPr lang="ja-JP" altLang="en-US" sz="3600" b="0" i="0">
                <a:effectLst/>
                <a:latin typeface="-apple-system"/>
              </a:rPr>
              <a:t>取扱</a:t>
            </a:r>
            <a:r>
              <a:rPr lang="ja-JP" altLang="en-US" sz="3600" b="0" i="0" dirty="0">
                <a:effectLst/>
                <a:latin typeface="-apple-system"/>
              </a:rPr>
              <a:t>申請書にて「仕込みの場所」として申請した場所で行ってください。</a:t>
            </a:r>
            <a:br>
              <a:rPr lang="ja-JP" altLang="en-US" sz="3600" dirty="0"/>
            </a:br>
            <a:r>
              <a:rPr lang="ja-JP" altLang="en-US" sz="3600" dirty="0">
                <a:latin typeface="-apple-system"/>
              </a:rPr>
              <a:t>・</a:t>
            </a:r>
            <a:r>
              <a:rPr lang="ja-JP" altLang="en-US" sz="3600" b="0" i="0" dirty="0">
                <a:effectLst/>
                <a:latin typeface="-apple-system"/>
              </a:rPr>
              <a:t> 仕込み後は、飲食物取り扱い申請書にて保管場所として申請した場所で保管してください。</a:t>
            </a:r>
            <a:endParaRPr kumimoji="1" lang="ja-JP" altLang="en-US" sz="3600" dirty="0"/>
          </a:p>
        </p:txBody>
      </p:sp>
    </p:spTree>
    <p:extLst>
      <p:ext uri="{BB962C8B-B14F-4D97-AF65-F5344CB8AC3E}">
        <p14:creationId xmlns:p14="http://schemas.microsoft.com/office/powerpoint/2010/main" val="41855990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kumimoji="1" lang="ja-JP" altLang="en-US" dirty="0"/>
              <a:t>衛生上の注意事項</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飲食物の取り扱い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Autofit/>
          </a:bodyPr>
          <a:lstStyle/>
          <a:p>
            <a:pPr marL="0" indent="0">
              <a:buNone/>
            </a:pPr>
            <a:r>
              <a:rPr lang="ja-JP" altLang="en-US" sz="2000" dirty="0">
                <a:solidFill>
                  <a:srgbClr val="333333"/>
                </a:solidFill>
                <a:latin typeface="-apple-system"/>
              </a:rPr>
              <a:t>・</a:t>
            </a:r>
            <a:r>
              <a:rPr lang="ja-JP" altLang="en-US" sz="2000" b="0" i="0" dirty="0">
                <a:effectLst/>
                <a:latin typeface="-apple-system"/>
              </a:rPr>
              <a:t>食品は企画実施場所に必要に応じて搬入してください。その際、クーラーボックスを使用</a:t>
            </a:r>
            <a:r>
              <a:rPr lang="ja-JP" altLang="en-US" sz="2000" b="0" i="0">
                <a:effectLst/>
                <a:latin typeface="-apple-system"/>
              </a:rPr>
              <a:t>するなど</a:t>
            </a:r>
            <a:br>
              <a:rPr lang="en-US" altLang="ja-JP" sz="2000" b="0" i="0" dirty="0">
                <a:effectLst/>
                <a:latin typeface="-apple-system"/>
              </a:rPr>
            </a:br>
            <a:r>
              <a:rPr lang="ja-JP" altLang="en-US" sz="2000" b="0" i="0">
                <a:effectLst/>
                <a:latin typeface="-apple-system"/>
              </a:rPr>
              <a:t>して</a:t>
            </a:r>
            <a:r>
              <a:rPr lang="ja-JP" altLang="en-US" sz="2000" b="0" i="0" dirty="0">
                <a:effectLst/>
                <a:latin typeface="-apple-system"/>
              </a:rPr>
              <a:t>衛生面に十分ご注意ください。</a:t>
            </a:r>
            <a:br>
              <a:rPr lang="ja-JP" altLang="en-US" sz="2000" dirty="0"/>
            </a:br>
            <a:r>
              <a:rPr lang="ja-JP" altLang="en-US" sz="2000" dirty="0">
                <a:latin typeface="-apple-system"/>
              </a:rPr>
              <a:t>・</a:t>
            </a:r>
            <a:r>
              <a:rPr lang="ja-JP" altLang="en-US" sz="2000" b="0" i="0" dirty="0">
                <a:effectLst/>
                <a:latin typeface="-apple-system"/>
              </a:rPr>
              <a:t> 飲食物を取り扱う方はハンドソープ</a:t>
            </a:r>
            <a:r>
              <a:rPr lang="en-US" altLang="ja-JP" sz="2000" b="0" i="0" dirty="0">
                <a:effectLst/>
                <a:latin typeface="-apple-system"/>
              </a:rPr>
              <a:t>(</a:t>
            </a:r>
            <a:r>
              <a:rPr lang="ja-JP" altLang="en-US" sz="2000" b="0" i="0" dirty="0">
                <a:effectLst/>
                <a:latin typeface="-apple-system"/>
              </a:rPr>
              <a:t>仮設水道に設置</a:t>
            </a:r>
            <a:r>
              <a:rPr lang="en-US" altLang="ja-JP" sz="2000" b="0" i="0" dirty="0">
                <a:effectLst/>
                <a:latin typeface="-apple-system"/>
              </a:rPr>
              <a:t>)</a:t>
            </a:r>
            <a:r>
              <a:rPr lang="ja-JP" altLang="en-US" sz="2000" b="0" i="0" dirty="0">
                <a:effectLst/>
                <a:latin typeface="-apple-system"/>
              </a:rPr>
              <a:t>で両手と両腕を洗った後、工大祭実行委員会が配布するビニール手袋を使用して、調理を行ってください。ビニール手袋を使用の際、</a:t>
            </a:r>
            <a:r>
              <a:rPr lang="ja-JP" altLang="en-US" sz="2000" b="0" i="0">
                <a:effectLst/>
                <a:latin typeface="-apple-system"/>
              </a:rPr>
              <a:t>体質に</a:t>
            </a:r>
            <a:br>
              <a:rPr lang="en-US" altLang="ja-JP" sz="2000" b="0" i="0" dirty="0">
                <a:effectLst/>
                <a:latin typeface="-apple-system"/>
              </a:rPr>
            </a:br>
            <a:r>
              <a:rPr lang="ja-JP" altLang="en-US" sz="2000" b="0" i="0">
                <a:effectLst/>
                <a:latin typeface="-apple-system"/>
              </a:rPr>
              <a:t>よって</a:t>
            </a:r>
            <a:r>
              <a:rPr lang="ja-JP" altLang="en-US" sz="2000" b="0" i="0" dirty="0">
                <a:effectLst/>
                <a:latin typeface="-apple-system"/>
              </a:rPr>
              <a:t>は、かゆみ・かぶれ・発疹等を起こすことがあります。異常を感じた場合は使用をおやめください。</a:t>
            </a:r>
            <a:br>
              <a:rPr lang="ja-JP" altLang="en-US" sz="2000" dirty="0"/>
            </a:br>
            <a:r>
              <a:rPr lang="ja-JP" altLang="en-US" sz="2000" dirty="0">
                <a:latin typeface="-apple-system"/>
              </a:rPr>
              <a:t>・</a:t>
            </a:r>
            <a:r>
              <a:rPr lang="ja-JP" altLang="en-US" sz="2000" b="0" i="0" dirty="0">
                <a:effectLst/>
                <a:latin typeface="-apple-system"/>
              </a:rPr>
              <a:t>火気を扱う場合、軍手は使用可能ですが衛生面には十分にお気をつけください。</a:t>
            </a:r>
            <a:br>
              <a:rPr lang="ja-JP" altLang="en-US" sz="2000" dirty="0"/>
            </a:br>
            <a:r>
              <a:rPr lang="ja-JP" altLang="en-US" sz="2000" dirty="0">
                <a:latin typeface="-apple-system"/>
              </a:rPr>
              <a:t>・</a:t>
            </a:r>
            <a:r>
              <a:rPr lang="ja-JP" altLang="en-US" sz="2000" b="0" i="0" dirty="0">
                <a:effectLst/>
                <a:latin typeface="-apple-system"/>
              </a:rPr>
              <a:t> 会計を行う担当と調理を行う担当は分けてください。</a:t>
            </a:r>
            <a:br>
              <a:rPr lang="ja-JP" altLang="en-US" sz="2000" dirty="0"/>
            </a:br>
            <a:r>
              <a:rPr lang="ja-JP" altLang="en-US" sz="2000" dirty="0">
                <a:latin typeface="-apple-system"/>
              </a:rPr>
              <a:t>・</a:t>
            </a:r>
            <a:r>
              <a:rPr lang="ja-JP" altLang="en-US" sz="2000" b="0" i="0" dirty="0">
                <a:effectLst/>
                <a:latin typeface="-apple-system"/>
              </a:rPr>
              <a:t> 大きな調理器具を洗浄する際は運動場横サークル棟付近か西講義棟１</a:t>
            </a:r>
            <a:r>
              <a:rPr lang="en-US" altLang="ja-JP" sz="2000" b="0" i="0" dirty="0">
                <a:effectLst/>
                <a:latin typeface="-apple-system"/>
              </a:rPr>
              <a:t>(</a:t>
            </a:r>
            <a:r>
              <a:rPr lang="ja-JP" altLang="en-US" sz="2000" b="0" i="0" dirty="0">
                <a:effectLst/>
                <a:latin typeface="-apple-system"/>
              </a:rPr>
              <a:t>旧西５号館）１階の水道</a:t>
            </a:r>
            <a:r>
              <a:rPr lang="en-US" altLang="ja-JP" sz="2000" b="0" i="0" dirty="0">
                <a:effectLst/>
                <a:latin typeface="-apple-system"/>
              </a:rPr>
              <a:t>【</a:t>
            </a:r>
            <a:r>
              <a:rPr lang="en-US" altLang="ja-JP" sz="2000" b="0" i="0" dirty="0">
                <a:effectLst/>
                <a:latin typeface="+mn-ea"/>
              </a:rPr>
              <a:t>TIPS</a:t>
            </a:r>
            <a:r>
              <a:rPr lang="ja-JP" altLang="en-US" sz="2000" b="0" i="0" dirty="0">
                <a:effectLst/>
                <a:latin typeface="-apple-system"/>
              </a:rPr>
              <a:t>　</a:t>
            </a:r>
            <a:r>
              <a:rPr lang="en-US" altLang="ja-JP" sz="2000" b="0" i="0" dirty="0">
                <a:effectLst/>
                <a:latin typeface="+mn-ea"/>
              </a:rPr>
              <a:t>P.7</a:t>
            </a:r>
            <a:r>
              <a:rPr lang="en-US" altLang="ja-JP" sz="2000" b="0" i="0" dirty="0">
                <a:effectLst/>
                <a:latin typeface="-apple-system"/>
              </a:rPr>
              <a:t>】</a:t>
            </a:r>
            <a:r>
              <a:rPr lang="ja-JP" altLang="en-US" sz="2000" b="0" i="0" dirty="0">
                <a:effectLst/>
                <a:latin typeface="-apple-system"/>
              </a:rPr>
              <a:t>を使用してください。なお、水道の混雑を防ぐため、小さな調理器具は自宅で洗浄してください。</a:t>
            </a:r>
            <a:br>
              <a:rPr lang="ja-JP" altLang="en-US" sz="2000" dirty="0"/>
            </a:br>
            <a:r>
              <a:rPr lang="ja-JP" altLang="en-US" sz="2000" dirty="0">
                <a:latin typeface="-apple-system"/>
              </a:rPr>
              <a:t>・</a:t>
            </a:r>
            <a:r>
              <a:rPr lang="ja-JP" altLang="en-US" sz="2000" b="0" i="0" dirty="0">
                <a:effectLst/>
                <a:latin typeface="-apple-system"/>
              </a:rPr>
              <a:t> 水道に食品などの固形物や油を絶対に流さないでください。ゴミの分別方法に</a:t>
            </a:r>
            <a:r>
              <a:rPr lang="ja-JP" altLang="en-US" sz="2000" b="0" i="0">
                <a:effectLst/>
                <a:latin typeface="-apple-system"/>
              </a:rPr>
              <a:t>ついては</a:t>
            </a:r>
            <a:br>
              <a:rPr lang="en-US" altLang="ja-JP" sz="2000" b="0" i="0" dirty="0">
                <a:effectLst/>
                <a:latin typeface="-apple-system"/>
              </a:rPr>
            </a:br>
            <a:r>
              <a:rPr lang="en-US" altLang="ja-JP" sz="2000" b="0" i="0" dirty="0">
                <a:effectLst/>
                <a:latin typeface="-apple-system"/>
              </a:rPr>
              <a:t>【</a:t>
            </a:r>
            <a:r>
              <a:rPr lang="en-US" altLang="ja-JP" sz="2000" b="0" i="0" dirty="0">
                <a:effectLst/>
                <a:latin typeface="+mn-ea"/>
              </a:rPr>
              <a:t>TIPS P.32</a:t>
            </a:r>
            <a:r>
              <a:rPr lang="en-US" altLang="ja-JP" sz="2000" b="0" i="0" dirty="0">
                <a:effectLst/>
                <a:latin typeface="-apple-system"/>
              </a:rPr>
              <a:t>】</a:t>
            </a:r>
            <a:r>
              <a:rPr lang="ja-JP" altLang="en-US" sz="2000" b="0" i="0" dirty="0">
                <a:effectLst/>
                <a:latin typeface="-apple-system"/>
              </a:rPr>
              <a:t>をご覧ください。</a:t>
            </a:r>
            <a:br>
              <a:rPr lang="ja-JP" altLang="en-US" sz="2000" dirty="0"/>
            </a:br>
            <a:r>
              <a:rPr lang="ja-JP" altLang="en-US" sz="2000" dirty="0">
                <a:latin typeface="-apple-system"/>
              </a:rPr>
              <a:t>・</a:t>
            </a:r>
            <a:r>
              <a:rPr lang="ja-JP" altLang="en-US" sz="2000" b="0" i="0" dirty="0">
                <a:effectLst/>
                <a:latin typeface="-apple-system"/>
              </a:rPr>
              <a:t> 荒天時は屋外での調理はできません。</a:t>
            </a:r>
            <a:br>
              <a:rPr lang="ja-JP" altLang="en-US" sz="2000" dirty="0"/>
            </a:br>
            <a:r>
              <a:rPr lang="ja-JP" altLang="en-US" sz="2000" dirty="0">
                <a:latin typeface="-apple-system"/>
              </a:rPr>
              <a:t>・</a:t>
            </a:r>
            <a:r>
              <a:rPr lang="ja-JP" altLang="en-US" sz="2000" b="0" i="0" dirty="0">
                <a:effectLst/>
                <a:latin typeface="-apple-system"/>
              </a:rPr>
              <a:t> 講義室内に設置されている水道は調理器具の洗浄及び給水には使用できません。手洗い</a:t>
            </a:r>
            <a:r>
              <a:rPr lang="ja-JP" altLang="en-US" sz="2000" b="0" i="0">
                <a:effectLst/>
                <a:latin typeface="-apple-system"/>
              </a:rPr>
              <a:t>にのみ</a:t>
            </a:r>
            <a:br>
              <a:rPr lang="en-US" altLang="ja-JP" sz="2000" b="0" i="0" dirty="0">
                <a:effectLst/>
                <a:latin typeface="-apple-system"/>
              </a:rPr>
            </a:br>
            <a:r>
              <a:rPr lang="ja-JP" altLang="en-US" sz="2000" b="0" i="0">
                <a:effectLst/>
                <a:latin typeface="-apple-system"/>
              </a:rPr>
              <a:t>ご利用</a:t>
            </a:r>
            <a:r>
              <a:rPr lang="ja-JP" altLang="en-US" sz="2000" b="0" i="0" dirty="0">
                <a:effectLst/>
                <a:latin typeface="-apple-system"/>
              </a:rPr>
              <a:t>ください。</a:t>
            </a:r>
            <a:br>
              <a:rPr lang="ja-JP" altLang="en-US" sz="2000" dirty="0"/>
            </a:br>
            <a:r>
              <a:rPr lang="ja-JP" altLang="en-US" sz="2000" dirty="0">
                <a:latin typeface="-apple-system"/>
              </a:rPr>
              <a:t>・</a:t>
            </a:r>
            <a:r>
              <a:rPr lang="ja-JP" altLang="en-US" sz="2000" b="0" i="0" dirty="0">
                <a:effectLst/>
                <a:latin typeface="-apple-system"/>
              </a:rPr>
              <a:t> リフレッシュルームの水道は使用できません。</a:t>
            </a:r>
            <a:endParaRPr kumimoji="1" lang="ja-JP" altLang="en-US" sz="2000" dirty="0"/>
          </a:p>
        </p:txBody>
      </p:sp>
    </p:spTree>
    <p:extLst>
      <p:ext uri="{BB962C8B-B14F-4D97-AF65-F5344CB8AC3E}">
        <p14:creationId xmlns:p14="http://schemas.microsoft.com/office/powerpoint/2010/main" val="25880416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lang="ja-JP" altLang="en-US" dirty="0"/>
              <a:t>火気器具使用</a:t>
            </a:r>
            <a:r>
              <a:rPr kumimoji="1" lang="ja-JP" altLang="en-US" dirty="0"/>
              <a:t>上の注意事項</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52</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飲食物の取り扱い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Autofit/>
          </a:bodyPr>
          <a:lstStyle/>
          <a:p>
            <a:pPr marL="0" indent="0" algn="l">
              <a:buNone/>
            </a:pPr>
            <a:r>
              <a:rPr lang="ja-JP" altLang="en-US" sz="2400" b="0" i="0" dirty="0">
                <a:solidFill>
                  <a:srgbClr val="333333"/>
                </a:solidFill>
                <a:effectLst/>
                <a:latin typeface="-apple-system"/>
              </a:rPr>
              <a:t>・</a:t>
            </a:r>
            <a:r>
              <a:rPr lang="ja-JP" altLang="en-US" sz="2400" b="0" i="0" dirty="0">
                <a:effectLst/>
                <a:latin typeface="-apple-system"/>
              </a:rPr>
              <a:t>机の上でガスを用いる器具を使用する場合は、必ず遮熱板を敷いてください。</a:t>
            </a:r>
            <a:br>
              <a:rPr lang="ja-JP" altLang="en-US" sz="2400" b="0" i="0" dirty="0">
                <a:effectLst/>
                <a:latin typeface="-apple-system"/>
              </a:rPr>
            </a:br>
            <a:r>
              <a:rPr lang="ja-JP" altLang="en-US" sz="2400" b="0" i="0" dirty="0">
                <a:effectLst/>
                <a:latin typeface="-apple-system"/>
              </a:rPr>
              <a:t>・着火用のチャッカマンは各団体で用意して</a:t>
            </a:r>
            <a:r>
              <a:rPr lang="ja-JP" altLang="en-US" sz="2400" b="0" i="0">
                <a:effectLst/>
                <a:latin typeface="-apple-system"/>
              </a:rPr>
              <a:t>ください。</a:t>
            </a:r>
            <a:br>
              <a:rPr lang="ja-JP" altLang="en-US" sz="2400" b="0" i="0" dirty="0">
                <a:effectLst/>
                <a:latin typeface="-apple-system"/>
              </a:rPr>
            </a:br>
            <a:r>
              <a:rPr lang="ja-JP" altLang="en-US" sz="2400" b="0" i="0" dirty="0">
                <a:effectLst/>
                <a:latin typeface="-apple-system"/>
              </a:rPr>
              <a:t>・ ガスボンベは工大祭実行委員会が指定している山王スペース＆レンタル</a:t>
            </a:r>
            <a:r>
              <a:rPr lang="ja-JP" altLang="en-US" sz="2400" b="0" i="0">
                <a:effectLst/>
                <a:latin typeface="-apple-system"/>
              </a:rPr>
              <a:t>のもの</a:t>
            </a:r>
            <a:br>
              <a:rPr lang="en-US" altLang="ja-JP" sz="2400" b="0" i="0" dirty="0">
                <a:effectLst/>
                <a:latin typeface="-apple-system"/>
              </a:rPr>
            </a:br>
            <a:r>
              <a:rPr lang="ja-JP" altLang="en-US" sz="2400" b="0" i="0">
                <a:effectLst/>
                <a:latin typeface="-apple-system"/>
              </a:rPr>
              <a:t>以外</a:t>
            </a:r>
            <a:r>
              <a:rPr lang="ja-JP" altLang="en-US" sz="2400" b="0" i="0" dirty="0">
                <a:effectLst/>
                <a:latin typeface="-apple-system"/>
              </a:rPr>
              <a:t>使用することはできません。</a:t>
            </a:r>
            <a:br>
              <a:rPr lang="ja-JP" altLang="en-US" sz="2400" b="0" i="0" dirty="0">
                <a:effectLst/>
                <a:latin typeface="-apple-system"/>
              </a:rPr>
            </a:br>
            <a:r>
              <a:rPr lang="ja-JP" altLang="en-US" sz="2400" b="0" i="0" dirty="0">
                <a:effectLst/>
                <a:latin typeface="-apple-system"/>
              </a:rPr>
              <a:t>・ 消火器は手の届く場所に置いてください。</a:t>
            </a:r>
            <a:br>
              <a:rPr lang="ja-JP" altLang="en-US" sz="2400" b="0" i="0" dirty="0">
                <a:effectLst/>
                <a:latin typeface="-apple-system"/>
              </a:rPr>
            </a:br>
            <a:r>
              <a:rPr lang="ja-JP" altLang="en-US" sz="2400" b="0" i="0" dirty="0">
                <a:effectLst/>
                <a:latin typeface="-apple-system"/>
              </a:rPr>
              <a:t>・ 消火器や２</a:t>
            </a:r>
            <a:r>
              <a:rPr lang="en-US" altLang="ja-JP" sz="2400" b="0" i="0" dirty="0">
                <a:effectLst/>
                <a:latin typeface="+mn-ea"/>
              </a:rPr>
              <a:t>L</a:t>
            </a:r>
            <a:r>
              <a:rPr lang="ja-JP" altLang="en-US" sz="2400" b="0" i="0" dirty="0">
                <a:effectLst/>
                <a:latin typeface="-apple-system"/>
              </a:rPr>
              <a:t>ペットボトル、消火クロスの置き場所は構成員全員で共有してください。</a:t>
            </a:r>
            <a:br>
              <a:rPr lang="ja-JP" altLang="en-US" sz="2400" b="0" i="0" dirty="0">
                <a:effectLst/>
                <a:latin typeface="-apple-system"/>
              </a:rPr>
            </a:br>
            <a:r>
              <a:rPr lang="ja-JP" altLang="en-US" sz="2400" b="0" i="0" dirty="0">
                <a:effectLst/>
                <a:latin typeface="-apple-system"/>
              </a:rPr>
              <a:t>・ 揚げカスはためるとそれ自体が発火することがあるので、そのまま捨てず、</a:t>
            </a:r>
            <a:r>
              <a:rPr lang="ja-JP" altLang="en-US" sz="2400" b="0" i="0">
                <a:effectLst/>
                <a:latin typeface="-apple-system"/>
              </a:rPr>
              <a:t>水を</a:t>
            </a:r>
            <a:br>
              <a:rPr lang="en-US" altLang="ja-JP" sz="2400" b="0" i="0" dirty="0">
                <a:effectLst/>
                <a:latin typeface="-apple-system"/>
              </a:rPr>
            </a:br>
            <a:r>
              <a:rPr lang="ja-JP" altLang="en-US" sz="2400" b="0" i="0">
                <a:effectLst/>
                <a:latin typeface="-apple-system"/>
              </a:rPr>
              <a:t>張った</a:t>
            </a:r>
            <a:r>
              <a:rPr lang="ja-JP" altLang="en-US" sz="2400" b="0" i="0" dirty="0">
                <a:effectLst/>
                <a:latin typeface="-apple-system"/>
              </a:rPr>
              <a:t>金属製のバケツに入れた後、水気を切って燃やすゴミとして捨ててください。</a:t>
            </a:r>
            <a:br>
              <a:rPr lang="ja-JP" altLang="en-US" sz="2400" b="0" i="0" dirty="0">
                <a:effectLst/>
                <a:latin typeface="-apple-system"/>
              </a:rPr>
            </a:br>
            <a:r>
              <a:rPr lang="ja-JP" altLang="en-US" sz="2400" b="0" i="0" dirty="0">
                <a:effectLst/>
                <a:latin typeface="-apple-system"/>
              </a:rPr>
              <a:t>・ 風よけのために段ボール等可燃性のもので加熱器具を囲うことはせず、アルミ製のレンジガード等で囲うようにしてください。</a:t>
            </a:r>
            <a:br>
              <a:rPr lang="ja-JP" altLang="en-US" sz="2400" b="0" i="0" dirty="0">
                <a:effectLst/>
                <a:latin typeface="-apple-system"/>
              </a:rPr>
            </a:br>
            <a:r>
              <a:rPr lang="ja-JP" altLang="en-US" sz="2400" b="0" i="0" dirty="0">
                <a:effectLst/>
                <a:latin typeface="-apple-system"/>
              </a:rPr>
              <a:t>・ 火の近くに予備の炭は置かないでください。また、火をつけた炭は濡らした新聞紙に包んでもすぐに新聞紙が乾いて発火する恐れがあるので、炭の処理は</a:t>
            </a:r>
            <a:r>
              <a:rPr lang="ja-JP" altLang="en-US" sz="2400" b="0" i="0">
                <a:effectLst/>
                <a:latin typeface="-apple-system"/>
              </a:rPr>
              <a:t>完全に</a:t>
            </a:r>
            <a:br>
              <a:rPr lang="en-US" altLang="ja-JP" sz="2400" b="0" i="0" dirty="0">
                <a:effectLst/>
                <a:latin typeface="-apple-system"/>
              </a:rPr>
            </a:br>
            <a:r>
              <a:rPr lang="ja-JP" altLang="en-US" sz="2400" b="0" i="0">
                <a:effectLst/>
                <a:latin typeface="-apple-system"/>
              </a:rPr>
              <a:t>燃やし切って</a:t>
            </a:r>
            <a:r>
              <a:rPr lang="ja-JP" altLang="en-US" sz="2400" b="0" i="0" dirty="0">
                <a:effectLst/>
                <a:latin typeface="-apple-system"/>
              </a:rPr>
              <a:t>しまうか水を張ったバケツに入れて行ってください。</a:t>
            </a:r>
          </a:p>
          <a:p>
            <a:pPr marL="0" indent="0">
              <a:buNone/>
            </a:pPr>
            <a:br>
              <a:rPr lang="ja-JP" altLang="en-US" sz="2400" dirty="0"/>
            </a:br>
            <a:endParaRPr kumimoji="1" lang="ja-JP" altLang="en-US" sz="2400" dirty="0"/>
          </a:p>
        </p:txBody>
      </p:sp>
    </p:spTree>
    <p:extLst>
      <p:ext uri="{BB962C8B-B14F-4D97-AF65-F5344CB8AC3E}">
        <p14:creationId xmlns:p14="http://schemas.microsoft.com/office/powerpoint/2010/main" val="4053429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kumimoji="1" lang="ja-JP" altLang="en-US" dirty="0"/>
              <a:t>企画終了後の食品の保管方法について</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飲食物の取り扱い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Autofit/>
          </a:bodyPr>
          <a:lstStyle/>
          <a:p>
            <a:pPr marL="0" indent="0">
              <a:buNone/>
            </a:pPr>
            <a:r>
              <a:rPr lang="ja-JP" altLang="en-US" sz="3600" dirty="0">
                <a:solidFill>
                  <a:srgbClr val="333333"/>
                </a:solidFill>
                <a:latin typeface="-apple-system"/>
              </a:rPr>
              <a:t>・</a:t>
            </a:r>
            <a:r>
              <a:rPr lang="ja-JP" altLang="en-US" sz="3600" b="0" i="0" dirty="0">
                <a:solidFill>
                  <a:srgbClr val="333333"/>
                </a:solidFill>
                <a:effectLst/>
                <a:latin typeface="-apple-system"/>
              </a:rPr>
              <a:t> </a:t>
            </a:r>
            <a:r>
              <a:rPr lang="ja-JP" altLang="en-US" sz="3600" b="0" i="0" dirty="0">
                <a:effectLst/>
                <a:latin typeface="-apple-system"/>
              </a:rPr>
              <a:t>企画終了後に企画実施場所で食品の</a:t>
            </a:r>
            <a:r>
              <a:rPr lang="ja-JP" altLang="en-US" sz="3600" b="0" i="0">
                <a:effectLst/>
                <a:latin typeface="-apple-system"/>
              </a:rPr>
              <a:t>調理、</a:t>
            </a:r>
            <a:br>
              <a:rPr lang="en-US" altLang="ja-JP" sz="3600" b="0" i="0" dirty="0">
                <a:effectLst/>
                <a:latin typeface="-apple-system"/>
              </a:rPr>
            </a:br>
            <a:r>
              <a:rPr lang="ja-JP" altLang="en-US" sz="3600" b="0" i="0">
                <a:effectLst/>
                <a:latin typeface="-apple-system"/>
              </a:rPr>
              <a:t>下</a:t>
            </a:r>
            <a:r>
              <a:rPr lang="ja-JP" altLang="en-US" sz="3600" b="0" i="0" dirty="0">
                <a:effectLst/>
                <a:latin typeface="-apple-system"/>
              </a:rPr>
              <a:t>ごしらえ、作りおきなどはしないで</a:t>
            </a:r>
            <a:r>
              <a:rPr lang="ja-JP" altLang="en-US" sz="3600" b="0" i="0">
                <a:effectLst/>
                <a:latin typeface="-apple-system"/>
              </a:rPr>
              <a:t>ください。</a:t>
            </a:r>
            <a:br>
              <a:rPr lang="en-US" altLang="ja-JP" sz="3600" b="0" i="0" dirty="0">
                <a:effectLst/>
                <a:latin typeface="-apple-system"/>
              </a:rPr>
            </a:br>
            <a:br>
              <a:rPr lang="ja-JP" altLang="en-US" sz="3600" dirty="0"/>
            </a:br>
            <a:r>
              <a:rPr lang="ja-JP" altLang="en-US" sz="3600" dirty="0">
                <a:latin typeface="-apple-system"/>
              </a:rPr>
              <a:t>・</a:t>
            </a:r>
            <a:r>
              <a:rPr lang="ja-JP" altLang="en-US" sz="3600" b="0" i="0" dirty="0">
                <a:effectLst/>
                <a:latin typeface="-apple-system"/>
              </a:rPr>
              <a:t> 夜間は必ずすべての食材をお持ち帰り</a:t>
            </a:r>
            <a:r>
              <a:rPr lang="ja-JP" altLang="en-US" sz="3600" b="0" i="0">
                <a:effectLst/>
                <a:latin typeface="-apple-system"/>
              </a:rPr>
              <a:t>ください。</a:t>
            </a:r>
            <a:br>
              <a:rPr lang="en-US" altLang="ja-JP" sz="3600" b="0" i="0" dirty="0">
                <a:effectLst/>
                <a:latin typeface="-apple-system"/>
              </a:rPr>
            </a:br>
            <a:r>
              <a:rPr lang="ja-JP" altLang="en-US" sz="3600" b="0" i="0">
                <a:effectLst/>
                <a:latin typeface="-apple-system"/>
              </a:rPr>
              <a:t>調味料</a:t>
            </a:r>
            <a:r>
              <a:rPr lang="ja-JP" altLang="en-US" sz="3600" b="0" i="0" dirty="0">
                <a:effectLst/>
                <a:latin typeface="-apple-system"/>
              </a:rPr>
              <a:t>・小麦粉・清涼飲料水等の腐りにくい食材や未開封の食材・ペットボトル等も必ずお持ち帰り</a:t>
            </a:r>
            <a:r>
              <a:rPr lang="ja-JP" altLang="en-US" sz="3600" b="0" i="0">
                <a:effectLst/>
                <a:latin typeface="-apple-system"/>
              </a:rPr>
              <a:t>ください。</a:t>
            </a:r>
            <a:br>
              <a:rPr lang="en-US" altLang="ja-JP" sz="3600" b="0" i="0" dirty="0">
                <a:effectLst/>
                <a:latin typeface="-apple-system"/>
              </a:rPr>
            </a:br>
            <a:br>
              <a:rPr lang="ja-JP" altLang="en-US" sz="3600" dirty="0"/>
            </a:br>
            <a:r>
              <a:rPr lang="ja-JP" altLang="en-US" sz="3600" dirty="0">
                <a:latin typeface="-apple-system"/>
              </a:rPr>
              <a:t>・</a:t>
            </a:r>
            <a:r>
              <a:rPr lang="ja-JP" altLang="en-US" sz="3600" b="0" i="0" dirty="0">
                <a:effectLst/>
                <a:latin typeface="-apple-system"/>
              </a:rPr>
              <a:t> 夜間に残っている食材は、冷蔵庫やクーラーボックスに保存されている食品も含めて全て工大祭実行委員会で処分いたします。</a:t>
            </a:r>
            <a:endParaRPr kumimoji="1" lang="ja-JP" altLang="en-US" sz="3600" dirty="0"/>
          </a:p>
        </p:txBody>
      </p:sp>
    </p:spTree>
    <p:extLst>
      <p:ext uri="{BB962C8B-B14F-4D97-AF65-F5344CB8AC3E}">
        <p14:creationId xmlns:p14="http://schemas.microsoft.com/office/powerpoint/2010/main" val="5980490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lang="ja-JP" altLang="en-US" dirty="0"/>
              <a:t>酒類の取り扱い</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54</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199" y="1330157"/>
            <a:ext cx="10687493" cy="4828921"/>
          </a:xfrm>
        </p:spPr>
        <p:txBody>
          <a:bodyPr>
            <a:noAutofit/>
          </a:bodyPr>
          <a:lstStyle/>
          <a:p>
            <a:pPr marL="0" indent="0">
              <a:buNone/>
            </a:pPr>
            <a:endParaRPr lang="en-US" altLang="ja-JP" sz="3200" dirty="0">
              <a:solidFill>
                <a:srgbClr val="333333"/>
              </a:solidFill>
              <a:latin typeface="-apple-system"/>
            </a:endParaRPr>
          </a:p>
          <a:p>
            <a:pPr marL="0" indent="0">
              <a:buNone/>
            </a:pPr>
            <a:endParaRPr lang="en-US" altLang="ja-JP" sz="3200" dirty="0">
              <a:solidFill>
                <a:srgbClr val="333333"/>
              </a:solidFill>
              <a:latin typeface="-apple-system"/>
            </a:endParaRPr>
          </a:p>
          <a:p>
            <a:pPr marL="0" indent="0">
              <a:buNone/>
            </a:pPr>
            <a:r>
              <a:rPr lang="ja-JP" altLang="en-US" sz="3200" dirty="0">
                <a:solidFill>
                  <a:srgbClr val="333333"/>
                </a:solidFill>
                <a:latin typeface="-apple-system"/>
              </a:rPr>
              <a:t>・</a:t>
            </a:r>
            <a:r>
              <a:rPr lang="ja-JP" altLang="en-US" sz="3600" b="0" i="0" dirty="0">
                <a:effectLst/>
                <a:latin typeface="-apple-system"/>
              </a:rPr>
              <a:t>工大祭</a:t>
            </a:r>
            <a:r>
              <a:rPr lang="en-US" altLang="ja-JP" sz="3600" b="0" i="0" dirty="0">
                <a:effectLst/>
                <a:latin typeface="+mn-ea"/>
              </a:rPr>
              <a:t>2022</a:t>
            </a:r>
            <a:r>
              <a:rPr lang="ja-JP" altLang="en-US" sz="3600" b="0" i="0" dirty="0">
                <a:effectLst/>
                <a:latin typeface="-apple-system"/>
              </a:rPr>
              <a:t>では、新型コロナウイルス感染症対策の一環として、酒類の販売をすべて禁止と</a:t>
            </a:r>
            <a:r>
              <a:rPr lang="ja-JP" altLang="en-US" sz="3600" b="0" i="0">
                <a:effectLst/>
                <a:latin typeface="-apple-system"/>
              </a:rPr>
              <a:t>します。</a:t>
            </a:r>
            <a:br>
              <a:rPr lang="en-US" altLang="ja-JP" sz="3600" b="0" i="0" dirty="0">
                <a:effectLst/>
                <a:latin typeface="-apple-system"/>
              </a:rPr>
            </a:br>
            <a:br>
              <a:rPr lang="ja-JP" altLang="en-US" sz="3600" dirty="0"/>
            </a:br>
            <a:r>
              <a:rPr lang="ja-JP" altLang="en-US" sz="3600" dirty="0">
                <a:latin typeface="-apple-system"/>
              </a:rPr>
              <a:t>・</a:t>
            </a:r>
            <a:r>
              <a:rPr lang="ja-JP" altLang="en-US" sz="3600" b="0" i="0" dirty="0">
                <a:effectLst/>
                <a:latin typeface="-apple-system"/>
              </a:rPr>
              <a:t>工大祭期間中、大学構内での参加団体の構成員の飲酒は禁止されています。</a:t>
            </a:r>
            <a:endParaRPr kumimoji="1" lang="ja-JP" altLang="en-US" sz="3600" dirty="0"/>
          </a:p>
        </p:txBody>
      </p:sp>
    </p:spTree>
    <p:extLst>
      <p:ext uri="{BB962C8B-B14F-4D97-AF65-F5344CB8AC3E}">
        <p14:creationId xmlns:p14="http://schemas.microsoft.com/office/powerpoint/2010/main" val="37123240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lang="ja-JP" altLang="en-US" dirty="0"/>
              <a:t>    </a:t>
            </a:r>
            <a:r>
              <a:rPr kumimoji="1" lang="ja-JP" altLang="en-US" dirty="0"/>
              <a:t>　屋外企画</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電力の使用　</a:t>
            </a:r>
          </a:p>
        </p:txBody>
      </p:sp>
      <p:sp>
        <p:nvSpPr>
          <p:cNvPr id="11" name="コンテンツ プレースホルダー 10">
            <a:extLst>
              <a:ext uri="{FF2B5EF4-FFF2-40B4-BE49-F238E27FC236}">
                <a16:creationId xmlns:a16="http://schemas.microsoft.com/office/drawing/2014/main" id="{D7207217-D1FB-DAB8-7378-5780295E36E7}"/>
              </a:ext>
            </a:extLst>
          </p:cNvPr>
          <p:cNvSpPr>
            <a:spLocks noGrp="1"/>
          </p:cNvSpPr>
          <p:nvPr>
            <p:ph idx="1"/>
          </p:nvPr>
        </p:nvSpPr>
        <p:spPr/>
        <p:txBody>
          <a:bodyPr>
            <a:normAutofit fontScale="92500" lnSpcReduction="10000"/>
          </a:bodyPr>
          <a:lstStyle/>
          <a:p>
            <a:pPr marL="0" indent="0">
              <a:buNone/>
            </a:pPr>
            <a:r>
              <a:rPr lang="ja-JP" altLang="en-US" sz="2600" b="0" i="0" dirty="0">
                <a:effectLst/>
                <a:latin typeface="-apple-system"/>
              </a:rPr>
              <a:t>電力使用許可申請のあった、その他企画団体に電力を供給いたします。</a:t>
            </a:r>
            <a:endParaRPr lang="en-US" altLang="ja-JP" sz="2600" b="0" i="0" dirty="0">
              <a:effectLst/>
              <a:latin typeface="-apple-system"/>
            </a:endParaRPr>
          </a:p>
          <a:p>
            <a:pPr marL="0" indent="0">
              <a:buNone/>
            </a:pPr>
            <a:r>
              <a:rPr lang="en-US" altLang="ja-JP" sz="2600" b="0" i="0" dirty="0">
                <a:effectLst/>
                <a:latin typeface="+mn-ea"/>
              </a:rPr>
              <a:t>10</a:t>
            </a:r>
            <a:r>
              <a:rPr lang="ja-JP" altLang="en-US" sz="2600" b="0" i="0" dirty="0">
                <a:effectLst/>
                <a:latin typeface="+mn-ea"/>
              </a:rPr>
              <a:t>月</a:t>
            </a:r>
            <a:r>
              <a:rPr lang="en-US" altLang="ja-JP" sz="2600" b="0" i="0" dirty="0">
                <a:effectLst/>
                <a:latin typeface="+mn-ea"/>
              </a:rPr>
              <a:t>28</a:t>
            </a:r>
            <a:r>
              <a:rPr lang="ja-JP" altLang="en-US" sz="2600" b="0" i="0" dirty="0">
                <a:effectLst/>
                <a:latin typeface="+mn-ea"/>
              </a:rPr>
              <a:t>日</a:t>
            </a:r>
            <a:r>
              <a:rPr lang="en-US" altLang="ja-JP" sz="2600" b="0" i="0" dirty="0">
                <a:effectLst/>
                <a:latin typeface="+mn-ea"/>
              </a:rPr>
              <a:t>(</a:t>
            </a:r>
            <a:r>
              <a:rPr lang="ja-JP" altLang="en-US" sz="2600" b="0" i="0" dirty="0">
                <a:effectLst/>
                <a:latin typeface="+mn-ea"/>
              </a:rPr>
              <a:t>金</a:t>
            </a:r>
            <a:r>
              <a:rPr lang="en-US" altLang="ja-JP" sz="2600" b="0" i="0" dirty="0">
                <a:effectLst/>
                <a:latin typeface="+mn-ea"/>
              </a:rPr>
              <a:t>)〜30</a:t>
            </a:r>
            <a:r>
              <a:rPr lang="ja-JP" altLang="en-US" sz="2600" b="0" i="0" dirty="0">
                <a:effectLst/>
                <a:latin typeface="+mn-ea"/>
              </a:rPr>
              <a:t>日</a:t>
            </a:r>
            <a:r>
              <a:rPr lang="en-US" altLang="ja-JP" sz="2600" b="0" i="0" dirty="0">
                <a:effectLst/>
                <a:latin typeface="+mn-ea"/>
              </a:rPr>
              <a:t>(</a:t>
            </a:r>
            <a:r>
              <a:rPr lang="ja-JP" altLang="en-US" sz="2600" b="0" i="0" dirty="0">
                <a:effectLst/>
                <a:latin typeface="+mn-ea"/>
              </a:rPr>
              <a:t>日</a:t>
            </a:r>
            <a:r>
              <a:rPr lang="en-US" altLang="ja-JP" sz="2600" b="0" i="0" dirty="0">
                <a:effectLst/>
                <a:latin typeface="+mn-ea"/>
              </a:rPr>
              <a:t>)10:00</a:t>
            </a:r>
            <a:r>
              <a:rPr lang="ja-JP" altLang="en-US" sz="2600" b="0" i="0" dirty="0">
                <a:effectLst/>
                <a:latin typeface="+mn-ea"/>
              </a:rPr>
              <a:t>～</a:t>
            </a:r>
            <a:r>
              <a:rPr lang="en-US" altLang="ja-JP" sz="2600" b="0" i="0" dirty="0">
                <a:effectLst/>
                <a:latin typeface="+mn-ea"/>
              </a:rPr>
              <a:t>18:00</a:t>
            </a:r>
            <a:r>
              <a:rPr lang="en-US" altLang="ja-JP" sz="2600" b="0" i="0" dirty="0">
                <a:effectLst/>
                <a:latin typeface="-apple-system"/>
              </a:rPr>
              <a:t>(</a:t>
            </a:r>
            <a:r>
              <a:rPr lang="ja-JP" altLang="en-US" sz="2600" b="0" i="0" dirty="0">
                <a:effectLst/>
                <a:latin typeface="-apple-system"/>
              </a:rPr>
              <a:t>開始時刻は多少前後する</a:t>
            </a:r>
            <a:r>
              <a:rPr lang="ja-JP" altLang="en-US" sz="2600" b="0" i="0">
                <a:effectLst/>
                <a:latin typeface="-apple-system"/>
              </a:rPr>
              <a:t>場合が</a:t>
            </a:r>
            <a:br>
              <a:rPr lang="en-US" altLang="ja-JP" sz="2600" b="0" i="0" dirty="0">
                <a:effectLst/>
                <a:latin typeface="-apple-system"/>
              </a:rPr>
            </a:br>
            <a:r>
              <a:rPr lang="ja-JP" altLang="en-US" sz="2600" b="0" i="0">
                <a:effectLst/>
                <a:latin typeface="-apple-system"/>
              </a:rPr>
              <a:t>ございます</a:t>
            </a:r>
            <a:r>
              <a:rPr lang="en-US" altLang="ja-JP" sz="2600" b="0" i="0" dirty="0">
                <a:effectLst/>
                <a:latin typeface="-apple-system"/>
              </a:rPr>
              <a:t>)</a:t>
            </a:r>
          </a:p>
          <a:p>
            <a:pPr marL="0" indent="0">
              <a:lnSpc>
                <a:spcPct val="120000"/>
              </a:lnSpc>
              <a:buNone/>
            </a:pPr>
            <a:r>
              <a:rPr lang="ja-JP" altLang="en-US" sz="2600" dirty="0">
                <a:latin typeface="-apple-system"/>
              </a:rPr>
              <a:t>・</a:t>
            </a:r>
            <a:r>
              <a:rPr lang="ja-JP" altLang="en-US" sz="2600" b="0" i="0" dirty="0">
                <a:effectLst/>
                <a:latin typeface="-apple-system"/>
              </a:rPr>
              <a:t>コンセントを各団体に</a:t>
            </a:r>
            <a:r>
              <a:rPr lang="en-US" altLang="ja-JP" sz="2600" b="0" i="0" dirty="0">
                <a:effectLst/>
                <a:latin typeface="-apple-system"/>
              </a:rPr>
              <a:t>1</a:t>
            </a:r>
            <a:r>
              <a:rPr lang="ja-JP" altLang="en-US" sz="2600" b="0" i="0" dirty="0">
                <a:effectLst/>
                <a:latin typeface="-apple-system"/>
              </a:rPr>
              <a:t>つ割り当てます。</a:t>
            </a:r>
            <a:r>
              <a:rPr lang="en-US" altLang="ja-JP" sz="2600" b="0" i="0" dirty="0">
                <a:effectLst/>
                <a:latin typeface="-apple-system"/>
              </a:rPr>
              <a:t>2</a:t>
            </a:r>
            <a:r>
              <a:rPr lang="ja-JP" altLang="en-US" sz="2600" b="0" i="0" dirty="0">
                <a:effectLst/>
                <a:latin typeface="-apple-system"/>
              </a:rPr>
              <a:t>つ以上の差込口を使用しないでください。</a:t>
            </a:r>
            <a:endParaRPr lang="en-US" altLang="ja-JP" sz="2600" b="0" i="0" dirty="0">
              <a:effectLst/>
              <a:latin typeface="-apple-system"/>
            </a:endParaRPr>
          </a:p>
          <a:p>
            <a:pPr marL="0" indent="0">
              <a:lnSpc>
                <a:spcPct val="120000"/>
              </a:lnSpc>
              <a:buNone/>
            </a:pPr>
            <a:r>
              <a:rPr lang="ja-JP" altLang="en-US" sz="2600" dirty="0">
                <a:latin typeface="-apple-system"/>
              </a:rPr>
              <a:t>・</a:t>
            </a:r>
            <a:r>
              <a:rPr lang="ja-JP" altLang="en-US" sz="2600" b="0" i="0" dirty="0">
                <a:effectLst/>
                <a:latin typeface="-apple-system"/>
              </a:rPr>
              <a:t>コンセントにはビニールがかぶせてありますが、外さずにそのまま使用してください。</a:t>
            </a:r>
            <a:endParaRPr lang="en-US" altLang="ja-JP" sz="2600" b="0" i="0" dirty="0">
              <a:effectLst/>
              <a:latin typeface="-apple-system"/>
            </a:endParaRPr>
          </a:p>
          <a:p>
            <a:pPr marL="0" indent="0">
              <a:lnSpc>
                <a:spcPct val="120000"/>
              </a:lnSpc>
              <a:buNone/>
            </a:pPr>
            <a:r>
              <a:rPr lang="ja-JP" altLang="en-US" sz="2600" dirty="0">
                <a:latin typeface="-apple-system"/>
              </a:rPr>
              <a:t>・</a:t>
            </a:r>
            <a:r>
              <a:rPr lang="ja-JP" altLang="en-US" sz="2600" b="0" i="0" dirty="0">
                <a:effectLst/>
                <a:latin typeface="-apple-system"/>
              </a:rPr>
              <a:t>雨天時は漏電の危険があるため、電力の供給を中止する場合が</a:t>
            </a:r>
            <a:r>
              <a:rPr lang="ja-JP" altLang="en-US" sz="2600" b="0" i="0">
                <a:effectLst/>
                <a:latin typeface="-apple-system"/>
              </a:rPr>
              <a:t>ございます。</a:t>
            </a:r>
            <a:br>
              <a:rPr lang="en-US" altLang="ja-JP" sz="2600" b="0" i="0" dirty="0">
                <a:effectLst/>
                <a:latin typeface="-apple-system"/>
              </a:rPr>
            </a:br>
            <a:r>
              <a:rPr lang="ja-JP" altLang="en-US" sz="2600" b="0" i="0">
                <a:effectLst/>
                <a:latin typeface="-apple-system"/>
              </a:rPr>
              <a:t>その</a:t>
            </a:r>
            <a:r>
              <a:rPr lang="ja-JP" altLang="en-US" sz="2600" b="0" i="0" dirty="0">
                <a:effectLst/>
                <a:latin typeface="-apple-system"/>
              </a:rPr>
              <a:t>際には、メールにてお知らせいたします。</a:t>
            </a:r>
            <a:br>
              <a:rPr lang="ja-JP" altLang="en-US" sz="2600" dirty="0"/>
            </a:br>
            <a:r>
              <a:rPr lang="ja-JP" altLang="en-US" sz="2600" dirty="0">
                <a:latin typeface="-apple-system"/>
              </a:rPr>
              <a:t>・</a:t>
            </a:r>
            <a:r>
              <a:rPr lang="ja-JP" altLang="en-US" sz="2600" b="0" i="0" dirty="0">
                <a:effectLst/>
                <a:latin typeface="-apple-system"/>
              </a:rPr>
              <a:t>工大祭実行委員会では延長コードなどの配線器具の貸し出しは行っていません。</a:t>
            </a:r>
            <a:br>
              <a:rPr lang="ja-JP" altLang="en-US" sz="2600" dirty="0"/>
            </a:br>
            <a:r>
              <a:rPr lang="ja-JP" altLang="en-US" sz="2600" dirty="0">
                <a:latin typeface="-apple-system"/>
              </a:rPr>
              <a:t>・</a:t>
            </a:r>
            <a:r>
              <a:rPr lang="ja-JP" altLang="en-US" sz="2600" b="0" i="0" dirty="0">
                <a:effectLst/>
                <a:latin typeface="-apple-system"/>
              </a:rPr>
              <a:t>テントの脚などで電源ケーブルを踏まないようご注意ください。</a:t>
            </a:r>
            <a:br>
              <a:rPr lang="ja-JP" altLang="en-US" sz="2600" dirty="0"/>
            </a:br>
            <a:r>
              <a:rPr lang="ja-JP" altLang="en-US" sz="2600" dirty="0">
                <a:latin typeface="-apple-system"/>
              </a:rPr>
              <a:t>・</a:t>
            </a:r>
            <a:r>
              <a:rPr lang="ja-JP" altLang="en-US" sz="2600" b="0" i="0" dirty="0">
                <a:effectLst/>
                <a:latin typeface="-apple-system"/>
              </a:rPr>
              <a:t>各日</a:t>
            </a:r>
            <a:r>
              <a:rPr lang="en-US" altLang="ja-JP" sz="2600" b="0" i="0" dirty="0">
                <a:effectLst/>
                <a:latin typeface="+mn-ea"/>
              </a:rPr>
              <a:t>18:00</a:t>
            </a:r>
            <a:r>
              <a:rPr lang="ja-JP" altLang="en-US" sz="2600" b="0" i="0" dirty="0">
                <a:effectLst/>
                <a:latin typeface="-apple-system"/>
              </a:rPr>
              <a:t>以降も電力を使用したい場合は工大祭実行委員までご連絡ください。</a:t>
            </a:r>
            <a:br>
              <a:rPr lang="ja-JP" altLang="en-US" sz="2600" dirty="0"/>
            </a:br>
            <a:r>
              <a:rPr lang="ja-JP" altLang="en-US" sz="2600" dirty="0"/>
              <a:t>・</a:t>
            </a:r>
            <a:r>
              <a:rPr lang="ja-JP" altLang="en-US" sz="2600" b="0" i="0" dirty="0">
                <a:effectLst/>
                <a:latin typeface="-apple-system"/>
              </a:rPr>
              <a:t>申請量以上の電力は使用しないでください。</a:t>
            </a:r>
            <a:endParaRPr lang="en-US" altLang="ja-JP" sz="2600" dirty="0"/>
          </a:p>
          <a:p>
            <a:pPr marL="0" indent="0">
              <a:buNone/>
            </a:pPr>
            <a:endParaRPr lang="ja-JP" altLang="en-US" dirty="0"/>
          </a:p>
        </p:txBody>
      </p:sp>
      <p:sp>
        <p:nvSpPr>
          <p:cNvPr id="13" name="四角形: 角を丸くする 17">
            <a:extLst>
              <a:ext uri="{FF2B5EF4-FFF2-40B4-BE49-F238E27FC236}">
                <a16:creationId xmlns:a16="http://schemas.microsoft.com/office/drawing/2014/main" id="{862EDA69-3396-2AA4-0040-8A6ADA53B8F2}"/>
              </a:ext>
            </a:extLst>
          </p:cNvPr>
          <p:cNvSpPr/>
          <p:nvPr/>
        </p:nvSpPr>
        <p:spPr>
          <a:xfrm>
            <a:off x="1049079" y="593266"/>
            <a:ext cx="483867" cy="53758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S</a:t>
            </a:r>
            <a:endParaRPr kumimoji="1" lang="ja-JP" altLang="en-US" dirty="0"/>
          </a:p>
        </p:txBody>
      </p:sp>
    </p:spTree>
    <p:extLst>
      <p:ext uri="{BB962C8B-B14F-4D97-AF65-F5344CB8AC3E}">
        <p14:creationId xmlns:p14="http://schemas.microsoft.com/office/powerpoint/2010/main" val="39580986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a:xfrm>
            <a:off x="834488" y="593266"/>
            <a:ext cx="10515600" cy="571391"/>
          </a:xfrm>
        </p:spPr>
        <p:txBody>
          <a:bodyPr>
            <a:normAutofit fontScale="90000"/>
          </a:bodyPr>
          <a:lstStyle/>
          <a:p>
            <a:r>
              <a:rPr lang="ja-JP" altLang="en-US" dirty="0"/>
              <a:t>      体育館アリーナ</a:t>
            </a:r>
            <a:r>
              <a:rPr kumimoji="1" lang="ja-JP" altLang="en-US" dirty="0"/>
              <a:t>企画</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電力の使用　</a:t>
            </a:r>
          </a:p>
        </p:txBody>
      </p:sp>
      <p:sp>
        <p:nvSpPr>
          <p:cNvPr id="11" name="コンテンツ プレースホルダー 10">
            <a:extLst>
              <a:ext uri="{FF2B5EF4-FFF2-40B4-BE49-F238E27FC236}">
                <a16:creationId xmlns:a16="http://schemas.microsoft.com/office/drawing/2014/main" id="{D7207217-D1FB-DAB8-7378-5780295E36E7}"/>
              </a:ext>
            </a:extLst>
          </p:cNvPr>
          <p:cNvSpPr>
            <a:spLocks noGrp="1"/>
          </p:cNvSpPr>
          <p:nvPr>
            <p:ph idx="1"/>
          </p:nvPr>
        </p:nvSpPr>
        <p:spPr/>
        <p:txBody>
          <a:bodyPr>
            <a:normAutofit/>
          </a:bodyPr>
          <a:lstStyle/>
          <a:p>
            <a:pPr marL="0" indent="0">
              <a:buNone/>
            </a:pPr>
            <a:r>
              <a:rPr lang="ja-JP" altLang="en-US" sz="2600" b="0" i="0" dirty="0">
                <a:effectLst/>
                <a:latin typeface="-apple-system"/>
              </a:rPr>
              <a:t>電力使用許可申請のあった、その他企画団体に電力を供給いたします。</a:t>
            </a:r>
            <a:endParaRPr lang="en-US" altLang="ja-JP" sz="2600" b="0" i="0" dirty="0">
              <a:effectLst/>
              <a:latin typeface="-apple-system"/>
            </a:endParaRPr>
          </a:p>
          <a:p>
            <a:pPr marL="0" indent="0">
              <a:buNone/>
            </a:pPr>
            <a:r>
              <a:rPr lang="en-US" altLang="ja-JP" sz="2600" b="0" i="0" dirty="0">
                <a:effectLst/>
                <a:latin typeface="+mn-ea"/>
              </a:rPr>
              <a:t>10</a:t>
            </a:r>
            <a:r>
              <a:rPr lang="ja-JP" altLang="en-US" sz="2600" b="0" i="0" dirty="0">
                <a:effectLst/>
                <a:latin typeface="+mn-ea"/>
              </a:rPr>
              <a:t>月</a:t>
            </a:r>
            <a:r>
              <a:rPr lang="en-US" altLang="ja-JP" sz="2600" b="0" i="0" dirty="0">
                <a:effectLst/>
                <a:latin typeface="+mn-ea"/>
              </a:rPr>
              <a:t>28</a:t>
            </a:r>
            <a:r>
              <a:rPr lang="ja-JP" altLang="en-US" sz="2600" b="0" i="0" dirty="0">
                <a:effectLst/>
                <a:latin typeface="+mn-ea"/>
              </a:rPr>
              <a:t>日</a:t>
            </a:r>
            <a:r>
              <a:rPr lang="en-US" altLang="ja-JP" sz="2600" b="0" i="0" dirty="0">
                <a:effectLst/>
                <a:latin typeface="+mn-ea"/>
              </a:rPr>
              <a:t>(</a:t>
            </a:r>
            <a:r>
              <a:rPr lang="ja-JP" altLang="en-US" sz="2600" b="0" i="0">
                <a:effectLst/>
                <a:latin typeface="+mn-ea"/>
              </a:rPr>
              <a:t>金</a:t>
            </a:r>
            <a:r>
              <a:rPr lang="en-US" altLang="ja-JP" sz="2600" b="0" i="0" dirty="0">
                <a:effectLst/>
                <a:latin typeface="+mn-ea"/>
              </a:rPr>
              <a:t>)	13:00</a:t>
            </a:r>
            <a:r>
              <a:rPr lang="ja-JP" altLang="en-US" sz="2600" b="0" i="0">
                <a:effectLst/>
                <a:latin typeface="+mn-ea"/>
              </a:rPr>
              <a:t>～</a:t>
            </a:r>
            <a:r>
              <a:rPr lang="en-US" altLang="ja-JP" sz="2600" b="0" i="0" dirty="0">
                <a:effectLst/>
                <a:latin typeface="+mn-ea"/>
              </a:rPr>
              <a:t>18:00</a:t>
            </a:r>
            <a:br>
              <a:rPr lang="en-US" altLang="ja-JP" sz="2600" b="0" i="0" dirty="0">
                <a:effectLst/>
                <a:latin typeface="+mn-ea"/>
              </a:rPr>
            </a:br>
            <a:r>
              <a:rPr lang="en-US" altLang="ja-JP" sz="2600" b="0" i="0" dirty="0">
                <a:effectLst/>
                <a:latin typeface="+mn-ea"/>
              </a:rPr>
              <a:t>29</a:t>
            </a:r>
            <a:r>
              <a:rPr lang="ja-JP" altLang="en-US" sz="2600" b="0" i="0">
                <a:effectLst/>
                <a:latin typeface="+mn-ea"/>
              </a:rPr>
              <a:t>・</a:t>
            </a:r>
            <a:r>
              <a:rPr lang="en-US" altLang="ja-JP" sz="2600" b="0" i="0" dirty="0">
                <a:effectLst/>
                <a:latin typeface="+mn-ea"/>
              </a:rPr>
              <a:t>30</a:t>
            </a:r>
            <a:r>
              <a:rPr lang="ja-JP" altLang="en-US" sz="2600" b="0" i="0">
                <a:effectLst/>
                <a:latin typeface="+mn-ea"/>
              </a:rPr>
              <a:t>日</a:t>
            </a:r>
            <a:r>
              <a:rPr lang="en-US" altLang="ja-JP" sz="2600" b="0" i="0" dirty="0">
                <a:effectLst/>
                <a:latin typeface="+mn-ea"/>
              </a:rPr>
              <a:t>	10:00〜18:00</a:t>
            </a:r>
            <a:r>
              <a:rPr lang="en-US" altLang="ja-JP" sz="2600" b="0" i="0" dirty="0">
                <a:effectLst/>
                <a:latin typeface="-apple-system"/>
              </a:rPr>
              <a:t>(</a:t>
            </a:r>
            <a:r>
              <a:rPr lang="ja-JP" altLang="en-US" sz="2600" b="0" i="0" dirty="0">
                <a:effectLst/>
                <a:latin typeface="-apple-system"/>
              </a:rPr>
              <a:t>開始時刻は多少</a:t>
            </a:r>
            <a:r>
              <a:rPr lang="ja-JP" altLang="en-US" sz="2600" b="0" i="0">
                <a:effectLst/>
                <a:latin typeface="-apple-system"/>
              </a:rPr>
              <a:t>前後する場合</a:t>
            </a:r>
            <a:r>
              <a:rPr lang="ja-JP" altLang="en-US" sz="2600" b="0" i="0" dirty="0">
                <a:effectLst/>
                <a:latin typeface="-apple-system"/>
              </a:rPr>
              <a:t>が</a:t>
            </a:r>
            <a:r>
              <a:rPr lang="ja-JP" altLang="en-US" sz="2600" b="0" i="0">
                <a:effectLst/>
                <a:latin typeface="-apple-system"/>
              </a:rPr>
              <a:t>ございます</a:t>
            </a:r>
            <a:r>
              <a:rPr lang="en-US" altLang="ja-JP" sz="2600" b="0" i="0" dirty="0">
                <a:effectLst/>
                <a:latin typeface="-apple-system"/>
              </a:rPr>
              <a:t>)</a:t>
            </a:r>
            <a:br>
              <a:rPr lang="en-US" altLang="ja-JP" sz="2600" b="0" i="0" dirty="0">
                <a:effectLst/>
                <a:latin typeface="-apple-system"/>
              </a:rPr>
            </a:br>
            <a:br>
              <a:rPr lang="ja-JP" altLang="en-US" sz="2600" dirty="0"/>
            </a:br>
            <a:r>
              <a:rPr lang="ja-JP" altLang="en-US" sz="2600" dirty="0">
                <a:latin typeface="-apple-system"/>
              </a:rPr>
              <a:t>・</a:t>
            </a:r>
            <a:r>
              <a:rPr lang="ja-JP" altLang="en-US" b="0" i="0" dirty="0">
                <a:effectLst/>
                <a:latin typeface="-apple-system"/>
              </a:rPr>
              <a:t>企画名が書かれたコンセントを各団体に割り当てます。</a:t>
            </a:r>
            <a:r>
              <a:rPr lang="ja-JP" altLang="en-US" b="0" i="0">
                <a:effectLst/>
                <a:latin typeface="-apple-system"/>
              </a:rPr>
              <a:t>体育館に</a:t>
            </a:r>
            <a:br>
              <a:rPr lang="en-US" altLang="ja-JP" b="0" i="0" dirty="0">
                <a:effectLst/>
                <a:latin typeface="-apple-system"/>
              </a:rPr>
            </a:br>
            <a:r>
              <a:rPr lang="ja-JP" altLang="en-US" b="0" i="0">
                <a:effectLst/>
                <a:latin typeface="-apple-system"/>
              </a:rPr>
              <a:t>備え付け</a:t>
            </a:r>
            <a:r>
              <a:rPr lang="ja-JP" altLang="en-US" b="0" i="0" dirty="0">
                <a:effectLst/>
                <a:latin typeface="-apple-system"/>
              </a:rPr>
              <a:t>のコンセントも対象ですので、無断で使用しないでください。</a:t>
            </a:r>
            <a:br>
              <a:rPr lang="ja-JP" altLang="en-US" dirty="0"/>
            </a:br>
            <a:r>
              <a:rPr lang="ja-JP" altLang="en-US" dirty="0">
                <a:latin typeface="-apple-system"/>
              </a:rPr>
              <a:t>・</a:t>
            </a:r>
            <a:r>
              <a:rPr lang="ja-JP" altLang="en-US" b="0" i="0" dirty="0">
                <a:effectLst/>
                <a:latin typeface="-apple-system"/>
              </a:rPr>
              <a:t>工大祭実行委員会では延長コードなどの配線器具の</a:t>
            </a:r>
            <a:r>
              <a:rPr lang="ja-JP" altLang="en-US" b="0" i="0">
                <a:effectLst/>
                <a:latin typeface="-apple-system"/>
              </a:rPr>
              <a:t>貸し出しは</a:t>
            </a:r>
            <a:br>
              <a:rPr lang="en-US" altLang="ja-JP" b="0" i="0" dirty="0">
                <a:effectLst/>
                <a:latin typeface="-apple-system"/>
              </a:rPr>
            </a:br>
            <a:r>
              <a:rPr lang="ja-JP" altLang="en-US" b="0" i="0">
                <a:effectLst/>
                <a:latin typeface="-apple-system"/>
              </a:rPr>
              <a:t>行って</a:t>
            </a:r>
            <a:r>
              <a:rPr lang="ja-JP" altLang="en-US" b="0" i="0" dirty="0">
                <a:effectLst/>
                <a:latin typeface="-apple-system"/>
              </a:rPr>
              <a:t>いません。</a:t>
            </a:r>
            <a:br>
              <a:rPr lang="ja-JP" altLang="en-US" dirty="0"/>
            </a:br>
            <a:r>
              <a:rPr lang="ja-JP" altLang="en-US" dirty="0">
                <a:latin typeface="-apple-system"/>
              </a:rPr>
              <a:t>・</a:t>
            </a:r>
            <a:r>
              <a:rPr lang="ja-JP" altLang="en-US" b="0" i="0" dirty="0">
                <a:effectLst/>
                <a:latin typeface="-apple-system"/>
              </a:rPr>
              <a:t>各日</a:t>
            </a:r>
            <a:r>
              <a:rPr lang="en-US" altLang="ja-JP" b="0" i="0" dirty="0">
                <a:effectLst/>
                <a:latin typeface="+mn-ea"/>
              </a:rPr>
              <a:t>18:00</a:t>
            </a:r>
            <a:r>
              <a:rPr lang="ja-JP" altLang="en-US" b="0" i="0" dirty="0">
                <a:effectLst/>
                <a:latin typeface="-apple-system"/>
              </a:rPr>
              <a:t>以降も電力を使用したい場合は工大祭実行</a:t>
            </a:r>
            <a:r>
              <a:rPr lang="ja-JP" altLang="en-US" b="0" i="0">
                <a:effectLst/>
                <a:latin typeface="-apple-system"/>
              </a:rPr>
              <a:t>委員まで</a:t>
            </a:r>
            <a:br>
              <a:rPr lang="en-US" altLang="ja-JP" b="0" i="0" dirty="0">
                <a:effectLst/>
                <a:latin typeface="-apple-system"/>
              </a:rPr>
            </a:br>
            <a:r>
              <a:rPr lang="ja-JP" altLang="en-US" b="0" i="0">
                <a:effectLst/>
                <a:latin typeface="-apple-system"/>
              </a:rPr>
              <a:t>ご連絡</a:t>
            </a:r>
            <a:r>
              <a:rPr lang="ja-JP" altLang="en-US" b="0" i="0" dirty="0">
                <a:effectLst/>
                <a:latin typeface="-apple-system"/>
              </a:rPr>
              <a:t>ください。</a:t>
            </a:r>
            <a:br>
              <a:rPr lang="ja-JP" altLang="en-US" dirty="0"/>
            </a:br>
            <a:r>
              <a:rPr lang="ja-JP" altLang="en-US" dirty="0">
                <a:latin typeface="-apple-system"/>
              </a:rPr>
              <a:t>・</a:t>
            </a:r>
            <a:r>
              <a:rPr lang="ja-JP" altLang="en-US" b="0" i="0" dirty="0">
                <a:effectLst/>
                <a:latin typeface="-apple-system"/>
              </a:rPr>
              <a:t>申請量以上の電力は使用しないでください。</a:t>
            </a:r>
            <a:endParaRPr lang="ja-JP" altLang="en-US" dirty="0"/>
          </a:p>
        </p:txBody>
      </p:sp>
      <p:sp>
        <p:nvSpPr>
          <p:cNvPr id="13" name="四角形: 角を丸くする 17">
            <a:extLst>
              <a:ext uri="{FF2B5EF4-FFF2-40B4-BE49-F238E27FC236}">
                <a16:creationId xmlns:a16="http://schemas.microsoft.com/office/drawing/2014/main" id="{862EDA69-3396-2AA4-0040-8A6ADA53B8F2}"/>
              </a:ext>
            </a:extLst>
          </p:cNvPr>
          <p:cNvSpPr/>
          <p:nvPr/>
        </p:nvSpPr>
        <p:spPr>
          <a:xfrm>
            <a:off x="1006549" y="592005"/>
            <a:ext cx="497408" cy="540880"/>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S</a:t>
            </a:r>
            <a:endParaRPr kumimoji="1" lang="ja-JP" altLang="en-US" dirty="0"/>
          </a:p>
        </p:txBody>
      </p:sp>
    </p:spTree>
    <p:extLst>
      <p:ext uri="{BB962C8B-B14F-4D97-AF65-F5344CB8AC3E}">
        <p14:creationId xmlns:p14="http://schemas.microsoft.com/office/powerpoint/2010/main" val="671100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　　屋内企画</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電力の使用　</a:t>
            </a:r>
            <a:endParaRPr lang="en-US" altLang="ja-JP"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751288" cy="4828921"/>
          </a:xfrm>
        </p:spPr>
        <p:txBody>
          <a:bodyPr>
            <a:normAutofit/>
          </a:bodyPr>
          <a:lstStyle/>
          <a:p>
            <a:pPr marL="0" indent="0">
              <a:buNone/>
            </a:pPr>
            <a:endParaRPr lang="en-US" altLang="ja-JP" sz="3600" dirty="0">
              <a:solidFill>
                <a:srgbClr val="333333"/>
              </a:solidFill>
              <a:latin typeface="-apple-system"/>
            </a:endParaRPr>
          </a:p>
          <a:p>
            <a:pPr marL="0" indent="0">
              <a:buNone/>
            </a:pPr>
            <a:endParaRPr lang="en-US" altLang="ja-JP" sz="3600" dirty="0">
              <a:latin typeface="-apple-system"/>
            </a:endParaRPr>
          </a:p>
          <a:p>
            <a:pPr marL="0" indent="0">
              <a:buNone/>
            </a:pPr>
            <a:r>
              <a:rPr lang="ja-JP" altLang="en-US" sz="3600" dirty="0">
                <a:latin typeface="-apple-system"/>
              </a:rPr>
              <a:t>・</a:t>
            </a:r>
            <a:r>
              <a:rPr lang="ja-JP" altLang="en-US" sz="3600" b="0" i="0" dirty="0">
                <a:effectLst/>
                <a:latin typeface="-apple-system"/>
              </a:rPr>
              <a:t>マイクやプロジェクター以外の備え付けの設備</a:t>
            </a:r>
            <a:r>
              <a:rPr lang="en-US" altLang="ja-JP" sz="3600" b="0" i="0" dirty="0">
                <a:effectLst/>
                <a:latin typeface="-apple-system"/>
              </a:rPr>
              <a:t>(</a:t>
            </a:r>
            <a:r>
              <a:rPr lang="ja-JP" altLang="en-US" sz="3600" b="0" i="0" dirty="0">
                <a:effectLst/>
                <a:latin typeface="-apple-system"/>
              </a:rPr>
              <a:t>電灯、スクリーンなど</a:t>
            </a:r>
            <a:r>
              <a:rPr lang="en-US" altLang="ja-JP" sz="3600" b="0" i="0" dirty="0">
                <a:effectLst/>
                <a:latin typeface="-apple-system"/>
              </a:rPr>
              <a:t>)</a:t>
            </a:r>
            <a:r>
              <a:rPr lang="ja-JP" altLang="en-US" sz="3600" b="0" i="0" dirty="0">
                <a:effectLst/>
                <a:latin typeface="-apple-system"/>
              </a:rPr>
              <a:t>は使用</a:t>
            </a:r>
            <a:r>
              <a:rPr lang="ja-JP" altLang="en-US" sz="3600" b="0" i="0">
                <a:effectLst/>
                <a:latin typeface="-apple-system"/>
              </a:rPr>
              <a:t>できます。</a:t>
            </a:r>
            <a:br>
              <a:rPr lang="en-US" altLang="ja-JP" sz="3600" b="0" i="0" dirty="0">
                <a:effectLst/>
                <a:latin typeface="-apple-system"/>
              </a:rPr>
            </a:br>
            <a:br>
              <a:rPr lang="ja-JP" altLang="en-US" sz="3600" dirty="0"/>
            </a:br>
            <a:r>
              <a:rPr lang="ja-JP" altLang="en-US" sz="3600" dirty="0">
                <a:latin typeface="-apple-system"/>
              </a:rPr>
              <a:t>・</a:t>
            </a:r>
            <a:r>
              <a:rPr lang="ja-JP" altLang="en-US" sz="3600" b="0" i="0" dirty="0">
                <a:effectLst/>
                <a:latin typeface="-apple-system"/>
              </a:rPr>
              <a:t>申請量以上の電力は使用しないでください。</a:t>
            </a:r>
            <a:endParaRPr kumimoji="1" lang="ja-JP" altLang="en-US" sz="4800" dirty="0"/>
          </a:p>
        </p:txBody>
      </p:sp>
      <p:sp>
        <p:nvSpPr>
          <p:cNvPr id="11" name="四角形: 角を丸くする 9">
            <a:extLst>
              <a:ext uri="{FF2B5EF4-FFF2-40B4-BE49-F238E27FC236}">
                <a16:creationId xmlns:a16="http://schemas.microsoft.com/office/drawing/2014/main" id="{290AC98A-06D2-DB49-9BE9-31891D78FB3C}"/>
              </a:ext>
            </a:extLst>
          </p:cNvPr>
          <p:cNvSpPr/>
          <p:nvPr/>
        </p:nvSpPr>
        <p:spPr>
          <a:xfrm>
            <a:off x="899364" y="593266"/>
            <a:ext cx="502920" cy="502920"/>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t>K</a:t>
            </a:r>
            <a:endParaRPr kumimoji="1" lang="ja-JP" altLang="en-US" dirty="0"/>
          </a:p>
        </p:txBody>
      </p:sp>
    </p:spTree>
    <p:extLst>
      <p:ext uri="{BB962C8B-B14F-4D97-AF65-F5344CB8AC3E}">
        <p14:creationId xmlns:p14="http://schemas.microsoft.com/office/powerpoint/2010/main" val="2731521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ゴミ処理</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sz="2400" b="0" i="0" dirty="0">
                <a:effectLst/>
                <a:latin typeface="+mn-ea"/>
              </a:rPr>
              <a:t>集積場：西</a:t>
            </a:r>
            <a:r>
              <a:rPr lang="en-US" altLang="ja-JP" sz="2400" b="0" i="0" dirty="0">
                <a:effectLst/>
                <a:latin typeface="+mn-ea"/>
              </a:rPr>
              <a:t>2</a:t>
            </a:r>
            <a:r>
              <a:rPr lang="ja-JP" altLang="en-US" sz="2400" b="0" i="0" dirty="0">
                <a:effectLst/>
                <a:latin typeface="+mn-ea"/>
              </a:rPr>
              <a:t>号館脇・石川台</a:t>
            </a:r>
            <a:r>
              <a:rPr lang="en-US" altLang="ja-JP" sz="2400" b="0" i="0" dirty="0">
                <a:effectLst/>
                <a:latin typeface="+mn-ea"/>
              </a:rPr>
              <a:t>7</a:t>
            </a:r>
            <a:r>
              <a:rPr lang="ja-JP" altLang="en-US" sz="2400" b="0" i="0" dirty="0">
                <a:effectLst/>
                <a:latin typeface="+mn-ea"/>
              </a:rPr>
              <a:t>号館脇</a:t>
            </a:r>
            <a:br>
              <a:rPr lang="ja-JP" altLang="en-US" sz="2400" b="0" i="0" dirty="0">
                <a:effectLst/>
                <a:latin typeface="+mn-ea"/>
              </a:rPr>
            </a:br>
            <a:r>
              <a:rPr lang="ja-JP" altLang="en-US" sz="2400" dirty="0">
                <a:latin typeface="+mn-ea"/>
              </a:rPr>
              <a:t>・</a:t>
            </a:r>
            <a:r>
              <a:rPr lang="ja-JP" altLang="en-US" sz="2400" b="0" i="0" dirty="0">
                <a:effectLst/>
                <a:latin typeface="+mn-ea"/>
              </a:rPr>
              <a:t>企画実施場所で出たゴミは下記の表に従って</a:t>
            </a:r>
            <a:r>
              <a:rPr lang="en-US" altLang="ja-JP" sz="2400" b="0" i="0" dirty="0">
                <a:effectLst/>
                <a:latin typeface="+mn-ea"/>
              </a:rPr>
              <a:t>5</a:t>
            </a:r>
            <a:r>
              <a:rPr lang="ja-JP" altLang="en-US" sz="2400" b="0" i="0" dirty="0">
                <a:effectLst/>
                <a:latin typeface="+mn-ea"/>
              </a:rPr>
              <a:t>種類に分別し、指定された</a:t>
            </a:r>
            <a:r>
              <a:rPr lang="ja-JP" altLang="en-US" sz="2400" b="0" i="0">
                <a:effectLst/>
                <a:latin typeface="+mn-ea"/>
              </a:rPr>
              <a:t>色の</a:t>
            </a:r>
            <a:br>
              <a:rPr lang="en-US" altLang="ja-JP" sz="2400" b="0" i="0" dirty="0">
                <a:effectLst/>
                <a:latin typeface="+mn-ea"/>
              </a:rPr>
            </a:br>
            <a:r>
              <a:rPr lang="ja-JP" altLang="en-US" sz="2400" b="0" i="0">
                <a:effectLst/>
                <a:latin typeface="+mn-ea"/>
              </a:rPr>
              <a:t>ゴミ</a:t>
            </a:r>
            <a:r>
              <a:rPr lang="ja-JP" altLang="en-US" sz="2400" b="0" i="0" dirty="0">
                <a:effectLst/>
                <a:latin typeface="+mn-ea"/>
              </a:rPr>
              <a:t>袋にまとめてください。</a:t>
            </a:r>
            <a:br>
              <a:rPr lang="ja-JP" altLang="en-US" sz="2400" b="0" i="0" dirty="0">
                <a:effectLst/>
                <a:latin typeface="+mn-ea"/>
              </a:rPr>
            </a:br>
            <a:r>
              <a:rPr lang="ja-JP" altLang="en-US" sz="2400" b="0" i="0" dirty="0">
                <a:effectLst/>
                <a:latin typeface="+mn-ea"/>
              </a:rPr>
              <a:t>・ゴミ袋がいっぱいになったら、しっかりと袋の口を縛り、集積場へお持ちください。新しいゴミ袋と交換いたします。</a:t>
            </a:r>
            <a:br>
              <a:rPr lang="ja-JP" altLang="en-US" sz="2400" b="0" i="0" dirty="0">
                <a:effectLst/>
                <a:latin typeface="+mn-ea"/>
              </a:rPr>
            </a:br>
            <a:r>
              <a:rPr lang="ja-JP" altLang="en-US" sz="2400" b="0" i="0" dirty="0">
                <a:effectLst/>
                <a:latin typeface="+mn-ea"/>
              </a:rPr>
              <a:t>・工大祭当日は</a:t>
            </a:r>
            <a:r>
              <a:rPr lang="en-US" altLang="ja-JP" sz="2400" b="0" i="0" dirty="0">
                <a:effectLst/>
                <a:latin typeface="+mn-ea"/>
              </a:rPr>
              <a:t>19:00</a:t>
            </a:r>
            <a:r>
              <a:rPr lang="ja-JP" altLang="en-US" sz="2400" b="0" i="0" dirty="0">
                <a:effectLst/>
                <a:latin typeface="+mn-ea"/>
              </a:rPr>
              <a:t>まで、片付日は</a:t>
            </a:r>
            <a:r>
              <a:rPr lang="en-US" altLang="ja-JP" sz="2400" b="0" i="0" dirty="0">
                <a:effectLst/>
                <a:latin typeface="+mn-ea"/>
              </a:rPr>
              <a:t>15:00</a:t>
            </a:r>
            <a:r>
              <a:rPr lang="ja-JP" altLang="en-US" sz="2400" b="0" i="0" dirty="0">
                <a:effectLst/>
                <a:latin typeface="+mn-ea"/>
              </a:rPr>
              <a:t>までに集積場にゴミを捨ててください。</a:t>
            </a:r>
            <a:br>
              <a:rPr lang="ja-JP" altLang="en-US" sz="2400" b="0" i="0" dirty="0">
                <a:effectLst/>
                <a:latin typeface="+mn-ea"/>
              </a:rPr>
            </a:br>
            <a:r>
              <a:rPr lang="ja-JP" altLang="en-US" sz="2400" b="0" i="0" dirty="0">
                <a:effectLst/>
                <a:latin typeface="+mn-ea"/>
              </a:rPr>
              <a:t>・ゴミ処理後は手を洗うなどして衛生面に十分ご注意ください。</a:t>
            </a:r>
            <a:br>
              <a:rPr lang="ja-JP" altLang="en-US" sz="2400" b="0" i="0" dirty="0">
                <a:effectLst/>
                <a:latin typeface="+mn-ea"/>
              </a:rPr>
            </a:br>
            <a:r>
              <a:rPr lang="ja-JP" altLang="en-US" sz="2400" b="0" i="0" dirty="0">
                <a:effectLst/>
                <a:latin typeface="+mn-ea"/>
              </a:rPr>
              <a:t>・揚げカスはためるとそれ自体が発火することがあるので、そのまま捨てず、水を張った金属製のバケツに入れた後、水気を切って燃やすゴミとして捨ててください。</a:t>
            </a:r>
            <a:br>
              <a:rPr lang="ja-JP" altLang="en-US" sz="2400" b="0" i="0" dirty="0">
                <a:effectLst/>
                <a:latin typeface="+mn-ea"/>
              </a:rPr>
            </a:br>
            <a:r>
              <a:rPr lang="ja-JP" altLang="en-US" sz="2400" b="0" i="0" dirty="0">
                <a:effectLst/>
                <a:latin typeface="+mn-ea"/>
              </a:rPr>
              <a:t>・集積場のゴミの回収に遅れた場合は各団体でゴミを処理してください。</a:t>
            </a:r>
            <a:br>
              <a:rPr lang="ja-JP" altLang="en-US" sz="2400" b="0" i="0" dirty="0">
                <a:effectLst/>
                <a:latin typeface="+mn-ea"/>
              </a:rPr>
            </a:br>
            <a:r>
              <a:rPr lang="en-US" altLang="ja-JP" sz="2000" b="0" i="0" dirty="0">
                <a:effectLst/>
                <a:latin typeface="+mn-ea"/>
              </a:rPr>
              <a:t>※</a:t>
            </a:r>
            <a:r>
              <a:rPr lang="ja-JP" altLang="en-US" sz="2000" b="0" i="0" dirty="0">
                <a:effectLst/>
                <a:latin typeface="+mn-ea"/>
              </a:rPr>
              <a:t>燃やさないゴミ、ペットボトルは別々の袋に分けてください。</a:t>
            </a:r>
            <a:br>
              <a:rPr lang="ja-JP" altLang="en-US" sz="2000" b="0" i="0" dirty="0">
                <a:effectLst/>
                <a:latin typeface="+mn-ea"/>
              </a:rPr>
            </a:br>
            <a:r>
              <a:rPr lang="en-US" altLang="ja-JP" sz="2000" b="0" i="0" dirty="0">
                <a:effectLst/>
                <a:latin typeface="+mn-ea"/>
              </a:rPr>
              <a:t>※</a:t>
            </a:r>
            <a:r>
              <a:rPr lang="ja-JP" altLang="en-US" sz="2000" b="0" i="0" dirty="0">
                <a:effectLst/>
                <a:latin typeface="+mn-ea"/>
              </a:rPr>
              <a:t>ビン、カンは別々の袋に分けてください。</a:t>
            </a:r>
            <a:br>
              <a:rPr lang="ja-JP" altLang="en-US" sz="2000" b="0" i="0" dirty="0">
                <a:effectLst/>
                <a:latin typeface="+mn-ea"/>
              </a:rPr>
            </a:br>
            <a:r>
              <a:rPr lang="en-US" altLang="ja-JP" sz="2000" b="0" i="0" dirty="0">
                <a:effectLst/>
                <a:latin typeface="+mn-ea"/>
              </a:rPr>
              <a:t>※</a:t>
            </a:r>
            <a:r>
              <a:rPr lang="ja-JP" altLang="en-US" sz="2000" b="0" i="0" dirty="0">
                <a:effectLst/>
                <a:latin typeface="+mn-ea"/>
              </a:rPr>
              <a:t>段ボールごみはひもで縛って集積場までお持ちください</a:t>
            </a:r>
            <a:r>
              <a:rPr lang="ja-JP" altLang="en-US" sz="2400" b="0" i="0" dirty="0">
                <a:effectLst/>
                <a:latin typeface="+mn-ea"/>
              </a:rPr>
              <a:t>。</a:t>
            </a:r>
            <a:br>
              <a:rPr lang="ja-JP" altLang="en-US" sz="2400" b="0" i="0" dirty="0">
                <a:effectLst/>
                <a:latin typeface="+mn-ea"/>
              </a:rPr>
            </a:br>
            <a:endParaRPr kumimoji="1" lang="en-US" altLang="ja-JP" sz="2400" dirty="0">
              <a:latin typeface="+mn-ea"/>
            </a:endParaRPr>
          </a:p>
          <a:p>
            <a:pPr marL="0" indent="0" algn="r">
              <a:buNone/>
            </a:pPr>
            <a:endParaRPr kumimoji="1" lang="ja-JP" altLang="en-US" sz="4800" dirty="0"/>
          </a:p>
        </p:txBody>
      </p:sp>
    </p:spTree>
    <p:extLst>
      <p:ext uri="{BB962C8B-B14F-4D97-AF65-F5344CB8AC3E}">
        <p14:creationId xmlns:p14="http://schemas.microsoft.com/office/powerpoint/2010/main" val="1715690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ゴミステーション</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59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ゴミ処理</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kumimoji="1" lang="en-US" altLang="ja-JP" sz="2400" dirty="0"/>
          </a:p>
          <a:p>
            <a:pPr marL="0" indent="0">
              <a:buNone/>
            </a:pPr>
            <a:r>
              <a:rPr lang="ja-JP" altLang="en-US" sz="3200" dirty="0">
                <a:latin typeface="-apple-system"/>
              </a:rPr>
              <a:t>・</a:t>
            </a:r>
            <a:r>
              <a:rPr lang="ja-JP" altLang="en-US" sz="3200" b="0" i="0" dirty="0">
                <a:effectLst/>
                <a:latin typeface="-apple-system"/>
              </a:rPr>
              <a:t>工大祭では、来場者にゴミの分別を促すため、</a:t>
            </a:r>
            <a:r>
              <a:rPr lang="ja-JP" altLang="en-US" sz="3200" b="0" i="0">
                <a:effectLst/>
                <a:latin typeface="-apple-system"/>
              </a:rPr>
              <a:t>各所に</a:t>
            </a:r>
            <a:br>
              <a:rPr lang="en-US" altLang="ja-JP" sz="3200" b="0" i="0" dirty="0">
                <a:effectLst/>
                <a:latin typeface="-apple-system"/>
              </a:rPr>
            </a:br>
            <a:r>
              <a:rPr lang="ja-JP" altLang="en-US" sz="3200" b="0" i="0">
                <a:effectLst/>
                <a:latin typeface="-apple-system"/>
              </a:rPr>
              <a:t>工大祭</a:t>
            </a:r>
            <a:r>
              <a:rPr lang="ja-JP" altLang="en-US" sz="3200" b="0" i="0" dirty="0">
                <a:effectLst/>
                <a:latin typeface="-apple-system"/>
              </a:rPr>
              <a:t>実行委員が常駐するゴミステーションを設置</a:t>
            </a:r>
            <a:r>
              <a:rPr lang="ja-JP" altLang="en-US" sz="3200" b="0" i="0">
                <a:effectLst/>
                <a:latin typeface="-apple-system"/>
              </a:rPr>
              <a:t>いたします。</a:t>
            </a:r>
            <a:br>
              <a:rPr lang="en-US" altLang="ja-JP" sz="3200" b="0" i="0" dirty="0">
                <a:effectLst/>
                <a:latin typeface="-apple-system"/>
              </a:rPr>
            </a:br>
            <a:br>
              <a:rPr lang="ja-JP" altLang="en-US" sz="3200" dirty="0"/>
            </a:br>
            <a:r>
              <a:rPr lang="ja-JP" altLang="en-US" sz="3200" dirty="0">
                <a:latin typeface="-apple-system"/>
              </a:rPr>
              <a:t>・</a:t>
            </a:r>
            <a:r>
              <a:rPr lang="ja-JP" altLang="en-US" sz="3200" b="0" i="0" dirty="0">
                <a:effectLst/>
                <a:latin typeface="-apple-system"/>
              </a:rPr>
              <a:t>ゴミステーションは来場者のためのものです。企画</a:t>
            </a:r>
            <a:r>
              <a:rPr lang="ja-JP" altLang="en-US" sz="3200" b="0" i="0">
                <a:effectLst/>
                <a:latin typeface="-apple-system"/>
              </a:rPr>
              <a:t>実施に</a:t>
            </a:r>
            <a:br>
              <a:rPr lang="en-US" altLang="ja-JP" sz="3200" b="0" i="0" dirty="0">
                <a:effectLst/>
                <a:latin typeface="-apple-system"/>
              </a:rPr>
            </a:br>
            <a:r>
              <a:rPr lang="ja-JP" altLang="en-US" sz="3200" b="0" i="0">
                <a:effectLst/>
                <a:latin typeface="-apple-system"/>
              </a:rPr>
              <a:t>よって</a:t>
            </a:r>
            <a:r>
              <a:rPr lang="ja-JP" altLang="en-US" sz="3200" b="0" i="0" dirty="0">
                <a:effectLst/>
                <a:latin typeface="-apple-system"/>
              </a:rPr>
              <a:t>発生したゴミは、配布したゴミ袋に入れて、</a:t>
            </a:r>
            <a:r>
              <a:rPr lang="ja-JP" altLang="en-US" sz="3200" b="0" i="0">
                <a:effectLst/>
                <a:latin typeface="-apple-system"/>
              </a:rPr>
              <a:t>集積場に</a:t>
            </a:r>
            <a:br>
              <a:rPr lang="en-US" altLang="ja-JP" sz="3200" b="0" i="0" dirty="0">
                <a:effectLst/>
                <a:latin typeface="-apple-system"/>
              </a:rPr>
            </a:br>
            <a:r>
              <a:rPr lang="ja-JP" altLang="en-US" sz="3200" b="0" i="0">
                <a:effectLst/>
                <a:latin typeface="-apple-system"/>
              </a:rPr>
              <a:t>捨てて</a:t>
            </a:r>
            <a:r>
              <a:rPr lang="ja-JP" altLang="en-US" sz="3200" b="0" i="0" dirty="0">
                <a:effectLst/>
                <a:latin typeface="-apple-system"/>
              </a:rPr>
              <a:t>ください</a:t>
            </a:r>
            <a:r>
              <a:rPr lang="ja-JP" altLang="en-US" sz="3600" b="0" i="0" dirty="0">
                <a:effectLst/>
                <a:latin typeface="-apple-system"/>
              </a:rPr>
              <a:t>。</a:t>
            </a:r>
            <a:endParaRPr kumimoji="1" lang="ja-JP" altLang="en-US" sz="4800" dirty="0"/>
          </a:p>
        </p:txBody>
      </p:sp>
    </p:spTree>
    <p:extLst>
      <p:ext uri="{BB962C8B-B14F-4D97-AF65-F5344CB8AC3E}">
        <p14:creationId xmlns:p14="http://schemas.microsoft.com/office/powerpoint/2010/main" val="1606493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引火性液体</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ゴミ処理</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sz="2400" b="0" i="0" dirty="0">
                <a:effectLst/>
                <a:latin typeface="-apple-system"/>
              </a:rPr>
              <a:t>ガソリンを捨てたい場合</a:t>
            </a:r>
            <a:br>
              <a:rPr lang="ja-JP" altLang="en-US" sz="1600" dirty="0"/>
            </a:br>
            <a:r>
              <a:rPr lang="ja-JP" altLang="en-US" sz="1600" dirty="0"/>
              <a:t>・</a:t>
            </a:r>
            <a:r>
              <a:rPr lang="ja-JP" altLang="en-US" sz="2000" b="0" i="0" dirty="0">
                <a:effectLst/>
                <a:latin typeface="-apple-system"/>
              </a:rPr>
              <a:t>工大祭当日の</a:t>
            </a:r>
            <a:r>
              <a:rPr lang="en-US" altLang="ja-JP" sz="2000" b="0" i="0" dirty="0">
                <a:effectLst/>
                <a:latin typeface="+mn-ea"/>
              </a:rPr>
              <a:t>18:00</a:t>
            </a:r>
            <a:r>
              <a:rPr lang="ja-JP" altLang="en-US" sz="2000" b="0" i="0" dirty="0">
                <a:effectLst/>
                <a:latin typeface="+mn-ea"/>
              </a:rPr>
              <a:t>～</a:t>
            </a:r>
            <a:r>
              <a:rPr lang="en-US" altLang="ja-JP" sz="2000" b="0" i="0" dirty="0">
                <a:effectLst/>
                <a:latin typeface="+mn-ea"/>
              </a:rPr>
              <a:t>18:30</a:t>
            </a:r>
            <a:r>
              <a:rPr lang="ja-JP" altLang="en-US" sz="2000" b="0" i="0" dirty="0">
                <a:effectLst/>
                <a:latin typeface="-apple-system"/>
              </a:rPr>
              <a:t>に携行缶に入れて危険物屋内貯蔵所</a:t>
            </a:r>
            <a:r>
              <a:rPr lang="en-US" altLang="ja-JP" sz="2000" b="0" i="0" dirty="0">
                <a:effectLst/>
                <a:latin typeface="+mn-ea"/>
              </a:rPr>
              <a:t>3</a:t>
            </a:r>
            <a:r>
              <a:rPr lang="ja-JP" altLang="en-US" sz="2000" b="0" i="0" dirty="0">
                <a:effectLst/>
                <a:latin typeface="-apple-system"/>
              </a:rPr>
              <a:t>前までお持ちください。詳細は</a:t>
            </a:r>
            <a:r>
              <a:rPr lang="en-US" altLang="ja-JP" sz="2000" b="0" i="0" dirty="0">
                <a:effectLst/>
                <a:latin typeface="-apple-system"/>
              </a:rPr>
              <a:t>【</a:t>
            </a:r>
            <a:r>
              <a:rPr lang="en-US" altLang="ja-JP" sz="2000" b="0" i="0" dirty="0">
                <a:effectLst/>
                <a:latin typeface="+mn-ea"/>
              </a:rPr>
              <a:t>TIPS</a:t>
            </a:r>
            <a:r>
              <a:rPr lang="ja-JP" altLang="en-US" sz="2000" b="0" i="0" dirty="0">
                <a:effectLst/>
                <a:latin typeface="+mn-ea"/>
              </a:rPr>
              <a:t>　</a:t>
            </a:r>
            <a:r>
              <a:rPr lang="en-US" altLang="ja-JP" sz="2000" b="0" i="0" dirty="0">
                <a:effectLst/>
                <a:latin typeface="+mn-ea"/>
              </a:rPr>
              <a:t>P.14</a:t>
            </a:r>
            <a:r>
              <a:rPr lang="en-US" altLang="ja-JP" sz="2000" b="0" i="0" dirty="0">
                <a:effectLst/>
                <a:latin typeface="-apple-system"/>
              </a:rPr>
              <a:t>】</a:t>
            </a:r>
            <a:r>
              <a:rPr lang="ja-JP" altLang="en-US" sz="2000" b="0" i="0" dirty="0">
                <a:effectLst/>
                <a:latin typeface="-apple-system"/>
              </a:rPr>
              <a:t>をご覧ください。</a:t>
            </a:r>
            <a:br>
              <a:rPr lang="ja-JP" altLang="en-US" sz="2000" dirty="0"/>
            </a:br>
            <a:endParaRPr lang="en-US" altLang="ja-JP" sz="2000" dirty="0"/>
          </a:p>
          <a:p>
            <a:pPr marL="0" indent="0">
              <a:buNone/>
            </a:pPr>
            <a:r>
              <a:rPr lang="ja-JP" altLang="en-US" sz="2400" b="0" i="0" dirty="0">
                <a:effectLst/>
                <a:latin typeface="-apple-system"/>
              </a:rPr>
              <a:t>食用油を捨てたい場合</a:t>
            </a:r>
            <a:br>
              <a:rPr lang="ja-JP" altLang="en-US" sz="1600" dirty="0"/>
            </a:br>
            <a:r>
              <a:rPr lang="ja-JP" altLang="en-US" sz="1600" dirty="0"/>
              <a:t>・</a:t>
            </a:r>
            <a:r>
              <a:rPr lang="ja-JP" altLang="en-US" sz="2000" b="0" i="0" dirty="0">
                <a:effectLst/>
                <a:latin typeface="-apple-system"/>
              </a:rPr>
              <a:t>工大祭当日の</a:t>
            </a:r>
            <a:r>
              <a:rPr lang="en-US" altLang="ja-JP" sz="2000" b="0" i="0" dirty="0">
                <a:effectLst/>
                <a:latin typeface="+mn-ea"/>
              </a:rPr>
              <a:t>17:00</a:t>
            </a:r>
            <a:r>
              <a:rPr lang="ja-JP" altLang="en-US" sz="2000" b="0" i="0" dirty="0">
                <a:effectLst/>
                <a:latin typeface="+mn-ea"/>
              </a:rPr>
              <a:t>～</a:t>
            </a:r>
            <a:r>
              <a:rPr lang="en-US" altLang="ja-JP" sz="2000" b="0" i="0" dirty="0">
                <a:effectLst/>
                <a:latin typeface="+mn-ea"/>
              </a:rPr>
              <a:t>19:00</a:t>
            </a:r>
            <a:r>
              <a:rPr lang="ja-JP" altLang="en-US" sz="2000" b="0" i="0" dirty="0">
                <a:effectLst/>
                <a:latin typeface="-apple-system"/>
              </a:rPr>
              <a:t>に実験廃液保管庫裏に設置してある缶に入れてください。</a:t>
            </a:r>
            <a:br>
              <a:rPr lang="ja-JP" altLang="en-US" sz="2000" dirty="0"/>
            </a:br>
            <a:r>
              <a:rPr lang="ja-JP" altLang="en-US" sz="2000" b="0" i="0" dirty="0">
                <a:effectLst/>
                <a:latin typeface="-apple-system"/>
              </a:rPr>
              <a:t>詳しい場所については</a:t>
            </a:r>
            <a:r>
              <a:rPr lang="en-US" altLang="ja-JP" sz="2000" b="0" i="0" dirty="0">
                <a:effectLst/>
                <a:latin typeface="-apple-system"/>
              </a:rPr>
              <a:t>【</a:t>
            </a:r>
            <a:r>
              <a:rPr lang="en-US" altLang="ja-JP" sz="2000" b="0" i="0" dirty="0">
                <a:effectLst/>
                <a:latin typeface="+mn-ea"/>
              </a:rPr>
              <a:t>TIPS</a:t>
            </a:r>
            <a:r>
              <a:rPr lang="ja-JP" altLang="en-US" sz="2000" b="0" i="0" dirty="0">
                <a:effectLst/>
                <a:latin typeface="+mn-ea"/>
              </a:rPr>
              <a:t>　</a:t>
            </a:r>
            <a:r>
              <a:rPr lang="en-US" altLang="ja-JP" sz="2000" b="0" i="0" dirty="0">
                <a:effectLst/>
                <a:latin typeface="+mn-ea"/>
              </a:rPr>
              <a:t>P.7</a:t>
            </a:r>
            <a:r>
              <a:rPr lang="en-US" altLang="ja-JP" sz="2000" b="0" i="0" dirty="0">
                <a:effectLst/>
                <a:latin typeface="-apple-system"/>
              </a:rPr>
              <a:t>】</a:t>
            </a:r>
            <a:r>
              <a:rPr lang="ja-JP" altLang="en-US" sz="2000" b="0" i="0" dirty="0">
                <a:effectLst/>
                <a:latin typeface="-apple-system"/>
              </a:rPr>
              <a:t>をご覧ください。</a:t>
            </a:r>
            <a:br>
              <a:rPr lang="ja-JP" altLang="en-US" sz="2000" dirty="0"/>
            </a:br>
            <a:r>
              <a:rPr lang="ja-JP" altLang="en-US" sz="2000" dirty="0"/>
              <a:t>・</a:t>
            </a:r>
            <a:r>
              <a:rPr lang="ja-JP" altLang="en-US" sz="2000" b="0" i="0" dirty="0">
                <a:effectLst/>
                <a:latin typeface="-apple-system"/>
              </a:rPr>
              <a:t>できるだけ揚げカスなどの不純物が混ざらないようにしてください。</a:t>
            </a:r>
            <a:br>
              <a:rPr lang="ja-JP" altLang="en-US" sz="2000" dirty="0"/>
            </a:br>
            <a:r>
              <a:rPr lang="ja-JP" altLang="en-US" sz="2000" dirty="0"/>
              <a:t>・</a:t>
            </a:r>
            <a:r>
              <a:rPr lang="ja-JP" altLang="en-US" sz="2000" b="0" i="0" dirty="0">
                <a:effectLst/>
                <a:latin typeface="-apple-system"/>
              </a:rPr>
              <a:t>必ず使用した日のうちに捨ててください。</a:t>
            </a:r>
            <a:br>
              <a:rPr lang="ja-JP" altLang="en-US" sz="2000" dirty="0"/>
            </a:br>
            <a:r>
              <a:rPr lang="ja-JP" altLang="en-US" sz="2000" dirty="0"/>
              <a:t>・</a:t>
            </a:r>
            <a:r>
              <a:rPr lang="ja-JP" altLang="en-US" sz="2000" b="0" i="0" dirty="0">
                <a:effectLst/>
                <a:latin typeface="-apple-system"/>
              </a:rPr>
              <a:t>油を持ち運ぶ際は工大祭実行委員会が配布したスチールバケツをご利用ください。</a:t>
            </a:r>
            <a:br>
              <a:rPr lang="ja-JP" altLang="en-US" sz="2000" dirty="0"/>
            </a:br>
            <a:r>
              <a:rPr lang="ja-JP" altLang="en-US" sz="2000" dirty="0"/>
              <a:t>・</a:t>
            </a:r>
            <a:r>
              <a:rPr lang="ja-JP" altLang="en-US" sz="2000" b="0" i="0" dirty="0">
                <a:effectLst/>
                <a:latin typeface="-apple-system"/>
              </a:rPr>
              <a:t>工大祭当日の</a:t>
            </a:r>
            <a:r>
              <a:rPr lang="en-US" altLang="ja-JP" sz="2000" b="0" i="0" dirty="0">
                <a:effectLst/>
                <a:latin typeface="+mn-ea"/>
              </a:rPr>
              <a:t>17:00</a:t>
            </a:r>
            <a:r>
              <a:rPr lang="ja-JP" altLang="en-US" sz="2000" b="0" i="0" dirty="0">
                <a:effectLst/>
                <a:latin typeface="+mn-ea"/>
              </a:rPr>
              <a:t>～</a:t>
            </a:r>
            <a:r>
              <a:rPr lang="en-US" altLang="ja-JP" sz="2000" b="0" i="0" dirty="0">
                <a:effectLst/>
                <a:latin typeface="+mn-ea"/>
              </a:rPr>
              <a:t>19:00</a:t>
            </a:r>
            <a:r>
              <a:rPr lang="ja-JP" altLang="en-US" sz="2000" b="0" i="0" dirty="0">
                <a:effectLst/>
                <a:latin typeface="-apple-system"/>
              </a:rPr>
              <a:t>に、油運搬用のペール缶を貸し出しております。缶の借用をご希望の場合は、参加団体認定証を持って、実験廃液保管庫までお越しください。</a:t>
            </a:r>
            <a:br>
              <a:rPr lang="ja-JP" altLang="en-US" sz="2000" dirty="0"/>
            </a:br>
            <a:r>
              <a:rPr lang="en-US" altLang="ja-JP" sz="2000" b="0" i="0" dirty="0">
                <a:effectLst/>
                <a:latin typeface="-apple-system"/>
              </a:rPr>
              <a:t>※</a:t>
            </a:r>
            <a:r>
              <a:rPr lang="ja-JP" altLang="en-US" sz="2000" b="0" i="0" dirty="0">
                <a:effectLst/>
                <a:latin typeface="-apple-system"/>
              </a:rPr>
              <a:t>絶対にガソリンと食用油は混ぜないでください。</a:t>
            </a:r>
            <a:br>
              <a:rPr lang="ja-JP" altLang="en-US" sz="2000"/>
            </a:br>
            <a:r>
              <a:rPr lang="en-US" altLang="ja-JP" sz="2000" b="0" i="0" dirty="0">
                <a:effectLst/>
                <a:latin typeface="-apple-system"/>
              </a:rPr>
              <a:t>※</a:t>
            </a:r>
            <a:r>
              <a:rPr lang="ja-JP" altLang="en-US" sz="2000" b="0" i="0">
                <a:effectLst/>
                <a:latin typeface="-apple-system"/>
              </a:rPr>
              <a:t>ガソリン</a:t>
            </a:r>
            <a:r>
              <a:rPr lang="ja-JP" altLang="en-US" sz="2000" b="0" i="0" dirty="0">
                <a:effectLst/>
                <a:latin typeface="-apple-system"/>
              </a:rPr>
              <a:t>と食用油以外の油は回収を行っていません。使用する場合は各団体の責任で</a:t>
            </a:r>
            <a:r>
              <a:rPr lang="ja-JP" altLang="en-US" sz="2000" b="0" i="0">
                <a:effectLst/>
                <a:latin typeface="-apple-system"/>
              </a:rPr>
              <a:t>引火の</a:t>
            </a:r>
            <a:br>
              <a:rPr lang="en-US" altLang="ja-JP" sz="2000" b="0" i="0" dirty="0">
                <a:effectLst/>
                <a:latin typeface="-apple-system"/>
              </a:rPr>
            </a:br>
            <a:r>
              <a:rPr lang="ja-JP" altLang="en-US" sz="2000" b="0" i="0">
                <a:effectLst/>
                <a:latin typeface="-apple-system"/>
              </a:rPr>
              <a:t>　恐れ</a:t>
            </a:r>
            <a:r>
              <a:rPr lang="ja-JP" altLang="en-US" sz="2000" b="0" i="0" dirty="0">
                <a:effectLst/>
                <a:latin typeface="-apple-system"/>
              </a:rPr>
              <a:t>のない安全な場所に保管しておいてください。</a:t>
            </a:r>
            <a:endParaRPr kumimoji="1" lang="en-US" altLang="ja-JP" sz="2000" dirty="0"/>
          </a:p>
        </p:txBody>
      </p:sp>
    </p:spTree>
    <p:extLst>
      <p:ext uri="{BB962C8B-B14F-4D97-AF65-F5344CB8AC3E}">
        <p14:creationId xmlns:p14="http://schemas.microsoft.com/office/powerpoint/2010/main" val="23749258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木材ゴミ</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ゴミ処理</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algn="l"/>
            <a:r>
              <a:rPr lang="ja-JP" altLang="en-US" b="0" i="0" dirty="0">
                <a:effectLst/>
                <a:latin typeface="-apple-system"/>
              </a:rPr>
              <a:t>不要な木材ゴミについては、下記の表に挙げる種類の未使用のものに関しては、</a:t>
            </a:r>
            <a:r>
              <a:rPr lang="en-US" altLang="ja-JP" b="0" i="0" dirty="0">
                <a:effectLst/>
                <a:latin typeface="+mn-ea"/>
              </a:rPr>
              <a:t>10</a:t>
            </a:r>
            <a:r>
              <a:rPr lang="ja-JP" altLang="en-US" b="0" i="0" dirty="0">
                <a:effectLst/>
                <a:latin typeface="+mn-ea"/>
              </a:rPr>
              <a:t>月</a:t>
            </a:r>
            <a:r>
              <a:rPr lang="en-US" altLang="ja-JP" b="0" i="0" dirty="0">
                <a:effectLst/>
                <a:latin typeface="+mn-ea"/>
              </a:rPr>
              <a:t>30</a:t>
            </a:r>
            <a:r>
              <a:rPr lang="ja-JP" altLang="en-US" b="0" i="0" dirty="0">
                <a:effectLst/>
                <a:latin typeface="+mn-ea"/>
              </a:rPr>
              <a:t>日</a:t>
            </a:r>
            <a:r>
              <a:rPr lang="en-US" altLang="ja-JP" b="0" i="0" dirty="0">
                <a:effectLst/>
                <a:latin typeface="+mn-ea"/>
              </a:rPr>
              <a:t>(</a:t>
            </a:r>
            <a:r>
              <a:rPr lang="ja-JP" altLang="en-US" b="0" i="0" dirty="0">
                <a:effectLst/>
                <a:latin typeface="+mn-ea"/>
              </a:rPr>
              <a:t>日</a:t>
            </a:r>
            <a:r>
              <a:rPr lang="en-US" altLang="ja-JP" b="0" i="0" dirty="0">
                <a:effectLst/>
                <a:latin typeface="+mn-ea"/>
              </a:rPr>
              <a:t>)17:00</a:t>
            </a:r>
            <a:r>
              <a:rPr lang="ja-JP" altLang="en-US" b="0" i="0" dirty="0">
                <a:effectLst/>
                <a:latin typeface="+mn-ea"/>
              </a:rPr>
              <a:t>～</a:t>
            </a:r>
            <a:r>
              <a:rPr lang="en-US" altLang="ja-JP" b="0" i="0" dirty="0">
                <a:effectLst/>
                <a:latin typeface="+mn-ea"/>
              </a:rPr>
              <a:t>19:00</a:t>
            </a:r>
            <a:r>
              <a:rPr lang="ja-JP" altLang="en-US" b="0" i="0" dirty="0">
                <a:effectLst/>
                <a:latin typeface="+mn-ea"/>
              </a:rPr>
              <a:t>に</a:t>
            </a:r>
            <a:r>
              <a:rPr lang="ja-JP" altLang="en-US" b="0" i="0" dirty="0">
                <a:effectLst/>
                <a:latin typeface="-apple-system"/>
              </a:rPr>
              <a:t>セブンイレブン前の</a:t>
            </a:r>
            <a:r>
              <a:rPr lang="en-US" altLang="ja-JP" b="0" i="0" dirty="0">
                <a:effectLst/>
                <a:latin typeface="+mn-ea"/>
              </a:rPr>
              <a:t>Meister</a:t>
            </a:r>
            <a:r>
              <a:rPr lang="ja-JP" altLang="en-US" b="0" i="0" dirty="0">
                <a:effectLst/>
                <a:latin typeface="-apple-system"/>
              </a:rPr>
              <a:t>倉庫まで持って来てください。</a:t>
            </a:r>
            <a:br>
              <a:rPr lang="ja-JP" altLang="en-US" b="0" i="0" dirty="0">
                <a:effectLst/>
                <a:latin typeface="-apple-system"/>
              </a:rPr>
            </a:br>
            <a:r>
              <a:rPr lang="ja-JP" altLang="en-US" b="0" i="0" dirty="0">
                <a:effectLst/>
                <a:latin typeface="-apple-system"/>
              </a:rPr>
              <a:t>それ以外のものにつきましては、釘やホチキスの針を取り除いた状態で、</a:t>
            </a:r>
            <a:r>
              <a:rPr lang="en-US" altLang="ja-JP" b="0" i="0" dirty="0">
                <a:effectLst/>
                <a:latin typeface="+mn-ea"/>
              </a:rPr>
              <a:t>30cm</a:t>
            </a:r>
            <a:r>
              <a:rPr lang="ja-JP" altLang="en-US" b="0" i="0" dirty="0">
                <a:effectLst/>
                <a:latin typeface="-apple-system"/>
              </a:rPr>
              <a:t>以下になるように切断してから白いゴミ袋に入れ</a:t>
            </a:r>
            <a:r>
              <a:rPr lang="ja-JP" altLang="en-US" b="0" i="0">
                <a:effectLst/>
                <a:latin typeface="-apple-system"/>
              </a:rPr>
              <a:t>、燃やす</a:t>
            </a:r>
            <a:br>
              <a:rPr lang="en-US" altLang="ja-JP" b="0" i="0" dirty="0">
                <a:effectLst/>
                <a:latin typeface="-apple-system"/>
              </a:rPr>
            </a:br>
            <a:r>
              <a:rPr lang="ja-JP" altLang="en-US" b="0" i="0">
                <a:effectLst/>
                <a:latin typeface="-apple-system"/>
              </a:rPr>
              <a:t>ごみ</a:t>
            </a:r>
            <a:r>
              <a:rPr lang="ja-JP" altLang="en-US" b="0" i="0" dirty="0">
                <a:effectLst/>
                <a:latin typeface="-apple-system"/>
              </a:rPr>
              <a:t>として集積場にお持ちいただくか、各団体で処理して</a:t>
            </a:r>
            <a:r>
              <a:rPr lang="ja-JP" altLang="en-US" b="0" i="0">
                <a:effectLst/>
                <a:latin typeface="-apple-system"/>
              </a:rPr>
              <a:t>ください。</a:t>
            </a:r>
            <a:br>
              <a:rPr lang="en-US" altLang="ja-JP" b="0" i="0" dirty="0">
                <a:effectLst/>
                <a:latin typeface="-apple-system"/>
              </a:rPr>
            </a:br>
            <a:endParaRPr lang="en-US" altLang="ja-JP" dirty="0">
              <a:latin typeface="-apple-system"/>
            </a:endParaRPr>
          </a:p>
          <a:p>
            <a:pPr algn="l"/>
            <a:r>
              <a:rPr lang="ja-JP" altLang="en-US" b="0" i="0" dirty="0">
                <a:effectLst/>
                <a:latin typeface="-apple-system"/>
              </a:rPr>
              <a:t> 工大祭実行委員会では、看板などを解体、切断するための工具類の貸し出しは行って</a:t>
            </a:r>
            <a:r>
              <a:rPr lang="ja-JP" altLang="en-US" b="0" i="0">
                <a:effectLst/>
                <a:latin typeface="-apple-system"/>
              </a:rPr>
              <a:t>いません。</a:t>
            </a:r>
            <a:br>
              <a:rPr lang="en-US" altLang="ja-JP" b="0" i="0" dirty="0">
                <a:effectLst/>
                <a:latin typeface="-apple-system"/>
              </a:rPr>
            </a:br>
            <a:endParaRPr lang="en-US" altLang="ja-JP" dirty="0">
              <a:latin typeface="-apple-system"/>
            </a:endParaRPr>
          </a:p>
          <a:p>
            <a:pPr algn="l"/>
            <a:r>
              <a:rPr lang="ja-JP" altLang="en-US" b="0" i="0" dirty="0">
                <a:effectLst/>
                <a:latin typeface="-apple-system"/>
              </a:rPr>
              <a:t>看板は可能な限り廃棄せず、来年度以降もご活用ください。</a:t>
            </a:r>
          </a:p>
          <a:p>
            <a:pPr algn="l"/>
            <a:endParaRPr lang="en-US" altLang="ja-JP" b="0" i="0" dirty="0">
              <a:solidFill>
                <a:srgbClr val="333333"/>
              </a:solidFill>
              <a:effectLst/>
              <a:latin typeface="-apple-system"/>
            </a:endParaRPr>
          </a:p>
          <a:p>
            <a:pPr marL="0" indent="0">
              <a:buNone/>
            </a:pPr>
            <a:endParaRPr kumimoji="1" lang="en-US" altLang="ja-JP" sz="2400" dirty="0"/>
          </a:p>
        </p:txBody>
      </p:sp>
    </p:spTree>
    <p:extLst>
      <p:ext uri="{BB962C8B-B14F-4D97-AF65-F5344CB8AC3E}">
        <p14:creationId xmlns:p14="http://schemas.microsoft.com/office/powerpoint/2010/main" val="23188756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ワイヤレスマイクなどの借用物品</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62</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lnSpcReduction="10000"/>
          </a:bodyPr>
          <a:lstStyle/>
          <a:p>
            <a:pPr marL="0" indent="0">
              <a:buNone/>
            </a:pPr>
            <a:r>
              <a:rPr lang="ja-JP" altLang="en-US" sz="2400" b="0" i="0" dirty="0">
                <a:effectLst/>
                <a:latin typeface="-apple-system"/>
              </a:rPr>
              <a:t>受取</a:t>
            </a:r>
            <a:br>
              <a:rPr lang="ja-JP" altLang="en-US" sz="1600" dirty="0"/>
            </a:br>
            <a:r>
              <a:rPr lang="en-US" altLang="ja-JP" sz="1600" b="0" i="0" dirty="0">
                <a:effectLst/>
                <a:latin typeface="-apple-system"/>
              </a:rPr>
              <a:t>【</a:t>
            </a:r>
            <a:r>
              <a:rPr lang="ja-JP" altLang="en-US" sz="1600" b="0" i="0" dirty="0">
                <a:effectLst/>
                <a:latin typeface="-apple-system"/>
              </a:rPr>
              <a:t>日時</a:t>
            </a:r>
            <a:r>
              <a:rPr lang="en-US" altLang="ja-JP" sz="1600" b="0" i="0" dirty="0">
                <a:effectLst/>
                <a:latin typeface="-apple-system"/>
              </a:rPr>
              <a:t>】</a:t>
            </a:r>
            <a:r>
              <a:rPr lang="ja-JP" altLang="en-US" sz="1600" b="0" i="0">
                <a:effectLst/>
                <a:latin typeface="-apple-system"/>
              </a:rPr>
              <a:t>　</a:t>
            </a:r>
            <a:r>
              <a:rPr lang="en-US" altLang="ja-JP" sz="2400" dirty="0">
                <a:latin typeface="-apple-system"/>
              </a:rPr>
              <a:t>	</a:t>
            </a:r>
            <a:r>
              <a:rPr lang="en-US" altLang="ja-JP" sz="2400" b="0" i="0" dirty="0">
                <a:effectLst/>
                <a:latin typeface="+mn-ea"/>
              </a:rPr>
              <a:t>10</a:t>
            </a:r>
            <a:r>
              <a:rPr lang="ja-JP" altLang="en-US" sz="2400" b="0" i="0" dirty="0">
                <a:effectLst/>
                <a:latin typeface="+mn-ea"/>
              </a:rPr>
              <a:t>月</a:t>
            </a:r>
            <a:r>
              <a:rPr lang="en-US" altLang="ja-JP" sz="2400" b="0" i="0" dirty="0">
                <a:effectLst/>
                <a:latin typeface="+mn-ea"/>
              </a:rPr>
              <a:t>29</a:t>
            </a:r>
            <a:r>
              <a:rPr lang="ja-JP" altLang="en-US" sz="2400" b="0" i="0" dirty="0">
                <a:effectLst/>
                <a:latin typeface="+mn-ea"/>
              </a:rPr>
              <a:t>日</a:t>
            </a:r>
            <a:r>
              <a:rPr lang="en-US" altLang="ja-JP" sz="2400" b="0" i="0" dirty="0">
                <a:effectLst/>
                <a:latin typeface="+mn-ea"/>
              </a:rPr>
              <a:t>(</a:t>
            </a:r>
            <a:r>
              <a:rPr lang="ja-JP" altLang="en-US" sz="2400" b="0" i="0" dirty="0">
                <a:effectLst/>
                <a:latin typeface="+mn-ea"/>
              </a:rPr>
              <a:t>土</a:t>
            </a:r>
            <a:r>
              <a:rPr lang="en-US" altLang="ja-JP" sz="2400" b="0" i="0" dirty="0">
                <a:effectLst/>
                <a:latin typeface="+mn-ea"/>
              </a:rPr>
              <a:t>)</a:t>
            </a:r>
            <a:r>
              <a:rPr lang="ja-JP" altLang="en-US" sz="2400" b="0" i="0" dirty="0">
                <a:effectLst/>
                <a:latin typeface="+mn-ea"/>
              </a:rPr>
              <a:t>、</a:t>
            </a:r>
            <a:r>
              <a:rPr lang="en-US" altLang="ja-JP" sz="2400" b="0" i="0" dirty="0">
                <a:effectLst/>
                <a:latin typeface="+mn-ea"/>
              </a:rPr>
              <a:t>10</a:t>
            </a:r>
            <a:r>
              <a:rPr lang="ja-JP" altLang="en-US" sz="2400" b="0" i="0" dirty="0">
                <a:effectLst/>
                <a:latin typeface="+mn-ea"/>
              </a:rPr>
              <a:t>月</a:t>
            </a:r>
            <a:r>
              <a:rPr lang="en-US" altLang="ja-JP" sz="2400" b="0" i="0" dirty="0">
                <a:effectLst/>
                <a:latin typeface="+mn-ea"/>
              </a:rPr>
              <a:t>30</a:t>
            </a:r>
            <a:r>
              <a:rPr lang="ja-JP" altLang="en-US" sz="2400" b="0" i="0" dirty="0">
                <a:effectLst/>
                <a:latin typeface="+mn-ea"/>
              </a:rPr>
              <a:t>日</a:t>
            </a:r>
            <a:r>
              <a:rPr lang="en-US" altLang="ja-JP" sz="2400" b="0" i="0" dirty="0">
                <a:effectLst/>
                <a:latin typeface="+mn-ea"/>
              </a:rPr>
              <a:t>(</a:t>
            </a:r>
            <a:r>
              <a:rPr lang="ja-JP" altLang="en-US" sz="2400" b="0" i="0" dirty="0">
                <a:effectLst/>
                <a:latin typeface="+mn-ea"/>
              </a:rPr>
              <a:t>日</a:t>
            </a:r>
            <a:r>
              <a:rPr lang="en-US" altLang="ja-JP" sz="2400" b="0" i="0" dirty="0">
                <a:effectLst/>
                <a:latin typeface="+mn-ea"/>
              </a:rPr>
              <a:t>) 9:00</a:t>
            </a:r>
            <a:r>
              <a:rPr lang="ja-JP" altLang="en-US" sz="2400" b="0" i="0" dirty="0">
                <a:effectLst/>
                <a:latin typeface="+mn-ea"/>
              </a:rPr>
              <a:t>～</a:t>
            </a:r>
            <a:br>
              <a:rPr lang="ja-JP" altLang="en-US" sz="2400" dirty="0">
                <a:latin typeface="+mn-ea"/>
              </a:rPr>
            </a:br>
            <a:r>
              <a:rPr lang="ja-JP" altLang="en-US" sz="1600" b="0" i="0">
                <a:effectLst/>
                <a:latin typeface="-apple-system"/>
              </a:rPr>
              <a:t>　　　　　</a:t>
            </a:r>
            <a:r>
              <a:rPr lang="en-US" altLang="ja-JP" sz="1600" b="0" i="0" dirty="0">
                <a:effectLst/>
                <a:latin typeface="-apple-system"/>
              </a:rPr>
              <a:t>	(</a:t>
            </a:r>
            <a:r>
              <a:rPr lang="ja-JP" altLang="en-US" sz="1600" b="0" i="0" dirty="0">
                <a:effectLst/>
                <a:latin typeface="-apple-system"/>
              </a:rPr>
              <a:t>ワイヤレスマイクは企画実施の１時間前から</a:t>
            </a:r>
            <a:r>
              <a:rPr lang="en-US" altLang="ja-JP" sz="1600" b="0" i="0" dirty="0">
                <a:effectLst/>
                <a:latin typeface="-apple-system"/>
              </a:rPr>
              <a:t>)</a:t>
            </a:r>
            <a:br>
              <a:rPr lang="ja-JP" altLang="en-US" sz="1600" dirty="0"/>
            </a:br>
            <a:r>
              <a:rPr lang="en-US" altLang="ja-JP" sz="1600" b="0" i="0" dirty="0">
                <a:effectLst/>
                <a:latin typeface="-apple-system"/>
              </a:rPr>
              <a:t>【</a:t>
            </a:r>
            <a:r>
              <a:rPr lang="ja-JP" altLang="en-US" sz="1600" b="0" i="0">
                <a:effectLst/>
                <a:latin typeface="-apple-system"/>
              </a:rPr>
              <a:t>場所</a:t>
            </a:r>
            <a:r>
              <a:rPr lang="en-US" altLang="ja-JP" sz="1600" b="0" i="0" dirty="0">
                <a:effectLst/>
                <a:latin typeface="-apple-system"/>
              </a:rPr>
              <a:t>】</a:t>
            </a:r>
            <a:r>
              <a:rPr lang="en-US" altLang="ja-JP" sz="1600" dirty="0">
                <a:latin typeface="-apple-system"/>
              </a:rPr>
              <a:t>	</a:t>
            </a:r>
            <a:r>
              <a:rPr lang="ja-JP" altLang="en-US" sz="2400" b="0" i="0">
                <a:effectLst/>
                <a:latin typeface="-apple-system"/>
              </a:rPr>
              <a:t>工大祭</a:t>
            </a:r>
            <a:r>
              <a:rPr lang="ja-JP" altLang="en-US" sz="2400" b="0" i="0" dirty="0">
                <a:effectLst/>
                <a:latin typeface="-apple-system"/>
              </a:rPr>
              <a:t>実行委員会室</a:t>
            </a:r>
            <a:br>
              <a:rPr lang="ja-JP" altLang="en-US" sz="2400" dirty="0"/>
            </a:br>
            <a:r>
              <a:rPr lang="en-US" altLang="ja-JP" sz="1600" b="0" i="0" dirty="0">
                <a:effectLst/>
                <a:latin typeface="-apple-system"/>
              </a:rPr>
              <a:t>【</a:t>
            </a:r>
            <a:r>
              <a:rPr lang="ja-JP" altLang="en-US" sz="1600" b="0" i="0">
                <a:effectLst/>
                <a:latin typeface="-apple-system"/>
              </a:rPr>
              <a:t>持ち物</a:t>
            </a:r>
            <a:r>
              <a:rPr lang="en-US" altLang="ja-JP" sz="1600" b="0" i="0" dirty="0">
                <a:effectLst/>
                <a:latin typeface="-apple-system"/>
              </a:rPr>
              <a:t>】</a:t>
            </a:r>
            <a:r>
              <a:rPr lang="en-US" altLang="ja-JP" sz="1600" dirty="0">
                <a:latin typeface="-apple-system"/>
              </a:rPr>
              <a:t>	</a:t>
            </a:r>
            <a:r>
              <a:rPr lang="ja-JP" altLang="en-US" sz="2400" b="0" i="0">
                <a:effectLst/>
                <a:latin typeface="-apple-system"/>
              </a:rPr>
              <a:t>参加</a:t>
            </a:r>
            <a:r>
              <a:rPr lang="ja-JP" altLang="en-US" sz="2400" b="0" i="0" dirty="0">
                <a:effectLst/>
                <a:latin typeface="-apple-system"/>
              </a:rPr>
              <a:t>団体認定証</a:t>
            </a:r>
            <a:br>
              <a:rPr lang="ja-JP" altLang="en-US" sz="2400" dirty="0"/>
            </a:br>
            <a:r>
              <a:rPr lang="ja-JP" altLang="en-US" sz="1600" b="0" i="0" dirty="0">
                <a:effectLst/>
                <a:latin typeface="-apple-system"/>
              </a:rPr>
              <a:t> 受け取りの際に物品貸出証を発行いたします。返却の際に必ずお持ちください。</a:t>
            </a:r>
            <a:endParaRPr lang="en-US" altLang="ja-JP" sz="1600" b="0" i="0" dirty="0">
              <a:effectLst/>
              <a:latin typeface="-apple-system"/>
            </a:endParaRPr>
          </a:p>
          <a:p>
            <a:r>
              <a:rPr lang="en-US" altLang="ja-JP" sz="1600" b="0" i="0" dirty="0">
                <a:effectLst/>
                <a:latin typeface="+mn-ea"/>
              </a:rPr>
              <a:t>70</a:t>
            </a:r>
            <a:r>
              <a:rPr lang="ja-JP" altLang="en-US" sz="1600" b="0" i="0" dirty="0">
                <a:effectLst/>
                <a:latin typeface="-apple-system"/>
              </a:rPr>
              <a:t>周年記念講堂でワイヤレスマイクを使用される団体には、使用を希望する時刻の</a:t>
            </a:r>
            <a:r>
              <a:rPr lang="en-US" altLang="ja-JP" sz="1600" b="0" i="0" dirty="0">
                <a:effectLst/>
                <a:latin typeface="+mn-ea"/>
              </a:rPr>
              <a:t>1</a:t>
            </a:r>
            <a:r>
              <a:rPr lang="ja-JP" altLang="en-US" sz="1600" b="0" i="0" dirty="0">
                <a:effectLst/>
                <a:latin typeface="+mn-ea"/>
              </a:rPr>
              <a:t>時間前に</a:t>
            </a:r>
            <a:r>
              <a:rPr lang="en-US" altLang="ja-JP" sz="1600" b="0" i="0" dirty="0">
                <a:effectLst/>
                <a:latin typeface="+mn-ea"/>
              </a:rPr>
              <a:t>70</a:t>
            </a:r>
            <a:r>
              <a:rPr lang="ja-JP" altLang="en-US" sz="1600" b="0" i="0" dirty="0">
                <a:effectLst/>
                <a:latin typeface="-apple-system"/>
              </a:rPr>
              <a:t>周年記念</a:t>
            </a:r>
            <a:r>
              <a:rPr lang="ja-JP" altLang="en-US" sz="1600" b="0" i="0">
                <a:effectLst/>
                <a:latin typeface="-apple-system"/>
              </a:rPr>
              <a:t>講堂で</a:t>
            </a:r>
            <a:br>
              <a:rPr lang="en-US" altLang="ja-JP" sz="1600" b="0" i="0" dirty="0">
                <a:effectLst/>
                <a:latin typeface="-apple-system"/>
              </a:rPr>
            </a:br>
            <a:r>
              <a:rPr lang="ja-JP" altLang="en-US" sz="1600" b="0" i="0">
                <a:effectLst/>
                <a:latin typeface="-apple-system"/>
              </a:rPr>
              <a:t>受け渡し</a:t>
            </a:r>
            <a:r>
              <a:rPr lang="ja-JP" altLang="en-US" sz="1600" b="0" i="0" dirty="0">
                <a:effectLst/>
                <a:latin typeface="-apple-system"/>
              </a:rPr>
              <a:t>を行います。</a:t>
            </a:r>
            <a:endParaRPr lang="en-US" altLang="ja-JP" sz="1600" b="0" i="0" dirty="0">
              <a:effectLst/>
              <a:latin typeface="-apple-system"/>
            </a:endParaRPr>
          </a:p>
          <a:p>
            <a:r>
              <a:rPr lang="ja-JP" altLang="en-US" sz="1600" b="0" i="0" dirty="0">
                <a:effectLst/>
                <a:latin typeface="-apple-system"/>
              </a:rPr>
              <a:t> 借用物品を破損、紛失した場合、すぐに工大祭実行委員会室までご連絡ください。</a:t>
            </a:r>
            <a:endParaRPr lang="en-US" altLang="ja-JP" sz="1600" b="0" i="0" dirty="0">
              <a:effectLst/>
              <a:latin typeface="-apple-system"/>
            </a:endParaRPr>
          </a:p>
          <a:p>
            <a:r>
              <a:rPr lang="ja-JP" altLang="en-US" sz="1600" b="0" i="0" dirty="0">
                <a:effectLst/>
                <a:latin typeface="-apple-system"/>
              </a:rPr>
              <a:t> </a:t>
            </a:r>
            <a:r>
              <a:rPr lang="en-US" altLang="ja-JP" sz="1600" b="0" i="0" dirty="0">
                <a:effectLst/>
                <a:latin typeface="+mn-ea"/>
              </a:rPr>
              <a:t>10</a:t>
            </a:r>
            <a:r>
              <a:rPr lang="ja-JP" altLang="en-US" sz="1600" b="0" i="0" dirty="0">
                <a:effectLst/>
                <a:latin typeface="+mn-ea"/>
              </a:rPr>
              <a:t>月</a:t>
            </a:r>
            <a:r>
              <a:rPr lang="en-US" altLang="ja-JP" sz="1600" b="0" i="0" dirty="0">
                <a:effectLst/>
                <a:latin typeface="+mn-ea"/>
              </a:rPr>
              <a:t>29</a:t>
            </a:r>
            <a:r>
              <a:rPr lang="ja-JP" altLang="en-US" sz="1600" b="0" i="0" dirty="0">
                <a:effectLst/>
                <a:latin typeface="+mn-ea"/>
              </a:rPr>
              <a:t>日</a:t>
            </a:r>
            <a:r>
              <a:rPr lang="en-US" altLang="ja-JP" sz="1600" b="0" i="0" dirty="0">
                <a:effectLst/>
                <a:latin typeface="+mn-ea"/>
              </a:rPr>
              <a:t>(</a:t>
            </a:r>
            <a:r>
              <a:rPr lang="ja-JP" altLang="en-US" sz="1600" b="0" i="0" dirty="0">
                <a:effectLst/>
                <a:latin typeface="+mn-ea"/>
              </a:rPr>
              <a:t>土</a:t>
            </a:r>
            <a:r>
              <a:rPr lang="en-US" altLang="ja-JP" sz="1600" b="0" i="0" dirty="0">
                <a:effectLst/>
                <a:latin typeface="+mn-ea"/>
              </a:rPr>
              <a:t>) 9:00</a:t>
            </a:r>
            <a:r>
              <a:rPr lang="ja-JP" altLang="en-US" sz="1600" b="0" i="0" dirty="0">
                <a:effectLst/>
                <a:latin typeface="-apple-system"/>
              </a:rPr>
              <a:t>より前に長机・椅子以外の借用物品の使用を希望される団体に関しましては、工大祭実行委員会が指定する時間・場所で受け渡しを行います。メールでの連絡をご確認ください。</a:t>
            </a:r>
            <a:endParaRPr lang="en-US" altLang="ja-JP" sz="1600" b="0" i="0" dirty="0">
              <a:effectLst/>
              <a:latin typeface="-apple-system"/>
            </a:endParaRPr>
          </a:p>
          <a:p>
            <a:pPr marL="0" indent="0">
              <a:buNone/>
            </a:pPr>
            <a:r>
              <a:rPr lang="ja-JP" altLang="en-US" sz="2400" b="0" i="0" dirty="0">
                <a:effectLst/>
                <a:latin typeface="-apple-system"/>
              </a:rPr>
              <a:t>返却</a:t>
            </a:r>
            <a:br>
              <a:rPr lang="ja-JP" altLang="en-US" sz="1600" dirty="0"/>
            </a:br>
            <a:r>
              <a:rPr lang="en-US" altLang="ja-JP" sz="1600" b="0" i="0" dirty="0">
                <a:effectLst/>
                <a:latin typeface="-apple-system"/>
              </a:rPr>
              <a:t>【</a:t>
            </a:r>
            <a:r>
              <a:rPr lang="ja-JP" altLang="en-US" sz="1600" b="0" i="0">
                <a:effectLst/>
                <a:latin typeface="-apple-system"/>
              </a:rPr>
              <a:t>日時</a:t>
            </a:r>
            <a:r>
              <a:rPr lang="en-US" altLang="ja-JP" sz="1600" b="0" i="0" dirty="0">
                <a:effectLst/>
                <a:latin typeface="-apple-system"/>
              </a:rPr>
              <a:t>】</a:t>
            </a:r>
            <a:r>
              <a:rPr lang="en-US" altLang="ja-JP" sz="1600" dirty="0">
                <a:latin typeface="-apple-system"/>
              </a:rPr>
              <a:t>	</a:t>
            </a:r>
            <a:r>
              <a:rPr lang="ja-JP" altLang="en-US" sz="2400" b="0" i="0">
                <a:effectLst/>
                <a:latin typeface="-apple-system"/>
              </a:rPr>
              <a:t>各日</a:t>
            </a:r>
            <a:r>
              <a:rPr lang="ja-JP" altLang="en-US" sz="2400" b="0" i="0" dirty="0">
                <a:effectLst/>
                <a:latin typeface="-apple-system"/>
              </a:rPr>
              <a:t>とも、企画終了後すぐ</a:t>
            </a:r>
            <a:br>
              <a:rPr lang="ja-JP" altLang="en-US" sz="1600" dirty="0"/>
            </a:br>
            <a:r>
              <a:rPr lang="en-US" altLang="ja-JP" sz="1600" b="0" i="0" dirty="0">
                <a:effectLst/>
                <a:latin typeface="-apple-system"/>
              </a:rPr>
              <a:t>【</a:t>
            </a:r>
            <a:r>
              <a:rPr lang="ja-JP" altLang="en-US" sz="1600" b="0" i="0">
                <a:effectLst/>
                <a:latin typeface="-apple-system"/>
              </a:rPr>
              <a:t>場所</a:t>
            </a:r>
            <a:r>
              <a:rPr lang="en-US" altLang="ja-JP" sz="1600" b="0" i="0" dirty="0">
                <a:effectLst/>
                <a:latin typeface="-apple-system"/>
              </a:rPr>
              <a:t>】</a:t>
            </a:r>
            <a:r>
              <a:rPr lang="en-US" altLang="ja-JP" sz="1600" dirty="0">
                <a:latin typeface="-apple-system"/>
              </a:rPr>
              <a:t>	</a:t>
            </a:r>
            <a:r>
              <a:rPr lang="ja-JP" altLang="en-US" sz="2400" b="0" i="0">
                <a:effectLst/>
                <a:latin typeface="-apple-system"/>
              </a:rPr>
              <a:t>工大祭</a:t>
            </a:r>
            <a:r>
              <a:rPr lang="ja-JP" altLang="en-US" sz="2400" b="0" i="0" dirty="0">
                <a:effectLst/>
                <a:latin typeface="-apple-system"/>
              </a:rPr>
              <a:t>実行委員会室</a:t>
            </a:r>
            <a:br>
              <a:rPr lang="ja-JP" altLang="en-US" sz="1600" dirty="0"/>
            </a:br>
            <a:r>
              <a:rPr lang="en-US" altLang="ja-JP" sz="1600" b="0" i="0" dirty="0">
                <a:effectLst/>
                <a:latin typeface="-apple-system"/>
              </a:rPr>
              <a:t>【</a:t>
            </a:r>
            <a:r>
              <a:rPr lang="ja-JP" altLang="en-US" sz="1600" b="0" i="0">
                <a:effectLst/>
                <a:latin typeface="-apple-system"/>
              </a:rPr>
              <a:t>持ち物</a:t>
            </a:r>
            <a:r>
              <a:rPr lang="en-US" altLang="ja-JP" sz="1600" b="0" i="0" dirty="0">
                <a:effectLst/>
                <a:latin typeface="-apple-system"/>
              </a:rPr>
              <a:t>】</a:t>
            </a:r>
            <a:r>
              <a:rPr lang="en-US" altLang="ja-JP" sz="1600" dirty="0">
                <a:latin typeface="-apple-system"/>
              </a:rPr>
              <a:t>	</a:t>
            </a:r>
            <a:r>
              <a:rPr lang="ja-JP" altLang="en-US" sz="2400" b="0" i="0">
                <a:effectLst/>
                <a:latin typeface="-apple-system"/>
              </a:rPr>
              <a:t>借用</a:t>
            </a:r>
            <a:r>
              <a:rPr lang="ja-JP" altLang="en-US" sz="2400" b="0" i="0" dirty="0">
                <a:effectLst/>
                <a:latin typeface="-apple-system"/>
              </a:rPr>
              <a:t>物品</a:t>
            </a:r>
            <a:r>
              <a:rPr lang="en-US" altLang="ja-JP" sz="2400" b="0" i="0" dirty="0">
                <a:effectLst/>
                <a:latin typeface="-apple-system"/>
              </a:rPr>
              <a:t>(</a:t>
            </a:r>
            <a:r>
              <a:rPr lang="ja-JP" altLang="en-US" sz="2400" b="0" i="0" dirty="0">
                <a:effectLst/>
                <a:latin typeface="-apple-system"/>
              </a:rPr>
              <a:t>長机・椅子を除く</a:t>
            </a:r>
            <a:r>
              <a:rPr lang="en-US" altLang="ja-JP" sz="2400" b="0" i="0" dirty="0">
                <a:effectLst/>
                <a:latin typeface="-apple-system"/>
              </a:rPr>
              <a:t>)</a:t>
            </a:r>
            <a:r>
              <a:rPr lang="ja-JP" altLang="en-US" sz="2400" b="0" i="0" dirty="0">
                <a:effectLst/>
                <a:latin typeface="-apple-system"/>
              </a:rPr>
              <a:t>・物品貸出証・参加団体認定証</a:t>
            </a:r>
            <a:br>
              <a:rPr lang="ja-JP" altLang="en-US" sz="2400"/>
            </a:br>
            <a:r>
              <a:rPr lang="en-US" altLang="ja-JP" sz="2400" dirty="0"/>
              <a:t>	</a:t>
            </a:r>
            <a:r>
              <a:rPr lang="en-US" altLang="ja-JP" sz="1600" b="0" i="0" dirty="0">
                <a:effectLst/>
                <a:latin typeface="+mn-ea"/>
              </a:rPr>
              <a:t>2</a:t>
            </a:r>
            <a:r>
              <a:rPr lang="ja-JP" altLang="en-US" sz="1600" b="0" i="0" dirty="0">
                <a:effectLst/>
                <a:latin typeface="-apple-system"/>
              </a:rPr>
              <a:t>日間続けて使用する場合も必ず各日の企画終了後にご返却ください。</a:t>
            </a:r>
            <a:endParaRPr kumimoji="1" lang="en-US" altLang="ja-JP" sz="2400" dirty="0"/>
          </a:p>
        </p:txBody>
      </p:sp>
    </p:spTree>
    <p:extLst>
      <p:ext uri="{BB962C8B-B14F-4D97-AF65-F5344CB8AC3E}">
        <p14:creationId xmlns:p14="http://schemas.microsoft.com/office/powerpoint/2010/main" val="3083498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63</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6.</a:t>
            </a:r>
            <a:r>
              <a:rPr lang="ja-JP" altLang="en-US" sz="4400" dirty="0"/>
              <a:t>工大祭片付日</a:t>
            </a:r>
          </a:p>
        </p:txBody>
      </p:sp>
    </p:spTree>
    <p:extLst>
      <p:ext uri="{BB962C8B-B14F-4D97-AF65-F5344CB8AC3E}">
        <p14:creationId xmlns:p14="http://schemas.microsoft.com/office/powerpoint/2010/main" val="40167353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物品返却</a:t>
            </a:r>
            <a:endParaRPr kumimoji="1"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64</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kumimoji="1" lang="en-US" altLang="ja-JP" sz="4800" dirty="0"/>
          </a:p>
          <a:p>
            <a:pPr marL="0" indent="0" algn="r">
              <a:buNone/>
            </a:pPr>
            <a:endParaRPr kumimoji="1" lang="en-US" altLang="ja-JP" sz="4800" dirty="0"/>
          </a:p>
          <a:p>
            <a:pPr marL="0" indent="0" algn="r">
              <a:buNone/>
            </a:pPr>
            <a:endParaRPr lang="en-US" altLang="ja-JP" sz="4800" dirty="0"/>
          </a:p>
          <a:p>
            <a:pPr marL="0" indent="0" algn="r">
              <a:buNone/>
            </a:pPr>
            <a:endParaRPr lang="en-US" altLang="ja-JP" sz="4800" dirty="0"/>
          </a:p>
          <a:p>
            <a:pPr marL="0" indent="0">
              <a:buNone/>
            </a:pPr>
            <a:endParaRPr lang="en-US" altLang="ja-JP" dirty="0"/>
          </a:p>
          <a:p>
            <a:pPr marL="0" indent="0" algn="r">
              <a:buNone/>
            </a:pPr>
            <a:endParaRPr kumimoji="1" lang="en-US" altLang="ja-JP" sz="4800" dirty="0"/>
          </a:p>
          <a:p>
            <a:pPr marL="0" indent="0" algn="r">
              <a:buNone/>
            </a:pPr>
            <a:endParaRPr kumimoji="1" lang="ja-JP" altLang="en-US" sz="4800" dirty="0"/>
          </a:p>
        </p:txBody>
      </p:sp>
      <p:graphicFrame>
        <p:nvGraphicFramePr>
          <p:cNvPr id="6" name="表 10">
            <a:extLst>
              <a:ext uri="{FF2B5EF4-FFF2-40B4-BE49-F238E27FC236}">
                <a16:creationId xmlns:a16="http://schemas.microsoft.com/office/drawing/2014/main" id="{B84A5B76-4442-C623-5127-A72ECB25CD8F}"/>
              </a:ext>
            </a:extLst>
          </p:cNvPr>
          <p:cNvGraphicFramePr>
            <a:graphicFrameLocks noGrp="1"/>
          </p:cNvGraphicFramePr>
          <p:nvPr>
            <p:extLst>
              <p:ext uri="{D42A27DB-BD31-4B8C-83A1-F6EECF244321}">
                <p14:modId xmlns:p14="http://schemas.microsoft.com/office/powerpoint/2010/main" val="3594637509"/>
              </p:ext>
            </p:extLst>
          </p:nvPr>
        </p:nvGraphicFramePr>
        <p:xfrm>
          <a:off x="1532466" y="1743740"/>
          <a:ext cx="9277773" cy="3928941"/>
        </p:xfrm>
        <a:graphic>
          <a:graphicData uri="http://schemas.openxmlformats.org/drawingml/2006/table">
            <a:tbl>
              <a:tblPr firstRow="1" bandRow="1">
                <a:tableStyleId>{5C22544A-7EE6-4342-B048-85BDC9FD1C3A}</a:tableStyleId>
              </a:tblPr>
              <a:tblGrid>
                <a:gridCol w="2771069">
                  <a:extLst>
                    <a:ext uri="{9D8B030D-6E8A-4147-A177-3AD203B41FA5}">
                      <a16:colId xmlns:a16="http://schemas.microsoft.com/office/drawing/2014/main" val="208630283"/>
                    </a:ext>
                  </a:extLst>
                </a:gridCol>
                <a:gridCol w="2219626">
                  <a:extLst>
                    <a:ext uri="{9D8B030D-6E8A-4147-A177-3AD203B41FA5}">
                      <a16:colId xmlns:a16="http://schemas.microsoft.com/office/drawing/2014/main" val="2321090311"/>
                    </a:ext>
                  </a:extLst>
                </a:gridCol>
                <a:gridCol w="2319818">
                  <a:extLst>
                    <a:ext uri="{9D8B030D-6E8A-4147-A177-3AD203B41FA5}">
                      <a16:colId xmlns:a16="http://schemas.microsoft.com/office/drawing/2014/main" val="1102775121"/>
                    </a:ext>
                  </a:extLst>
                </a:gridCol>
                <a:gridCol w="1967260">
                  <a:extLst>
                    <a:ext uri="{9D8B030D-6E8A-4147-A177-3AD203B41FA5}">
                      <a16:colId xmlns:a16="http://schemas.microsoft.com/office/drawing/2014/main" val="117790843"/>
                    </a:ext>
                  </a:extLst>
                </a:gridCol>
              </a:tblGrid>
              <a:tr h="465256">
                <a:tc>
                  <a:txBody>
                    <a:bodyPr/>
                    <a:lstStyle/>
                    <a:p>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時間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場所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b="0" dirty="0">
                          <a:solidFill>
                            <a:schemeClr val="tx1"/>
                          </a:solidFill>
                        </a:rPr>
                        <a:t>持ち物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9462561"/>
                  </a:ext>
                </a:extLst>
              </a:tr>
              <a:tr h="1147205">
                <a:tc>
                  <a:txBody>
                    <a:bodyPr/>
                    <a:lstStyle/>
                    <a:p>
                      <a:r>
                        <a:rPr kumimoji="1" lang="ja-JP" altLang="en-US" sz="2000" dirty="0">
                          <a:solidFill>
                            <a:schemeClr val="tx1"/>
                          </a:solidFill>
                        </a:rPr>
                        <a:t>借用物品</a:t>
                      </a:r>
                      <a:endParaRPr kumimoji="1" lang="en-US" altLang="ja-JP" sz="2000" dirty="0">
                        <a:solidFill>
                          <a:schemeClr val="tx1"/>
                        </a:solidFill>
                      </a:endParaRPr>
                    </a:p>
                    <a:p>
                      <a:r>
                        <a:rPr kumimoji="1" lang="en-US" altLang="ja-JP" sz="2000" dirty="0">
                          <a:solidFill>
                            <a:schemeClr val="tx1"/>
                          </a:solidFill>
                        </a:rPr>
                        <a:t>(</a:t>
                      </a:r>
                      <a:r>
                        <a:rPr kumimoji="1" lang="ja-JP" altLang="en-US" sz="2000" dirty="0">
                          <a:solidFill>
                            <a:schemeClr val="tx1"/>
                          </a:solidFill>
                        </a:rPr>
                        <a:t>長机・椅子・防災物品</a:t>
                      </a:r>
                      <a:r>
                        <a:rPr kumimoji="1" lang="en-US" altLang="ja-JP" sz="2000" dirty="0">
                          <a:solidFill>
                            <a:schemeClr val="tx1"/>
                          </a:solidFill>
                        </a:rPr>
                        <a:t>)</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br>
                        <a:rPr kumimoji="1" lang="en-US" altLang="ja-JP" sz="2000" dirty="0">
                          <a:solidFill>
                            <a:schemeClr val="tx1"/>
                          </a:solidFill>
                        </a:rPr>
                      </a:br>
                      <a:br>
                        <a:rPr kumimoji="1" lang="en-US" altLang="ja-JP" sz="2000" dirty="0">
                          <a:solidFill>
                            <a:schemeClr val="tx1"/>
                          </a:solidFill>
                        </a:rPr>
                      </a:br>
                      <a:br>
                        <a:rPr kumimoji="1" lang="en-US" altLang="ja-JP" sz="2000" dirty="0">
                          <a:solidFill>
                            <a:schemeClr val="tx1"/>
                          </a:solidFill>
                        </a:rPr>
                      </a:br>
                      <a:br>
                        <a:rPr kumimoji="1" lang="en-US" altLang="ja-JP" sz="2000" dirty="0">
                          <a:solidFill>
                            <a:schemeClr val="tx1"/>
                          </a:solidFill>
                        </a:rPr>
                      </a:br>
                      <a:r>
                        <a:rPr kumimoji="1" lang="en-US" altLang="ja-JP" sz="2000" dirty="0">
                          <a:solidFill>
                            <a:schemeClr val="tx1"/>
                          </a:solidFill>
                        </a:rPr>
                        <a:t>9:30〜11:00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西</a:t>
                      </a:r>
                      <a:r>
                        <a:rPr kumimoji="1" lang="en-US" altLang="ja-JP" sz="2000" dirty="0">
                          <a:solidFill>
                            <a:schemeClr val="tx1"/>
                          </a:solidFill>
                        </a:rPr>
                        <a:t>8</a:t>
                      </a:r>
                      <a:r>
                        <a:rPr kumimoji="1" lang="ja-JP" altLang="en-US" sz="2000" dirty="0">
                          <a:solidFill>
                            <a:schemeClr val="tx1"/>
                          </a:solidFill>
                        </a:rPr>
                        <a:t>号館体育館側入り口前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a:t>
                      </a:r>
                      <a:r>
                        <a:rPr kumimoji="1" lang="ja-JP" altLang="en-US" sz="2000">
                          <a:solidFill>
                            <a:schemeClr val="tx1"/>
                          </a:solidFill>
                        </a:rPr>
                        <a:t>団体認定証</a:t>
                      </a:r>
                      <a:br>
                        <a:rPr kumimoji="1" lang="en-US" altLang="ja-JP" sz="2000" dirty="0">
                          <a:solidFill>
                            <a:schemeClr val="tx1"/>
                          </a:solidFill>
                        </a:rPr>
                      </a:br>
                      <a:r>
                        <a:rPr kumimoji="1" lang="ja-JP" altLang="en-US" sz="2000">
                          <a:solidFill>
                            <a:schemeClr val="tx1"/>
                          </a:solidFill>
                        </a:rPr>
                        <a:t>物品貸出証</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2988886"/>
                  </a:ext>
                </a:extLst>
              </a:tr>
              <a:tr h="465256">
                <a:tc>
                  <a:txBody>
                    <a:bodyPr/>
                    <a:lstStyle/>
                    <a:p>
                      <a:r>
                        <a:rPr kumimoji="1" lang="ja-JP" altLang="en-US" sz="2000" dirty="0">
                          <a:solidFill>
                            <a:schemeClr val="tx1"/>
                          </a:solidFill>
                        </a:rPr>
                        <a:t>山王スペース＆レンタル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r>
                        <a:rPr kumimoji="1" lang="en-US" altLang="ja-JP" sz="2000" dirty="0">
                          <a:solidFill>
                            <a:schemeClr val="tx1"/>
                          </a:solidFill>
                        </a:rPr>
                        <a:t>10:00</a:t>
                      </a:r>
                      <a:r>
                        <a:rPr kumimoji="1" lang="ja-JP" altLang="en-US" sz="2000" dirty="0">
                          <a:solidFill>
                            <a:schemeClr val="tx1"/>
                          </a:solidFill>
                        </a:rPr>
                        <a:t>～</a:t>
                      </a:r>
                      <a:r>
                        <a:rPr kumimoji="1" lang="en-US" altLang="ja-JP" sz="2000" dirty="0">
                          <a:solidFill>
                            <a:schemeClr val="tx1"/>
                          </a:solidFill>
                        </a:rPr>
                        <a:t>12:00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kumimoji="1" lang="ja-JP" altLang="en-US" sz="2000" dirty="0">
                        <a:solidFill>
                          <a:schemeClr val="tx1"/>
                        </a:solidFill>
                      </a:endParaRPr>
                    </a:p>
                    <a:p>
                      <a:r>
                        <a:rPr kumimoji="1" lang="ja-JP" altLang="en-US" sz="2000">
                          <a:solidFill>
                            <a:schemeClr val="tx1"/>
                          </a:solidFill>
                        </a:rPr>
                        <a:t>保健管理センター前</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dirty="0">
                          <a:solidFill>
                            <a:schemeClr val="tx1"/>
                          </a:solidFill>
                        </a:rPr>
                        <a:t>参加</a:t>
                      </a:r>
                      <a:r>
                        <a:rPr kumimoji="1" lang="ja-JP" altLang="en-US" sz="2000">
                          <a:solidFill>
                            <a:schemeClr val="tx1"/>
                          </a:solidFill>
                        </a:rPr>
                        <a:t>団体認定証</a:t>
                      </a:r>
                      <a:br>
                        <a:rPr kumimoji="1" lang="en-US" altLang="ja-JP" sz="2000" dirty="0">
                          <a:solidFill>
                            <a:schemeClr val="tx1"/>
                          </a:solidFill>
                        </a:rPr>
                      </a:br>
                      <a:r>
                        <a:rPr kumimoji="1" lang="ja-JP" altLang="en-US" sz="2000">
                          <a:solidFill>
                            <a:schemeClr val="tx1"/>
                          </a:solidFill>
                        </a:rPr>
                        <a:t>山王スペース</a:t>
                      </a:r>
                      <a:r>
                        <a:rPr kumimoji="1" lang="en-US" altLang="ja-JP" sz="2000" dirty="0">
                          <a:solidFill>
                            <a:schemeClr val="tx1"/>
                          </a:solidFill>
                        </a:rPr>
                        <a:t>&amp;</a:t>
                      </a:r>
                      <a:br>
                        <a:rPr kumimoji="1" lang="en-US" altLang="ja-JP" sz="2000" dirty="0">
                          <a:solidFill>
                            <a:schemeClr val="tx1"/>
                          </a:solidFill>
                        </a:rPr>
                      </a:br>
                      <a:r>
                        <a:rPr kumimoji="1" lang="ja-JP" altLang="en-US" sz="2000">
                          <a:solidFill>
                            <a:schemeClr val="tx1"/>
                          </a:solidFill>
                        </a:rPr>
                        <a:t>レンタル商品</a:t>
                      </a:r>
                      <a:br>
                        <a:rPr kumimoji="1" lang="en-US" altLang="ja-JP" sz="2000" dirty="0">
                          <a:solidFill>
                            <a:schemeClr val="tx1"/>
                          </a:solidFill>
                        </a:rPr>
                      </a:br>
                      <a:r>
                        <a:rPr kumimoji="1" lang="ja-JP" altLang="en-US" sz="2000">
                          <a:solidFill>
                            <a:schemeClr val="tx1"/>
                          </a:solidFill>
                        </a:rPr>
                        <a:t>引渡明細書</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171675"/>
                  </a:ext>
                </a:extLst>
              </a:tr>
              <a:tr h="803044">
                <a:tc>
                  <a:txBody>
                    <a:bodyPr/>
                    <a:lstStyle/>
                    <a:p>
                      <a:r>
                        <a:rPr kumimoji="1" lang="ja-JP" altLang="en-US" sz="2000" dirty="0">
                          <a:solidFill>
                            <a:schemeClr val="tx1"/>
                          </a:solidFill>
                        </a:rPr>
                        <a:t>生協レンタル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r>
                        <a:rPr kumimoji="1" lang="en-US" altLang="ja-JP" sz="2000" dirty="0">
                          <a:solidFill>
                            <a:schemeClr val="tx1"/>
                          </a:solidFill>
                        </a:rPr>
                        <a:t>13:00</a:t>
                      </a:r>
                      <a:r>
                        <a:rPr kumimoji="1" lang="ja-JP" altLang="en-US" sz="2000" dirty="0">
                          <a:solidFill>
                            <a:schemeClr val="tx1"/>
                          </a:solidFill>
                        </a:rPr>
                        <a:t>～</a:t>
                      </a:r>
                      <a:r>
                        <a:rPr kumimoji="1" lang="en-US" altLang="ja-JP" sz="2000" dirty="0">
                          <a:solidFill>
                            <a:schemeClr val="tx1"/>
                          </a:solidFill>
                        </a:rPr>
                        <a:t>15:00</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r>
                        <a:rPr kumimoji="1" lang="ja-JP" altLang="en-US" sz="2000" dirty="0">
                          <a:solidFill>
                            <a:schemeClr val="tx1"/>
                          </a:solidFill>
                        </a:rPr>
                        <a:t>保健管理センター前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2000">
                          <a:solidFill>
                            <a:schemeClr val="tx1"/>
                          </a:solidFill>
                        </a:rPr>
                        <a:t>参加団体認定証</a:t>
                      </a:r>
                      <a:endParaRPr kumimoji="1" lang="en-US" altLang="ja-JP" sz="2000" dirty="0">
                        <a:solidFill>
                          <a:schemeClr val="tx1"/>
                        </a:solidFill>
                      </a:endParaRPr>
                    </a:p>
                    <a:p>
                      <a:r>
                        <a:rPr kumimoji="1" lang="ja-JP" altLang="en-US" sz="2000">
                          <a:solidFill>
                            <a:schemeClr val="tx1"/>
                          </a:solidFill>
                        </a:rPr>
                        <a:t>レンタル商品</a:t>
                      </a:r>
                      <a:br>
                        <a:rPr kumimoji="1" lang="en-US" altLang="ja-JP" sz="2000" dirty="0">
                          <a:solidFill>
                            <a:schemeClr val="tx1"/>
                          </a:solidFill>
                        </a:rPr>
                      </a:br>
                      <a:r>
                        <a:rPr kumimoji="1" lang="ja-JP" altLang="en-US" sz="2000">
                          <a:solidFill>
                            <a:schemeClr val="tx1"/>
                          </a:solidFill>
                        </a:rPr>
                        <a:t>引渡明細書</a:t>
                      </a:r>
                      <a:endParaRPr kumimoji="1" lang="ja-JP" alt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9991638"/>
                  </a:ext>
                </a:extLst>
              </a:tr>
            </a:tbl>
          </a:graphicData>
        </a:graphic>
      </p:graphicFrame>
    </p:spTree>
    <p:extLst>
      <p:ext uri="{BB962C8B-B14F-4D97-AF65-F5344CB8AC3E}">
        <p14:creationId xmlns:p14="http://schemas.microsoft.com/office/powerpoint/2010/main" val="24719431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物品返却</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fontScale="92500"/>
          </a:bodyPr>
          <a:lstStyle/>
          <a:p>
            <a:pPr algn="l"/>
            <a:r>
              <a:rPr lang="ja-JP" altLang="en-US" sz="3600" b="0" i="0" dirty="0">
                <a:effectLst/>
                <a:latin typeface="-apple-system"/>
              </a:rPr>
              <a:t>持ち物が不足している場合、返却を受け付けません。</a:t>
            </a:r>
            <a:endParaRPr lang="en-US" altLang="ja-JP" sz="3600" b="0" i="0" dirty="0">
              <a:effectLst/>
              <a:latin typeface="-apple-system"/>
            </a:endParaRPr>
          </a:p>
          <a:p>
            <a:pPr algn="l"/>
            <a:r>
              <a:rPr lang="ja-JP" altLang="en-US" sz="3600" b="0" i="0" dirty="0">
                <a:effectLst/>
                <a:latin typeface="-apple-system"/>
              </a:rPr>
              <a:t>レンタル物品は汚れを落としてから返却して</a:t>
            </a:r>
            <a:r>
              <a:rPr lang="ja-JP" altLang="en-US" sz="3600" b="0" i="0">
                <a:effectLst/>
                <a:latin typeface="-apple-system"/>
              </a:rPr>
              <a:t>ください。汚れ</a:t>
            </a:r>
            <a:r>
              <a:rPr lang="ja-JP" altLang="en-US" sz="3600" b="0" i="0" dirty="0">
                <a:effectLst/>
                <a:latin typeface="-apple-system"/>
              </a:rPr>
              <a:t>がひどい場合には返却を受け付けない場合</a:t>
            </a:r>
            <a:r>
              <a:rPr lang="ja-JP" altLang="en-US" sz="3600" b="0" i="0">
                <a:effectLst/>
                <a:latin typeface="-apple-system"/>
              </a:rPr>
              <a:t>がございます。</a:t>
            </a:r>
            <a:endParaRPr lang="en-US" altLang="ja-JP" sz="3600" dirty="0">
              <a:latin typeface="-apple-system"/>
            </a:endParaRPr>
          </a:p>
          <a:p>
            <a:pPr algn="l"/>
            <a:r>
              <a:rPr lang="ja-JP" altLang="en-US" sz="3600" b="0" i="0" dirty="0">
                <a:effectLst/>
                <a:latin typeface="-apple-system"/>
              </a:rPr>
              <a:t>レンタルした物品の使用、未使用に関わらず代金</a:t>
            </a:r>
            <a:r>
              <a:rPr lang="ja-JP" altLang="en-US" sz="3600" b="0" i="0">
                <a:effectLst/>
                <a:latin typeface="-apple-system"/>
              </a:rPr>
              <a:t>の払い</a:t>
            </a:r>
            <a:br>
              <a:rPr lang="en-US" altLang="ja-JP" sz="3600" b="0" i="0" dirty="0">
                <a:effectLst/>
                <a:latin typeface="-apple-system"/>
              </a:rPr>
            </a:br>
            <a:r>
              <a:rPr lang="ja-JP" altLang="en-US" sz="3600" b="0" i="0">
                <a:effectLst/>
                <a:latin typeface="-apple-system"/>
              </a:rPr>
              <a:t>戻し</a:t>
            </a:r>
            <a:r>
              <a:rPr lang="ja-JP" altLang="en-US" sz="3600" b="0" i="0" dirty="0">
                <a:effectLst/>
                <a:latin typeface="-apple-system"/>
              </a:rPr>
              <a:t>はできません。</a:t>
            </a:r>
            <a:endParaRPr lang="en-US" altLang="ja-JP" sz="3600" b="0" i="0" dirty="0">
              <a:effectLst/>
              <a:latin typeface="-apple-system"/>
            </a:endParaRPr>
          </a:p>
          <a:p>
            <a:pPr algn="l"/>
            <a:r>
              <a:rPr lang="ja-JP" altLang="en-US" sz="3600" b="0" i="0">
                <a:effectLst/>
                <a:latin typeface="-apple-system"/>
              </a:rPr>
              <a:t>テントの部材は種類ごとに紐で結んで返却してください。</a:t>
            </a:r>
            <a:endParaRPr lang="en-US" altLang="ja-JP" sz="3600" b="0" i="0" dirty="0">
              <a:effectLst/>
              <a:latin typeface="-apple-system"/>
            </a:endParaRPr>
          </a:p>
          <a:p>
            <a:pPr algn="l"/>
            <a:r>
              <a:rPr lang="ja-JP" altLang="en-US" sz="3600" b="0" i="0">
                <a:effectLst/>
                <a:latin typeface="-apple-system"/>
              </a:rPr>
              <a:t>発</a:t>
            </a:r>
            <a:r>
              <a:rPr lang="ja-JP" altLang="en-US" sz="3600" b="0" i="0" dirty="0">
                <a:effectLst/>
                <a:latin typeface="-apple-system"/>
              </a:rPr>
              <a:t>電機の中のガソリンを抜く必要はございません</a:t>
            </a:r>
            <a:r>
              <a:rPr lang="ja-JP" altLang="en-US" sz="3600" b="0" i="0" dirty="0">
                <a:solidFill>
                  <a:srgbClr val="333333"/>
                </a:solidFill>
                <a:effectLst/>
                <a:latin typeface="-apple-system"/>
              </a:rPr>
              <a:t>。</a:t>
            </a:r>
          </a:p>
          <a:p>
            <a:endParaRPr kumimoji="1" lang="en-US" altLang="ja-JP" sz="4800" dirty="0"/>
          </a:p>
          <a:p>
            <a:pPr marL="0" indent="0" algn="r">
              <a:buNone/>
            </a:pPr>
            <a:endParaRPr kumimoji="1" lang="ja-JP" altLang="en-US" sz="4800" dirty="0"/>
          </a:p>
        </p:txBody>
      </p:sp>
    </p:spTree>
    <p:extLst>
      <p:ext uri="{BB962C8B-B14F-4D97-AF65-F5344CB8AC3E}">
        <p14:creationId xmlns:p14="http://schemas.microsoft.com/office/powerpoint/2010/main" val="27530788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模擬店地区清掃</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原状復帰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lnSpcReduction="10000"/>
          </a:bodyPr>
          <a:lstStyle/>
          <a:p>
            <a:pPr marL="0" indent="0">
              <a:buNone/>
            </a:pPr>
            <a:r>
              <a:rPr lang="en-US" altLang="ja-JP" sz="2400" b="0" i="0" dirty="0">
                <a:effectLst/>
                <a:latin typeface="+mn-ea"/>
              </a:rPr>
              <a:t>【</a:t>
            </a:r>
            <a:r>
              <a:rPr lang="ja-JP" altLang="en-US" sz="2400" b="0" i="0" dirty="0">
                <a:effectLst/>
                <a:latin typeface="+mn-ea"/>
              </a:rPr>
              <a:t>日時</a:t>
            </a:r>
            <a:r>
              <a:rPr lang="en-US" altLang="ja-JP" sz="2400" b="0" i="0" dirty="0">
                <a:effectLst/>
                <a:latin typeface="+mn-ea"/>
              </a:rPr>
              <a:t>】</a:t>
            </a:r>
            <a:endParaRPr lang="en-US" altLang="ja-JP" sz="2400" dirty="0">
              <a:latin typeface="+mn-ea"/>
            </a:endParaRPr>
          </a:p>
          <a:p>
            <a:pPr marL="0" indent="0">
              <a:buNone/>
            </a:pPr>
            <a:r>
              <a:rPr lang="en-US" altLang="ja-JP" sz="3200" b="0" i="0" dirty="0">
                <a:effectLst/>
                <a:latin typeface="+mn-ea"/>
              </a:rPr>
              <a:t>10</a:t>
            </a:r>
            <a:r>
              <a:rPr lang="ja-JP" altLang="en-US" sz="3200" b="0" i="0" dirty="0">
                <a:effectLst/>
                <a:latin typeface="+mn-ea"/>
              </a:rPr>
              <a:t>月</a:t>
            </a:r>
            <a:r>
              <a:rPr lang="en-US" altLang="ja-JP" sz="3200" b="0" i="0" dirty="0">
                <a:effectLst/>
                <a:latin typeface="+mn-ea"/>
              </a:rPr>
              <a:t>31</a:t>
            </a:r>
            <a:r>
              <a:rPr lang="ja-JP" altLang="en-US" sz="3200" b="0" i="0" dirty="0">
                <a:effectLst/>
                <a:latin typeface="+mn-ea"/>
              </a:rPr>
              <a:t>日</a:t>
            </a:r>
            <a:r>
              <a:rPr lang="en-US" altLang="ja-JP" sz="3200" b="0" i="0" dirty="0">
                <a:effectLst/>
                <a:latin typeface="+mn-ea"/>
              </a:rPr>
              <a:t>(</a:t>
            </a:r>
            <a:r>
              <a:rPr lang="ja-JP" altLang="en-US" sz="3200" b="0" i="0" dirty="0">
                <a:effectLst/>
                <a:latin typeface="+mn-ea"/>
              </a:rPr>
              <a:t>月</a:t>
            </a:r>
            <a:r>
              <a:rPr lang="en-US" altLang="ja-JP" sz="3200" b="0" i="0" dirty="0">
                <a:effectLst/>
                <a:latin typeface="+mn-ea"/>
              </a:rPr>
              <a:t>)</a:t>
            </a:r>
            <a:r>
              <a:rPr lang="ja-JP" altLang="en-US" sz="3200" b="0" i="0" dirty="0">
                <a:effectLst/>
                <a:latin typeface="+mn-ea"/>
              </a:rPr>
              <a:t>　</a:t>
            </a:r>
            <a:r>
              <a:rPr lang="en-US" altLang="ja-JP" sz="3200" b="0" i="0" dirty="0">
                <a:effectLst/>
                <a:latin typeface="+mn-ea"/>
              </a:rPr>
              <a:t>9:30</a:t>
            </a:r>
            <a:r>
              <a:rPr lang="ja-JP" altLang="en-US" sz="3200" b="0" i="0" dirty="0">
                <a:effectLst/>
                <a:latin typeface="+mn-ea"/>
              </a:rPr>
              <a:t>～</a:t>
            </a:r>
            <a:r>
              <a:rPr lang="en-US" altLang="ja-JP" sz="3200" b="0" i="0" dirty="0">
                <a:effectLst/>
                <a:latin typeface="+mn-ea"/>
              </a:rPr>
              <a:t>11:00</a:t>
            </a:r>
            <a:br>
              <a:rPr lang="ja-JP" altLang="en-US" sz="2400" dirty="0">
                <a:latin typeface="+mn-ea"/>
              </a:rPr>
            </a:br>
            <a:r>
              <a:rPr lang="en-US" altLang="ja-JP" sz="2400" b="0" i="0" dirty="0">
                <a:effectLst/>
                <a:latin typeface="+mn-ea"/>
              </a:rPr>
              <a:t>【</a:t>
            </a:r>
            <a:r>
              <a:rPr lang="ja-JP" altLang="en-US" sz="2400" b="0" i="0" dirty="0">
                <a:effectLst/>
                <a:latin typeface="+mn-ea"/>
              </a:rPr>
              <a:t>出欠確認場所</a:t>
            </a:r>
            <a:r>
              <a:rPr lang="en-US" altLang="ja-JP" sz="2400" b="0" i="0" dirty="0">
                <a:effectLst/>
                <a:latin typeface="+mn-ea"/>
              </a:rPr>
              <a:t>】</a:t>
            </a:r>
          </a:p>
          <a:p>
            <a:pPr marL="0" indent="0">
              <a:buNone/>
            </a:pPr>
            <a:r>
              <a:rPr lang="ja-JP" altLang="en-US" b="0" i="0" dirty="0">
                <a:effectLst/>
                <a:latin typeface="+mn-ea"/>
              </a:rPr>
              <a:t>東地区・西地区</a:t>
            </a:r>
            <a:r>
              <a:rPr lang="en-US" altLang="ja-JP" sz="2400" b="0" i="0" dirty="0">
                <a:effectLst/>
                <a:latin typeface="+mn-ea"/>
              </a:rPr>
              <a:t>(M-101</a:t>
            </a:r>
            <a:r>
              <a:rPr lang="ja-JP" altLang="en-US" sz="2400" b="0" i="0">
                <a:effectLst/>
                <a:latin typeface="+mn-ea"/>
              </a:rPr>
              <a:t>～</a:t>
            </a:r>
            <a:r>
              <a:rPr lang="en-US" altLang="ja-JP" sz="2400" b="0" i="0" dirty="0">
                <a:effectLst/>
                <a:latin typeface="+mn-ea"/>
              </a:rPr>
              <a:t>M-210)…</a:t>
            </a:r>
            <a:r>
              <a:rPr lang="ja-JP" altLang="en-US" b="0" i="0" dirty="0">
                <a:effectLst/>
                <a:latin typeface="+mn-ea"/>
              </a:rPr>
              <a:t>本部跡</a:t>
            </a:r>
            <a:br>
              <a:rPr lang="ja-JP" altLang="en-US">
                <a:latin typeface="+mn-ea"/>
              </a:rPr>
            </a:br>
            <a:r>
              <a:rPr lang="ja-JP" altLang="en-US" b="0" i="0">
                <a:effectLst/>
                <a:latin typeface="+mn-ea"/>
              </a:rPr>
              <a:t>南地区 </a:t>
            </a:r>
            <a:r>
              <a:rPr lang="en-US" altLang="ja-JP" sz="2400" b="0" i="0" dirty="0">
                <a:effectLst/>
                <a:latin typeface="+mn-ea"/>
              </a:rPr>
              <a:t>(M-301</a:t>
            </a:r>
            <a:r>
              <a:rPr lang="ja-JP" altLang="en-US" sz="2400" b="0" i="0">
                <a:effectLst/>
                <a:latin typeface="+mn-ea"/>
              </a:rPr>
              <a:t>～</a:t>
            </a:r>
            <a:r>
              <a:rPr lang="en-US" altLang="ja-JP" sz="2400" b="0" i="0" dirty="0">
                <a:effectLst/>
                <a:latin typeface="+mn-ea"/>
              </a:rPr>
              <a:t>M-403</a:t>
            </a:r>
            <a:r>
              <a:rPr lang="en-US" altLang="ja-JP" sz="2400" dirty="0">
                <a:latin typeface="+mn-ea"/>
              </a:rPr>
              <a:t>)</a:t>
            </a:r>
            <a:r>
              <a:rPr lang="en-US" altLang="ja-JP" sz="2400" b="0" i="0" dirty="0">
                <a:effectLst/>
                <a:latin typeface="+mn-ea"/>
              </a:rPr>
              <a:t>…【</a:t>
            </a:r>
            <a:r>
              <a:rPr lang="ja-JP" altLang="en-US" b="0" i="0" dirty="0">
                <a:effectLst/>
                <a:latin typeface="+mn-ea"/>
              </a:rPr>
              <a:t>南</a:t>
            </a:r>
            <a:r>
              <a:rPr lang="en-US" altLang="ja-JP" b="0" i="0" dirty="0">
                <a:effectLst/>
                <a:latin typeface="+mn-ea"/>
              </a:rPr>
              <a:t>2</a:t>
            </a:r>
            <a:r>
              <a:rPr lang="ja-JP" altLang="en-US" b="0" i="0">
                <a:effectLst/>
                <a:latin typeface="+mn-ea"/>
              </a:rPr>
              <a:t>号館脇</a:t>
            </a:r>
            <a:r>
              <a:rPr lang="en-US" altLang="ja-JP" b="0" i="0" dirty="0">
                <a:effectLst/>
                <a:latin typeface="+mn-ea"/>
              </a:rPr>
              <a:t>】</a:t>
            </a:r>
            <a:br>
              <a:rPr lang="ja-JP" altLang="en-US" dirty="0">
                <a:latin typeface="+mn-ea"/>
              </a:rPr>
            </a:br>
            <a:r>
              <a:rPr lang="en-US" altLang="ja-JP" sz="2400" b="0" i="0" dirty="0">
                <a:effectLst/>
                <a:latin typeface="+mn-ea"/>
              </a:rPr>
              <a:t>【</a:t>
            </a:r>
            <a:r>
              <a:rPr lang="ja-JP" altLang="en-US" sz="2400" b="0" i="0" dirty="0">
                <a:effectLst/>
                <a:latin typeface="+mn-ea"/>
              </a:rPr>
              <a:t>持ち物</a:t>
            </a:r>
            <a:r>
              <a:rPr lang="en-US" altLang="ja-JP" sz="2400" b="0" i="0" dirty="0">
                <a:effectLst/>
                <a:latin typeface="+mn-ea"/>
              </a:rPr>
              <a:t>】 </a:t>
            </a:r>
          </a:p>
          <a:p>
            <a:pPr marL="0" indent="0">
              <a:buNone/>
            </a:pPr>
            <a:r>
              <a:rPr lang="ja-JP" altLang="en-US" sz="2400" b="0" i="0" dirty="0">
                <a:effectLst/>
                <a:latin typeface="+mn-ea"/>
              </a:rPr>
              <a:t>参加団体認定証・</a:t>
            </a:r>
            <a:r>
              <a:rPr lang="ja-JP" altLang="en-US" sz="2400" b="0" i="0">
                <a:effectLst/>
                <a:latin typeface="+mn-ea"/>
              </a:rPr>
              <a:t>清掃用具</a:t>
            </a:r>
            <a:endParaRPr lang="en-US" altLang="ja-JP" sz="2400" b="0" i="0" dirty="0">
              <a:effectLst/>
              <a:latin typeface="+mn-ea"/>
            </a:endParaRPr>
          </a:p>
          <a:p>
            <a:pPr marL="0" indent="0">
              <a:buNone/>
            </a:pPr>
            <a:r>
              <a:rPr lang="en-US" altLang="ja-JP" sz="2400" b="0" i="0" dirty="0">
                <a:effectLst/>
                <a:latin typeface="+mn-ea"/>
              </a:rPr>
              <a:t>【</a:t>
            </a:r>
            <a:r>
              <a:rPr lang="ja-JP" altLang="en-US" sz="2400" b="0" i="0" dirty="0">
                <a:effectLst/>
                <a:latin typeface="+mn-ea"/>
              </a:rPr>
              <a:t>流れ</a:t>
            </a:r>
            <a:r>
              <a:rPr lang="en-US" altLang="ja-JP" sz="2400" b="0" i="0" dirty="0">
                <a:effectLst/>
                <a:latin typeface="+mn-ea"/>
              </a:rPr>
              <a:t>】 </a:t>
            </a:r>
          </a:p>
          <a:p>
            <a:pPr marL="0" indent="0">
              <a:buNone/>
            </a:pPr>
            <a:r>
              <a:rPr lang="en-US" altLang="ja-JP" sz="2400" b="0" i="0" dirty="0">
                <a:effectLst/>
                <a:latin typeface="+mn-ea"/>
              </a:rPr>
              <a:t>① </a:t>
            </a:r>
            <a:r>
              <a:rPr lang="ja-JP" altLang="en-US" sz="2400" b="0" i="0" dirty="0">
                <a:effectLst/>
                <a:latin typeface="+mn-ea"/>
              </a:rPr>
              <a:t>受付</a:t>
            </a:r>
            <a:r>
              <a:rPr lang="en-US" altLang="ja-JP" sz="2400" b="0" i="0" dirty="0">
                <a:effectLst/>
                <a:latin typeface="+mn-ea"/>
              </a:rPr>
              <a:t>(9:00</a:t>
            </a:r>
            <a:r>
              <a:rPr lang="ja-JP" altLang="en-US" sz="2400" b="0" i="0" dirty="0">
                <a:effectLst/>
                <a:latin typeface="+mn-ea"/>
              </a:rPr>
              <a:t>開始</a:t>
            </a:r>
            <a:r>
              <a:rPr lang="en-US" altLang="ja-JP" sz="2400" b="0" i="0" dirty="0">
                <a:effectLst/>
                <a:latin typeface="+mn-ea"/>
              </a:rPr>
              <a:t>)</a:t>
            </a:r>
            <a:br>
              <a:rPr lang="ja-JP" altLang="en-US" sz="2400">
                <a:latin typeface="+mn-ea"/>
              </a:rPr>
            </a:br>
            <a:r>
              <a:rPr lang="ja-JP" altLang="en-US" sz="2400" b="0" i="0">
                <a:effectLst/>
                <a:latin typeface="+mn-ea"/>
              </a:rPr>
              <a:t>② </a:t>
            </a:r>
            <a:r>
              <a:rPr lang="ja-JP" altLang="en-US" sz="2400" b="0" i="0" dirty="0">
                <a:effectLst/>
                <a:latin typeface="+mn-ea"/>
              </a:rPr>
              <a:t>清掃</a:t>
            </a:r>
            <a:br>
              <a:rPr lang="ja-JP" altLang="en-US" sz="2400">
                <a:latin typeface="+mn-ea"/>
              </a:rPr>
            </a:br>
            <a:r>
              <a:rPr lang="ja-JP" altLang="en-US" sz="2400" b="0" i="0">
                <a:effectLst/>
                <a:latin typeface="+mn-ea"/>
              </a:rPr>
              <a:t>③ </a:t>
            </a:r>
            <a:r>
              <a:rPr lang="ja-JP" altLang="en-US" sz="2400" b="0" i="0" dirty="0">
                <a:effectLst/>
                <a:latin typeface="+mn-ea"/>
              </a:rPr>
              <a:t>各出欠確認場所の工大祭実行委員から確認を受ける</a:t>
            </a:r>
            <a:br>
              <a:rPr lang="ja-JP" altLang="en-US" sz="2400">
                <a:latin typeface="+mn-ea"/>
              </a:rPr>
            </a:br>
            <a:r>
              <a:rPr lang="ja-JP" altLang="en-US" sz="2400" b="0" i="0">
                <a:effectLst/>
                <a:latin typeface="+mn-ea"/>
              </a:rPr>
              <a:t>④ </a:t>
            </a:r>
            <a:r>
              <a:rPr lang="ja-JP" altLang="en-US" sz="2400" b="0" i="0" dirty="0">
                <a:effectLst/>
                <a:latin typeface="+mn-ea"/>
              </a:rPr>
              <a:t>問題が</a:t>
            </a:r>
            <a:r>
              <a:rPr lang="ja-JP" altLang="en-US" sz="2400" b="0" i="0">
                <a:effectLst/>
                <a:latin typeface="+mn-ea"/>
              </a:rPr>
              <a:t>なければ解散</a:t>
            </a:r>
            <a:endParaRPr kumimoji="1" lang="ja-JP" altLang="en-US" sz="1300" dirty="0">
              <a:latin typeface="+mn-ea"/>
            </a:endParaRPr>
          </a:p>
        </p:txBody>
      </p:sp>
    </p:spTree>
    <p:extLst>
      <p:ext uri="{BB962C8B-B14F-4D97-AF65-F5344CB8AC3E}">
        <p14:creationId xmlns:p14="http://schemas.microsoft.com/office/powerpoint/2010/main" val="3227597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模擬店地区清掃</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原状復帰　</a:t>
            </a:r>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r>
              <a:rPr kumimoji="1" lang="en-US" altLang="ja-JP" dirty="0"/>
              <a:t>10</a:t>
            </a:r>
            <a:r>
              <a:rPr kumimoji="1" lang="ja-JP" altLang="en-US" dirty="0"/>
              <a:t>月</a:t>
            </a:r>
            <a:r>
              <a:rPr kumimoji="1" lang="en-US" altLang="ja-JP" dirty="0"/>
              <a:t>31</a:t>
            </a:r>
            <a:r>
              <a:rPr kumimoji="1" lang="ja-JP" altLang="en-US" dirty="0"/>
              <a:t>日</a:t>
            </a:r>
            <a:r>
              <a:rPr kumimoji="1" lang="en-US" altLang="ja-JP" dirty="0"/>
              <a:t>(</a:t>
            </a:r>
            <a:r>
              <a:rPr kumimoji="1" lang="ja-JP" altLang="en-US" dirty="0"/>
              <a:t>月</a:t>
            </a:r>
            <a:r>
              <a:rPr kumimoji="1" lang="en-US" altLang="ja-JP" dirty="0"/>
              <a:t>)</a:t>
            </a:r>
            <a:r>
              <a:rPr kumimoji="1" lang="ja-JP" altLang="en-US" dirty="0"/>
              <a:t>の</a:t>
            </a:r>
            <a:r>
              <a:rPr kumimoji="1" lang="en-US" altLang="ja-JP" dirty="0"/>
              <a:t>9:30</a:t>
            </a:r>
            <a:r>
              <a:rPr kumimoji="1" lang="ja-JP" altLang="en-US" dirty="0"/>
              <a:t>から模擬店地区の清掃を</a:t>
            </a:r>
            <a:r>
              <a:rPr kumimoji="1" lang="ja-JP" altLang="en-US"/>
              <a:t>行います。</a:t>
            </a:r>
            <a:br>
              <a:rPr kumimoji="1" lang="en-US" altLang="ja-JP" dirty="0"/>
            </a:br>
            <a:r>
              <a:rPr kumimoji="1" lang="ja-JP" altLang="en-US"/>
              <a:t>各団体</a:t>
            </a:r>
            <a:r>
              <a:rPr kumimoji="1" lang="ja-JP" altLang="en-US" dirty="0"/>
              <a:t>の企画実施場所付近の清掃をしていただくため、模擬店企画の各参加団体は代表者１名以上が出席してください。</a:t>
            </a:r>
            <a:endParaRPr kumimoji="1" lang="en-US" altLang="ja-JP" dirty="0"/>
          </a:p>
          <a:p>
            <a:r>
              <a:rPr lang="ja-JP" altLang="en-US" dirty="0"/>
              <a:t>清掃開始前に出欠確認場所にて出欠を確認します。</a:t>
            </a:r>
            <a:endParaRPr lang="en-US" altLang="ja-JP" dirty="0"/>
          </a:p>
          <a:p>
            <a:r>
              <a:rPr lang="ja-JP" altLang="en-US" dirty="0"/>
              <a:t>必要な清掃道具は各団体でご用意ください。</a:t>
            </a:r>
            <a:endParaRPr lang="en-US" altLang="ja-JP" dirty="0"/>
          </a:p>
          <a:p>
            <a:r>
              <a:rPr lang="ja-JP" altLang="en-US" dirty="0"/>
              <a:t>清掃終了後、出欠確認場所にいる工大祭実行委員の確認を受けてください。確認次第終了となります。</a:t>
            </a:r>
            <a:endParaRPr lang="en-US" altLang="ja-JP" dirty="0"/>
          </a:p>
          <a:p>
            <a:r>
              <a:rPr lang="ja-JP" altLang="en-US" dirty="0"/>
              <a:t>ゴミ袋は西</a:t>
            </a:r>
            <a:r>
              <a:rPr lang="en-US" altLang="ja-JP" dirty="0"/>
              <a:t>8</a:t>
            </a:r>
            <a:r>
              <a:rPr lang="ja-JP" altLang="en-US" dirty="0"/>
              <a:t>号館脇集積場、南</a:t>
            </a:r>
            <a:r>
              <a:rPr lang="en-US" altLang="ja-JP" dirty="0"/>
              <a:t>5</a:t>
            </a:r>
            <a:r>
              <a:rPr lang="ja-JP" altLang="en-US" dirty="0"/>
              <a:t>号館裏集積場、本部跡</a:t>
            </a:r>
            <a:r>
              <a:rPr lang="en-US" altLang="ja-JP" dirty="0"/>
              <a:t>【TIPS</a:t>
            </a:r>
            <a:r>
              <a:rPr lang="ja-JP" altLang="en-US" dirty="0"/>
              <a:t>　</a:t>
            </a:r>
            <a:r>
              <a:rPr lang="en-US" altLang="ja-JP" dirty="0"/>
              <a:t>P.7】</a:t>
            </a:r>
            <a:r>
              <a:rPr lang="ja-JP" altLang="en-US" dirty="0"/>
              <a:t>にて配布しております。</a:t>
            </a:r>
            <a:endParaRPr lang="en-US" altLang="ja-JP" dirty="0"/>
          </a:p>
        </p:txBody>
      </p:sp>
    </p:spTree>
    <p:extLst>
      <p:ext uri="{BB962C8B-B14F-4D97-AF65-F5344CB8AC3E}">
        <p14:creationId xmlns:p14="http://schemas.microsoft.com/office/powerpoint/2010/main" val="10331475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講義室・その他企画（一部団体）の原状復帰</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原状復帰</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endParaRPr lang="en-US" altLang="ja-JP" sz="3200" dirty="0"/>
          </a:p>
          <a:p>
            <a:pPr marL="0" indent="0">
              <a:buNone/>
            </a:pPr>
            <a:r>
              <a:rPr lang="en-US" altLang="ja-JP" sz="2400" b="0" i="0" dirty="0">
                <a:effectLst/>
                <a:latin typeface="+mn-ea"/>
              </a:rPr>
              <a:t>【</a:t>
            </a:r>
            <a:r>
              <a:rPr lang="ja-JP" altLang="en-US" sz="2400" b="0" i="0" dirty="0">
                <a:effectLst/>
                <a:latin typeface="+mn-ea"/>
              </a:rPr>
              <a:t>日時</a:t>
            </a:r>
            <a:r>
              <a:rPr lang="en-US" altLang="ja-JP" sz="2400" b="0" i="0" dirty="0">
                <a:effectLst/>
                <a:latin typeface="+mn-ea"/>
              </a:rPr>
              <a:t>】10</a:t>
            </a:r>
            <a:r>
              <a:rPr lang="ja-JP" altLang="en-US" sz="2400" b="0" i="0" dirty="0">
                <a:effectLst/>
                <a:latin typeface="+mn-ea"/>
              </a:rPr>
              <a:t>月</a:t>
            </a:r>
            <a:r>
              <a:rPr lang="en-US" altLang="ja-JP" sz="2400" b="0" i="0" dirty="0">
                <a:effectLst/>
                <a:latin typeface="+mn-ea"/>
              </a:rPr>
              <a:t>31</a:t>
            </a:r>
            <a:r>
              <a:rPr lang="ja-JP" altLang="en-US" sz="2400" b="0" i="0" dirty="0">
                <a:effectLst/>
                <a:latin typeface="+mn-ea"/>
              </a:rPr>
              <a:t>日</a:t>
            </a:r>
            <a:r>
              <a:rPr lang="en-US" altLang="ja-JP" sz="2400" b="0" i="0" dirty="0">
                <a:effectLst/>
                <a:latin typeface="+mn-ea"/>
              </a:rPr>
              <a:t>(</a:t>
            </a:r>
            <a:r>
              <a:rPr lang="ja-JP" altLang="en-US" sz="2400" b="0" i="0" dirty="0">
                <a:effectLst/>
                <a:latin typeface="+mn-ea"/>
              </a:rPr>
              <a:t>月</a:t>
            </a:r>
            <a:r>
              <a:rPr lang="en-US" altLang="ja-JP" sz="2400" b="0" i="0" dirty="0">
                <a:effectLst/>
                <a:latin typeface="+mn-ea"/>
              </a:rPr>
              <a:t>)</a:t>
            </a:r>
            <a:r>
              <a:rPr lang="ja-JP" altLang="en-US" sz="2400" b="0" i="0" dirty="0">
                <a:effectLst/>
                <a:latin typeface="+mn-ea"/>
              </a:rPr>
              <a:t>　</a:t>
            </a:r>
            <a:r>
              <a:rPr lang="en-US" altLang="ja-JP" sz="2400" b="0" i="0" dirty="0">
                <a:effectLst/>
                <a:latin typeface="+mn-ea"/>
              </a:rPr>
              <a:t>9:00</a:t>
            </a:r>
            <a:r>
              <a:rPr lang="ja-JP" altLang="en-US" sz="2400" b="0" i="0" dirty="0">
                <a:effectLst/>
                <a:latin typeface="+mn-ea"/>
              </a:rPr>
              <a:t>～</a:t>
            </a:r>
            <a:r>
              <a:rPr lang="en-US" altLang="ja-JP" sz="2400" b="0" i="0" dirty="0">
                <a:effectLst/>
                <a:latin typeface="+mn-ea"/>
              </a:rPr>
              <a:t>11:00</a:t>
            </a:r>
            <a:br>
              <a:rPr lang="ja-JP" altLang="en-US" sz="2400" dirty="0">
                <a:latin typeface="+mn-ea"/>
              </a:rPr>
            </a:br>
            <a:r>
              <a:rPr lang="en-US" altLang="ja-JP" sz="2400" b="0" i="0" dirty="0">
                <a:effectLst/>
                <a:latin typeface="+mn-ea"/>
              </a:rPr>
              <a:t>【</a:t>
            </a:r>
            <a:r>
              <a:rPr lang="ja-JP" altLang="en-US" sz="2400" b="0" i="0" dirty="0">
                <a:effectLst/>
                <a:latin typeface="+mn-ea"/>
              </a:rPr>
              <a:t>場所</a:t>
            </a:r>
            <a:r>
              <a:rPr lang="en-US" altLang="ja-JP" sz="2400" b="0" i="0" dirty="0">
                <a:effectLst/>
                <a:latin typeface="+mn-ea"/>
              </a:rPr>
              <a:t>】</a:t>
            </a:r>
            <a:r>
              <a:rPr lang="ja-JP" altLang="en-US" sz="2400" b="0" i="0" dirty="0">
                <a:effectLst/>
                <a:latin typeface="+mn-ea"/>
              </a:rPr>
              <a:t>各企画場所</a:t>
            </a:r>
            <a:br>
              <a:rPr lang="ja-JP" altLang="en-US" sz="2400" dirty="0">
                <a:latin typeface="+mn-ea"/>
              </a:rPr>
            </a:br>
            <a:r>
              <a:rPr lang="en-US" altLang="ja-JP" sz="2400" b="0" i="0" dirty="0">
                <a:effectLst/>
                <a:latin typeface="+mn-ea"/>
              </a:rPr>
              <a:t>【</a:t>
            </a:r>
            <a:r>
              <a:rPr lang="ja-JP" altLang="en-US" sz="2400" b="0" i="0" dirty="0">
                <a:effectLst/>
                <a:latin typeface="+mn-ea"/>
              </a:rPr>
              <a:t>持ち物</a:t>
            </a:r>
            <a:r>
              <a:rPr lang="en-US" altLang="ja-JP" sz="2400" b="0" i="0" dirty="0">
                <a:effectLst/>
                <a:latin typeface="+mn-ea"/>
              </a:rPr>
              <a:t>】 </a:t>
            </a:r>
            <a:r>
              <a:rPr lang="ja-JP" altLang="en-US" sz="2400" b="0" i="0" dirty="0">
                <a:effectLst/>
                <a:latin typeface="+mn-ea"/>
              </a:rPr>
              <a:t>参加団体認定証・</a:t>
            </a:r>
            <a:r>
              <a:rPr lang="ja-JP" altLang="en-US" sz="2400" b="0" i="0">
                <a:effectLst/>
                <a:latin typeface="+mn-ea"/>
              </a:rPr>
              <a:t>清掃用具</a:t>
            </a:r>
            <a:endParaRPr lang="en-US" altLang="ja-JP" sz="2400" b="0" i="0" dirty="0">
              <a:effectLst/>
              <a:latin typeface="+mn-ea"/>
            </a:endParaRPr>
          </a:p>
          <a:p>
            <a:pPr marL="0" indent="0">
              <a:buNone/>
            </a:pPr>
            <a:r>
              <a:rPr lang="en-US" altLang="ja-JP" sz="2400" b="0" i="0" dirty="0">
                <a:effectLst/>
                <a:latin typeface="+mn-ea"/>
              </a:rPr>
              <a:t>【</a:t>
            </a:r>
            <a:r>
              <a:rPr lang="ja-JP" altLang="en-US" sz="2400" b="0" i="0" dirty="0">
                <a:effectLst/>
                <a:latin typeface="+mn-ea"/>
              </a:rPr>
              <a:t>流れ</a:t>
            </a:r>
            <a:r>
              <a:rPr lang="en-US" altLang="ja-JP" sz="2400" b="0" i="0" dirty="0">
                <a:effectLst/>
                <a:latin typeface="+mn-ea"/>
              </a:rPr>
              <a:t>】 </a:t>
            </a:r>
          </a:p>
          <a:p>
            <a:pPr marL="0" indent="0">
              <a:buNone/>
            </a:pPr>
            <a:r>
              <a:rPr lang="en-US" altLang="ja-JP" sz="2400" b="0" i="0" dirty="0">
                <a:effectLst/>
                <a:latin typeface="+mn-ea"/>
              </a:rPr>
              <a:t>①</a:t>
            </a:r>
            <a:r>
              <a:rPr lang="ja-JP" altLang="en-US" sz="2400" b="0" i="0" dirty="0">
                <a:effectLst/>
                <a:latin typeface="+mn-ea"/>
              </a:rPr>
              <a:t>清掃</a:t>
            </a:r>
            <a:endParaRPr lang="en-US" altLang="ja-JP" sz="2400" dirty="0">
              <a:latin typeface="+mn-ea"/>
            </a:endParaRPr>
          </a:p>
          <a:p>
            <a:pPr marL="0" indent="0">
              <a:buNone/>
            </a:pPr>
            <a:r>
              <a:rPr lang="ja-JP" altLang="en-US" sz="2400" b="0" i="0" dirty="0">
                <a:effectLst/>
                <a:latin typeface="+mn-ea"/>
              </a:rPr>
              <a:t>②工大祭実行委員会室に電話で連絡</a:t>
            </a:r>
            <a:endParaRPr lang="en-US" altLang="ja-JP" sz="2400" b="0" i="0" dirty="0">
              <a:effectLst/>
              <a:latin typeface="+mn-ea"/>
            </a:endParaRPr>
          </a:p>
          <a:p>
            <a:pPr marL="0" indent="0">
              <a:buNone/>
            </a:pPr>
            <a:r>
              <a:rPr lang="ja-JP" altLang="en-US" sz="2400" b="0" i="0" dirty="0">
                <a:effectLst/>
                <a:latin typeface="+mn-ea"/>
              </a:rPr>
              <a:t>③工大祭実行委員が到着するまで企画実施場所で待機</a:t>
            </a:r>
            <a:endParaRPr lang="en-US" altLang="ja-JP" sz="2400" b="0" i="0" dirty="0">
              <a:effectLst/>
              <a:latin typeface="+mn-ea"/>
            </a:endParaRPr>
          </a:p>
          <a:p>
            <a:pPr marL="0" indent="0">
              <a:buNone/>
            </a:pPr>
            <a:r>
              <a:rPr lang="ja-JP" altLang="en-US" sz="2400" dirty="0">
                <a:latin typeface="+mn-ea"/>
              </a:rPr>
              <a:t>④後述の項目を満たしているか工大祭実行委員の確認を受ける</a:t>
            </a:r>
            <a:endParaRPr lang="en-US" altLang="ja-JP" sz="2400" dirty="0">
              <a:latin typeface="+mn-ea"/>
            </a:endParaRPr>
          </a:p>
          <a:p>
            <a:pPr marL="0" indent="0">
              <a:buNone/>
            </a:pPr>
            <a:r>
              <a:rPr lang="ja-JP" altLang="en-US" sz="2400" b="0" i="0" dirty="0">
                <a:effectLst/>
                <a:latin typeface="+mn-ea"/>
              </a:rPr>
              <a:t>⑤問題がなければ解散</a:t>
            </a:r>
            <a:endParaRPr lang="en-US" altLang="ja-JP" sz="2400" b="0" i="0" dirty="0">
              <a:effectLst/>
              <a:latin typeface="+mn-ea"/>
            </a:endParaRPr>
          </a:p>
          <a:p>
            <a:pPr marL="0" indent="0">
              <a:buNone/>
            </a:pPr>
            <a:r>
              <a:rPr lang="ja-JP" altLang="en-US" sz="1800" dirty="0">
                <a:latin typeface="+mn-ea"/>
              </a:rPr>
              <a:t>　　　</a:t>
            </a:r>
            <a:endParaRPr lang="en-US" altLang="ja-JP" sz="1800" dirty="0">
              <a:latin typeface="+mn-ea"/>
            </a:endParaRPr>
          </a:p>
        </p:txBody>
      </p:sp>
    </p:spTree>
    <p:extLst>
      <p:ext uri="{BB962C8B-B14F-4D97-AF65-F5344CB8AC3E}">
        <p14:creationId xmlns:p14="http://schemas.microsoft.com/office/powerpoint/2010/main" val="7503659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講義室・その他企画（一部団体）の原状復帰</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69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原状復帰</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sz="2400" b="0" i="0" dirty="0">
                <a:effectLst/>
                <a:latin typeface="+mn-ea"/>
              </a:rPr>
              <a:t>● 各団体は</a:t>
            </a:r>
            <a:r>
              <a:rPr lang="en-US" altLang="ja-JP" sz="2400" b="0" i="0" dirty="0">
                <a:effectLst/>
                <a:latin typeface="+mn-ea"/>
              </a:rPr>
              <a:t>10</a:t>
            </a:r>
            <a:r>
              <a:rPr lang="ja-JP" altLang="en-US" sz="2400" b="0" i="0" dirty="0">
                <a:effectLst/>
                <a:latin typeface="+mn-ea"/>
              </a:rPr>
              <a:t>月</a:t>
            </a:r>
            <a:r>
              <a:rPr lang="en-US" altLang="ja-JP" sz="2400" b="0" i="0" dirty="0">
                <a:effectLst/>
                <a:latin typeface="+mn-ea"/>
              </a:rPr>
              <a:t>31</a:t>
            </a:r>
            <a:r>
              <a:rPr lang="ja-JP" altLang="en-US" sz="2400" b="0" i="0" dirty="0">
                <a:effectLst/>
                <a:latin typeface="+mn-ea"/>
              </a:rPr>
              <a:t>日</a:t>
            </a:r>
            <a:r>
              <a:rPr lang="en-US" altLang="ja-JP" sz="2400" b="0" i="0" dirty="0">
                <a:effectLst/>
                <a:latin typeface="+mn-ea"/>
              </a:rPr>
              <a:t>(</a:t>
            </a:r>
            <a:r>
              <a:rPr lang="ja-JP" altLang="en-US" sz="2400" b="0" i="0" dirty="0">
                <a:effectLst/>
                <a:latin typeface="+mn-ea"/>
              </a:rPr>
              <a:t>月</a:t>
            </a:r>
            <a:r>
              <a:rPr lang="en-US" altLang="ja-JP" sz="2400" b="0" i="0" dirty="0">
                <a:effectLst/>
                <a:latin typeface="+mn-ea"/>
              </a:rPr>
              <a:t>)</a:t>
            </a:r>
            <a:r>
              <a:rPr lang="ja-JP" altLang="en-US" sz="2400" b="0" i="0" dirty="0">
                <a:effectLst/>
                <a:latin typeface="+mn-ea"/>
              </a:rPr>
              <a:t>の</a:t>
            </a:r>
            <a:r>
              <a:rPr lang="en-US" altLang="ja-JP" sz="2400" b="0" i="0" dirty="0">
                <a:effectLst/>
                <a:latin typeface="+mn-ea"/>
              </a:rPr>
              <a:t>11:00</a:t>
            </a:r>
            <a:r>
              <a:rPr lang="ja-JP" altLang="en-US" sz="2400" b="0" i="0" dirty="0">
                <a:effectLst/>
                <a:latin typeface="+mn-ea"/>
              </a:rPr>
              <a:t>までに企画実施場所を元の</a:t>
            </a:r>
            <a:r>
              <a:rPr lang="ja-JP" altLang="en-US" sz="2400" b="0" i="0">
                <a:effectLst/>
                <a:latin typeface="+mn-ea"/>
              </a:rPr>
              <a:t>状態に</a:t>
            </a:r>
            <a:br>
              <a:rPr lang="en-US" altLang="ja-JP" sz="2400" b="0" i="0" dirty="0">
                <a:effectLst/>
                <a:latin typeface="+mn-ea"/>
              </a:rPr>
            </a:br>
            <a:r>
              <a:rPr lang="ja-JP" altLang="en-US" sz="2400" b="0" i="0">
                <a:effectLst/>
                <a:latin typeface="+mn-ea"/>
              </a:rPr>
              <a:t>戻して</a:t>
            </a:r>
            <a:r>
              <a:rPr lang="ja-JP" altLang="en-US" sz="2400" b="0" i="0" dirty="0">
                <a:effectLst/>
                <a:latin typeface="+mn-ea"/>
              </a:rPr>
              <a:t>ください</a:t>
            </a:r>
            <a:r>
              <a:rPr lang="en-US" altLang="ja-JP" sz="2400" b="0" i="0" dirty="0">
                <a:effectLst/>
                <a:latin typeface="+mn-ea"/>
              </a:rPr>
              <a:t>(</a:t>
            </a:r>
            <a:r>
              <a:rPr lang="ja-JP" altLang="en-US" sz="2400" b="0" i="0" dirty="0">
                <a:effectLst/>
                <a:latin typeface="+mn-ea"/>
              </a:rPr>
              <a:t>原状復帰</a:t>
            </a:r>
            <a:r>
              <a:rPr lang="en-US" altLang="ja-JP" sz="2400" b="0" i="0" dirty="0">
                <a:effectLst/>
                <a:latin typeface="+mn-ea"/>
              </a:rPr>
              <a:t>)</a:t>
            </a:r>
            <a:r>
              <a:rPr lang="ja-JP" altLang="en-US" sz="2400" b="0" i="0" dirty="0">
                <a:effectLst/>
                <a:latin typeface="+mn-ea"/>
              </a:rPr>
              <a:t>。</a:t>
            </a:r>
            <a:br>
              <a:rPr lang="ja-JP" altLang="en-US" sz="2400" dirty="0">
                <a:latin typeface="+mn-ea"/>
              </a:rPr>
            </a:br>
            <a:r>
              <a:rPr lang="ja-JP" altLang="en-US" sz="2400" b="0" i="0" dirty="0">
                <a:effectLst/>
                <a:latin typeface="+mn-ea"/>
              </a:rPr>
              <a:t>● 講義室は</a:t>
            </a:r>
            <a:r>
              <a:rPr lang="en-US" altLang="ja-JP" sz="2400" b="0" i="0" dirty="0">
                <a:effectLst/>
                <a:latin typeface="+mn-ea"/>
              </a:rPr>
              <a:t>8:00</a:t>
            </a:r>
            <a:r>
              <a:rPr lang="ja-JP" altLang="en-US" sz="2400" b="0" i="0" dirty="0">
                <a:effectLst/>
                <a:latin typeface="+mn-ea"/>
              </a:rPr>
              <a:t>以降に解錠できます。工大祭当日と同様、企画実施</a:t>
            </a:r>
            <a:r>
              <a:rPr lang="ja-JP" altLang="en-US" sz="2400" b="0" i="0">
                <a:effectLst/>
                <a:latin typeface="+mn-ea"/>
              </a:rPr>
              <a:t>場所に</a:t>
            </a:r>
            <a:br>
              <a:rPr lang="en-US" altLang="ja-JP" sz="2400" b="0" i="0" dirty="0">
                <a:effectLst/>
                <a:latin typeface="+mn-ea"/>
              </a:rPr>
            </a:br>
            <a:r>
              <a:rPr lang="ja-JP" altLang="en-US" sz="2400" b="0" i="0">
                <a:effectLst/>
                <a:latin typeface="+mn-ea"/>
              </a:rPr>
              <a:t>着き次第</a:t>
            </a:r>
            <a:r>
              <a:rPr lang="ja-JP" altLang="en-US" sz="2400" b="0" i="0" dirty="0">
                <a:effectLst/>
                <a:latin typeface="+mn-ea"/>
              </a:rPr>
              <a:t>、参加団体認定証を用意し、工大祭実行委員会室までご連絡ください。</a:t>
            </a:r>
            <a:br>
              <a:rPr lang="ja-JP" altLang="en-US" sz="2400" dirty="0">
                <a:latin typeface="+mn-ea"/>
              </a:rPr>
            </a:br>
            <a:r>
              <a:rPr lang="ja-JP" altLang="en-US" sz="2400" b="0" i="0" dirty="0">
                <a:effectLst/>
                <a:latin typeface="+mn-ea"/>
              </a:rPr>
              <a:t>● 原状復帰の際は以下のことを確認し、翌日からの講義に支障をきたさないようにしてください。</a:t>
            </a:r>
            <a:br>
              <a:rPr lang="ja-JP" altLang="en-US" sz="2400">
                <a:latin typeface="+mn-ea"/>
              </a:rPr>
            </a:br>
            <a:r>
              <a:rPr lang="en-US" altLang="ja-JP" sz="2400" dirty="0">
                <a:latin typeface="+mn-ea"/>
              </a:rPr>
              <a:t>  </a:t>
            </a:r>
            <a:r>
              <a:rPr lang="ja-JP" altLang="en-US" sz="2000" b="0" i="0">
                <a:effectLst/>
                <a:latin typeface="+mn-ea"/>
              </a:rPr>
              <a:t>□</a:t>
            </a:r>
            <a:r>
              <a:rPr lang="ja-JP" altLang="en-US" sz="2000" b="0" i="0" dirty="0">
                <a:effectLst/>
                <a:latin typeface="+mn-ea"/>
              </a:rPr>
              <a:t>企画実施場所及びその周辺に、企画運営に使用した物品が放置されていないこと</a:t>
            </a:r>
            <a:br>
              <a:rPr lang="ja-JP" altLang="en-US" sz="2000">
                <a:latin typeface="+mn-ea"/>
              </a:rPr>
            </a:br>
            <a:r>
              <a:rPr lang="en-US" altLang="ja-JP" sz="2000" dirty="0">
                <a:latin typeface="+mn-ea"/>
              </a:rPr>
              <a:t>  </a:t>
            </a:r>
            <a:r>
              <a:rPr lang="ja-JP" altLang="en-US" sz="2000" b="0" i="0">
                <a:effectLst/>
                <a:latin typeface="+mn-ea"/>
              </a:rPr>
              <a:t>□</a:t>
            </a:r>
            <a:r>
              <a:rPr lang="ja-JP" altLang="en-US" sz="2000" b="0" i="0" dirty="0">
                <a:effectLst/>
                <a:latin typeface="+mn-ea"/>
              </a:rPr>
              <a:t>企画実施場所に元からあった物品が元の位置に置かれていること</a:t>
            </a:r>
            <a:br>
              <a:rPr lang="ja-JP" altLang="en-US" sz="2000">
                <a:latin typeface="+mn-ea"/>
              </a:rPr>
            </a:br>
            <a:r>
              <a:rPr lang="en-US" altLang="ja-JP" sz="2000" dirty="0">
                <a:latin typeface="+mn-ea"/>
              </a:rPr>
              <a:t>  </a:t>
            </a:r>
            <a:r>
              <a:rPr lang="ja-JP" altLang="en-US" sz="2000" b="0" i="0">
                <a:effectLst/>
                <a:latin typeface="+mn-ea"/>
              </a:rPr>
              <a:t>□</a:t>
            </a:r>
            <a:r>
              <a:rPr lang="ja-JP" altLang="en-US" sz="2000" b="0" i="0" dirty="0">
                <a:effectLst/>
                <a:latin typeface="+mn-ea"/>
              </a:rPr>
              <a:t>企画実施場所にゴミや汚れなどが残されていないこと</a:t>
            </a:r>
            <a:br>
              <a:rPr lang="ja-JP" altLang="en-US" sz="2000">
                <a:latin typeface="+mn-ea"/>
              </a:rPr>
            </a:br>
            <a:r>
              <a:rPr lang="en-US" altLang="ja-JP" sz="2000" dirty="0">
                <a:latin typeface="+mn-ea"/>
              </a:rPr>
              <a:t>  </a:t>
            </a:r>
            <a:r>
              <a:rPr lang="ja-JP" altLang="en-US" sz="2000" b="0" i="0">
                <a:effectLst/>
                <a:latin typeface="+mn-ea"/>
              </a:rPr>
              <a:t>□</a:t>
            </a:r>
            <a:r>
              <a:rPr lang="ja-JP" altLang="en-US" sz="2000" b="0" i="0" dirty="0">
                <a:effectLst/>
                <a:latin typeface="+mn-ea"/>
              </a:rPr>
              <a:t>使用した講義室内及び講義室前の廊下のゴミ箱のゴミを処理</a:t>
            </a:r>
            <a:r>
              <a:rPr lang="ja-JP" altLang="en-US" sz="2000" b="0" i="0">
                <a:effectLst/>
                <a:latin typeface="+mn-ea"/>
              </a:rPr>
              <a:t>し、</a:t>
            </a:r>
            <a:br>
              <a:rPr lang="en-US" altLang="ja-JP" sz="2000" b="0" i="0" dirty="0">
                <a:effectLst/>
                <a:latin typeface="+mn-ea"/>
              </a:rPr>
            </a:br>
            <a:r>
              <a:rPr lang="en-US" altLang="ja-JP" sz="2000" b="0" i="0" dirty="0">
                <a:effectLst/>
                <a:latin typeface="+mn-ea"/>
              </a:rPr>
              <a:t>      </a:t>
            </a:r>
            <a:r>
              <a:rPr lang="ja-JP" altLang="en-US" sz="2000" b="0" i="0">
                <a:effectLst/>
                <a:latin typeface="+mn-ea"/>
              </a:rPr>
              <a:t>新しい</a:t>
            </a:r>
            <a:r>
              <a:rPr lang="ja-JP" altLang="en-US" sz="2000" b="0" i="0" dirty="0">
                <a:effectLst/>
                <a:latin typeface="+mn-ea"/>
              </a:rPr>
              <a:t>ゴミ袋が設置されていること</a:t>
            </a:r>
            <a:br>
              <a:rPr lang="ja-JP" altLang="en-US" sz="2000" dirty="0">
                <a:latin typeface="+mn-ea"/>
              </a:rPr>
            </a:br>
            <a:r>
              <a:rPr lang="ja-JP" altLang="en-US" sz="2400" b="0" i="0" dirty="0">
                <a:effectLst/>
                <a:latin typeface="+mn-ea"/>
              </a:rPr>
              <a:t>● 原状復帰が終了後、工大祭実行委員会室までご連絡ください。工大祭実行委員が確認を行います。確認が終わり次第、解散となります。</a:t>
            </a:r>
            <a:br>
              <a:rPr lang="ja-JP" altLang="en-US" sz="2000">
                <a:latin typeface="+mn-ea"/>
              </a:rPr>
            </a:br>
            <a:endParaRPr lang="en-US" altLang="ja-JP" sz="1800" dirty="0">
              <a:solidFill>
                <a:srgbClr val="333333"/>
              </a:solidFill>
              <a:latin typeface="+mn-ea"/>
            </a:endParaRPr>
          </a:p>
        </p:txBody>
      </p:sp>
    </p:spTree>
    <p:extLst>
      <p:ext uri="{BB962C8B-B14F-4D97-AF65-F5344CB8AC3E}">
        <p14:creationId xmlns:p14="http://schemas.microsoft.com/office/powerpoint/2010/main" val="2042222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講義室・その他企画（一部団体）の原状復帰</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原状復帰</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p:txBody>
          <a:bodyPr>
            <a:normAutofit/>
          </a:bodyPr>
          <a:lstStyle/>
          <a:p>
            <a:pPr marL="0" indent="0">
              <a:buNone/>
            </a:pPr>
            <a:r>
              <a:rPr lang="ja-JP" altLang="en-US" sz="2400" b="0" i="0">
                <a:effectLst/>
                <a:latin typeface="+mn-ea"/>
              </a:rPr>
              <a:t>● </a:t>
            </a:r>
            <a:r>
              <a:rPr lang="ja-JP" altLang="en-US" sz="2400" b="0" i="0" dirty="0">
                <a:effectLst/>
                <a:latin typeface="+mn-ea"/>
              </a:rPr>
              <a:t>工大祭実行委員会の確認が必要な場合のみ事前にご連絡</a:t>
            </a:r>
            <a:r>
              <a:rPr lang="ja-JP" altLang="en-US" sz="2400" b="0" i="0">
                <a:effectLst/>
                <a:latin typeface="+mn-ea"/>
              </a:rPr>
              <a:t>いたします。</a:t>
            </a:r>
            <a:br>
              <a:rPr lang="en-US" altLang="ja-JP" sz="2400" b="0" i="0" dirty="0">
                <a:effectLst/>
                <a:latin typeface="+mn-ea"/>
              </a:rPr>
            </a:br>
            <a:r>
              <a:rPr lang="ja-JP" altLang="en-US" sz="2400" b="0" i="0">
                <a:effectLst/>
                <a:latin typeface="+mn-ea"/>
              </a:rPr>
              <a:t>連絡</a:t>
            </a:r>
            <a:r>
              <a:rPr lang="ja-JP" altLang="en-US" sz="2400" b="0" i="0" dirty="0">
                <a:effectLst/>
                <a:latin typeface="+mn-ea"/>
              </a:rPr>
              <a:t>のない場合は、各自の判断で原状復帰を行って</a:t>
            </a:r>
            <a:r>
              <a:rPr lang="ja-JP" altLang="en-US" sz="2400" b="0" i="0">
                <a:effectLst/>
                <a:latin typeface="+mn-ea"/>
              </a:rPr>
              <a:t>ください。</a:t>
            </a:r>
            <a:br>
              <a:rPr lang="ja-JP" altLang="en-US" sz="2400" dirty="0">
                <a:latin typeface="+mn-ea"/>
              </a:rPr>
            </a:br>
            <a:r>
              <a:rPr lang="ja-JP" altLang="en-US" sz="2400" b="0" i="0" dirty="0">
                <a:effectLst/>
                <a:latin typeface="+mn-ea"/>
              </a:rPr>
              <a:t>● 確認には、当委員会で事前に撮影した画像を使用する場合が</a:t>
            </a:r>
            <a:r>
              <a:rPr lang="ja-JP" altLang="en-US" sz="2400" b="0" i="0">
                <a:effectLst/>
                <a:latin typeface="+mn-ea"/>
              </a:rPr>
              <a:t>ございます。</a:t>
            </a:r>
            <a:br>
              <a:rPr lang="ja-JP" altLang="en-US" sz="2400" dirty="0">
                <a:latin typeface="+mn-ea"/>
              </a:rPr>
            </a:br>
            <a:r>
              <a:rPr lang="ja-JP" altLang="en-US" sz="2400" b="0" i="0" dirty="0">
                <a:effectLst/>
                <a:latin typeface="+mn-ea"/>
              </a:rPr>
              <a:t>● 時間帯によっては連絡をいただいてから委員が到着するまで</a:t>
            </a:r>
            <a:r>
              <a:rPr lang="en-US" altLang="ja-JP" sz="2400" b="0" i="0" dirty="0">
                <a:effectLst/>
                <a:latin typeface="+mn-ea"/>
              </a:rPr>
              <a:t>30</a:t>
            </a:r>
            <a:r>
              <a:rPr lang="ja-JP" altLang="en-US" sz="2400" b="0" i="0">
                <a:effectLst/>
                <a:latin typeface="+mn-ea"/>
              </a:rPr>
              <a:t>分程度</a:t>
            </a:r>
            <a:br>
              <a:rPr lang="en-US" altLang="ja-JP" sz="2400" b="0" i="0" dirty="0">
                <a:effectLst/>
                <a:latin typeface="+mn-ea"/>
              </a:rPr>
            </a:br>
            <a:r>
              <a:rPr lang="ja-JP" altLang="en-US" sz="2400" b="0" i="0">
                <a:effectLst/>
                <a:latin typeface="+mn-ea"/>
              </a:rPr>
              <a:t>お待ち</a:t>
            </a:r>
            <a:r>
              <a:rPr lang="ja-JP" altLang="en-US" sz="2400" b="0" i="0" dirty="0">
                <a:effectLst/>
                <a:latin typeface="+mn-ea"/>
              </a:rPr>
              <a:t>いただく場合が</a:t>
            </a:r>
            <a:r>
              <a:rPr lang="ja-JP" altLang="en-US" sz="2400" b="0" i="0">
                <a:effectLst/>
                <a:latin typeface="+mn-ea"/>
              </a:rPr>
              <a:t>ございます。</a:t>
            </a:r>
            <a:br>
              <a:rPr lang="ja-JP" altLang="en-US" sz="2400" dirty="0">
                <a:latin typeface="+mn-ea"/>
              </a:rPr>
            </a:br>
            <a:r>
              <a:rPr lang="ja-JP" altLang="en-US" sz="2400" b="0" i="0" dirty="0">
                <a:effectLst/>
                <a:latin typeface="+mn-ea"/>
              </a:rPr>
              <a:t>● 企画実施場所に傷をつけた場合や、物品を破損した場合、清掃不可能</a:t>
            </a:r>
            <a:r>
              <a:rPr lang="ja-JP" altLang="en-US" sz="2400" b="0" i="0">
                <a:effectLst/>
                <a:latin typeface="+mn-ea"/>
              </a:rPr>
              <a:t>な程</a:t>
            </a:r>
            <a:br>
              <a:rPr lang="en-US" altLang="ja-JP" sz="2400" b="0" i="0" dirty="0">
                <a:effectLst/>
                <a:latin typeface="+mn-ea"/>
              </a:rPr>
            </a:br>
            <a:r>
              <a:rPr lang="ja-JP" altLang="en-US" sz="2400" b="0" i="0">
                <a:effectLst/>
                <a:latin typeface="+mn-ea"/>
              </a:rPr>
              <a:t>汚損</a:t>
            </a:r>
            <a:r>
              <a:rPr lang="ja-JP" altLang="en-US" sz="2400" b="0" i="0" dirty="0">
                <a:effectLst/>
                <a:latin typeface="+mn-ea"/>
              </a:rPr>
              <a:t>した場合は工大祭実行委員会まで報告してください。</a:t>
            </a:r>
            <a:br>
              <a:rPr lang="ja-JP" altLang="en-US" sz="2400" dirty="0">
                <a:latin typeface="+mn-ea"/>
              </a:rPr>
            </a:br>
            <a:r>
              <a:rPr lang="ja-JP" altLang="en-US" sz="2400" b="0" i="0" dirty="0">
                <a:effectLst/>
                <a:latin typeface="+mn-ea"/>
              </a:rPr>
              <a:t>● 講義室のゴミ箱及び講義室前の廊下のゴミ箱は使用して構いません</a:t>
            </a:r>
            <a:r>
              <a:rPr lang="ja-JP" altLang="en-US" sz="2400" b="0" i="0">
                <a:effectLst/>
                <a:latin typeface="+mn-ea"/>
              </a:rPr>
              <a:t>が、</a:t>
            </a:r>
            <a:br>
              <a:rPr lang="en-US" altLang="ja-JP" sz="2400" b="0" i="0" dirty="0">
                <a:effectLst/>
                <a:latin typeface="+mn-ea"/>
              </a:rPr>
            </a:br>
            <a:r>
              <a:rPr lang="ja-JP" altLang="en-US" sz="2400" b="0" i="0">
                <a:effectLst/>
                <a:latin typeface="+mn-ea"/>
              </a:rPr>
              <a:t>使用</a:t>
            </a:r>
            <a:r>
              <a:rPr lang="ja-JP" altLang="en-US" sz="2400" b="0" i="0" dirty="0">
                <a:effectLst/>
                <a:latin typeface="+mn-ea"/>
              </a:rPr>
              <a:t>したゴミ箱のゴミは各団体で処理するか、</a:t>
            </a:r>
            <a:r>
              <a:rPr lang="en-US" altLang="ja-JP" sz="2400" b="0" i="0" dirty="0">
                <a:effectLst/>
                <a:latin typeface="+mn-ea"/>
              </a:rPr>
              <a:t>15:00</a:t>
            </a:r>
            <a:r>
              <a:rPr lang="ja-JP" altLang="en-US" sz="2400" b="0" i="0" dirty="0">
                <a:effectLst/>
                <a:latin typeface="+mn-ea"/>
              </a:rPr>
              <a:t>までにゴミを</a:t>
            </a:r>
            <a:r>
              <a:rPr lang="ja-JP" altLang="en-US" sz="2400" b="0" i="0">
                <a:effectLst/>
                <a:latin typeface="+mn-ea"/>
              </a:rPr>
              <a:t>集積場に</a:t>
            </a:r>
            <a:br>
              <a:rPr lang="en-US" altLang="ja-JP" sz="2400" b="0" i="0" dirty="0">
                <a:effectLst/>
                <a:latin typeface="+mn-ea"/>
              </a:rPr>
            </a:br>
            <a:r>
              <a:rPr lang="ja-JP" altLang="en-US" sz="2400" b="0" i="0">
                <a:effectLst/>
                <a:latin typeface="+mn-ea"/>
              </a:rPr>
              <a:t>捨てて</a:t>
            </a:r>
            <a:r>
              <a:rPr lang="ja-JP" altLang="en-US" sz="2400" b="0" i="0" dirty="0">
                <a:effectLst/>
                <a:latin typeface="+mn-ea"/>
              </a:rPr>
              <a:t>ください。</a:t>
            </a:r>
            <a:br>
              <a:rPr lang="ja-JP" altLang="en-US" sz="2400" dirty="0">
                <a:latin typeface="+mn-ea"/>
              </a:rPr>
            </a:br>
            <a:r>
              <a:rPr lang="ja-JP" altLang="en-US" sz="2400" b="0" i="0" dirty="0">
                <a:effectLst/>
                <a:latin typeface="+mn-ea"/>
              </a:rPr>
              <a:t>● ゴミ袋は</a:t>
            </a:r>
            <a:r>
              <a:rPr lang="en-US" altLang="ja-JP" sz="2400" b="0" i="0" dirty="0">
                <a:effectLst/>
                <a:latin typeface="+mn-ea"/>
              </a:rPr>
              <a:t>【</a:t>
            </a:r>
            <a:r>
              <a:rPr lang="ja-JP" altLang="en-US" sz="2400" b="0" i="0" dirty="0">
                <a:effectLst/>
                <a:latin typeface="+mn-ea"/>
              </a:rPr>
              <a:t>西</a:t>
            </a:r>
            <a:r>
              <a:rPr lang="en-US" altLang="ja-JP" sz="2400" b="0" i="0" dirty="0">
                <a:effectLst/>
                <a:latin typeface="+mn-ea"/>
              </a:rPr>
              <a:t>8</a:t>
            </a:r>
            <a:r>
              <a:rPr lang="ja-JP" altLang="en-US" sz="2400" b="0" i="0" dirty="0">
                <a:effectLst/>
                <a:latin typeface="+mn-ea"/>
              </a:rPr>
              <a:t>号館脇集積場、南</a:t>
            </a:r>
            <a:r>
              <a:rPr lang="en-US" altLang="ja-JP" sz="2400" b="0" i="0" dirty="0">
                <a:effectLst/>
                <a:latin typeface="+mn-ea"/>
              </a:rPr>
              <a:t>5</a:t>
            </a:r>
            <a:r>
              <a:rPr lang="ja-JP" altLang="en-US" sz="2400" b="0" i="0" dirty="0">
                <a:effectLst/>
                <a:latin typeface="+mn-ea"/>
              </a:rPr>
              <a:t>号館裏集積場</a:t>
            </a:r>
            <a:r>
              <a:rPr lang="en-US" altLang="ja-JP" sz="2400" b="0" i="0" dirty="0">
                <a:effectLst/>
                <a:latin typeface="+mn-ea"/>
              </a:rPr>
              <a:t>】</a:t>
            </a:r>
            <a:r>
              <a:rPr lang="ja-JP" altLang="en-US" sz="2400" b="0" i="0" dirty="0">
                <a:effectLst/>
                <a:latin typeface="+mn-ea"/>
              </a:rPr>
              <a:t>、本部跡</a:t>
            </a:r>
            <a:r>
              <a:rPr lang="en-US" altLang="ja-JP" sz="2400" b="0" i="0" dirty="0">
                <a:effectLst/>
                <a:latin typeface="+mn-ea"/>
              </a:rPr>
              <a:t>(P.07)</a:t>
            </a:r>
            <a:r>
              <a:rPr lang="ja-JP" altLang="en-US" sz="2400" b="0" i="0" dirty="0">
                <a:effectLst/>
                <a:latin typeface="+mn-ea"/>
              </a:rPr>
              <a:t>にて配布しております。</a:t>
            </a:r>
            <a:endParaRPr lang="en-US" altLang="ja-JP" sz="3600" dirty="0">
              <a:latin typeface="+mn-ea"/>
            </a:endParaRPr>
          </a:p>
          <a:p>
            <a:pPr marL="0" indent="0">
              <a:buNone/>
            </a:pPr>
            <a:endParaRPr lang="en-US" altLang="ja-JP" sz="1800" dirty="0">
              <a:solidFill>
                <a:srgbClr val="333333"/>
              </a:solidFill>
              <a:latin typeface="+mn-ea"/>
            </a:endParaRPr>
          </a:p>
        </p:txBody>
      </p:sp>
    </p:spTree>
    <p:extLst>
      <p:ext uri="{BB962C8B-B14F-4D97-AF65-F5344CB8AC3E}">
        <p14:creationId xmlns:p14="http://schemas.microsoft.com/office/powerpoint/2010/main" val="2598160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A6CDA-54A6-4BE6-A34E-B77C9849DCAE}"/>
              </a:ext>
            </a:extLst>
          </p:cNvPr>
          <p:cNvSpPr>
            <a:spLocks noGrp="1"/>
          </p:cNvSpPr>
          <p:nvPr>
            <p:ph type="dt" sz="half" idx="10"/>
          </p:nvPr>
        </p:nvSpPr>
        <p:spPr/>
        <p:txBody>
          <a:bodyPr/>
          <a:lstStyle/>
          <a:p>
            <a:endParaRPr lang="en-US" altLang="ja-JP" dirty="0"/>
          </a:p>
        </p:txBody>
      </p:sp>
      <p:sp>
        <p:nvSpPr>
          <p:cNvPr id="3" name="フッター プレースホルダー 2">
            <a:extLst>
              <a:ext uri="{FF2B5EF4-FFF2-40B4-BE49-F238E27FC236}">
                <a16:creationId xmlns:a16="http://schemas.microsoft.com/office/drawing/2014/main" id="{A4F3E6D8-5C5C-45A5-930A-16DC7DD25200}"/>
              </a:ext>
            </a:extLst>
          </p:cNvPr>
          <p:cNvSpPr>
            <a:spLocks noGrp="1"/>
          </p:cNvSpPr>
          <p:nvPr>
            <p:ph type="ftr" sz="quarter" idx="11"/>
          </p:nvPr>
        </p:nvSpPr>
        <p:spPr>
          <a:xfrm>
            <a:off x="2593273" y="6356350"/>
            <a:ext cx="42139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4" name="スライド番号プレースホルダー 3">
            <a:extLst>
              <a:ext uri="{FF2B5EF4-FFF2-40B4-BE49-F238E27FC236}">
                <a16:creationId xmlns:a16="http://schemas.microsoft.com/office/drawing/2014/main" id="{EA0BDE7D-FAC7-4947-AC22-FF6AC0417CC2}"/>
              </a:ext>
            </a:extLst>
          </p:cNvPr>
          <p:cNvSpPr>
            <a:spLocks noGrp="1"/>
          </p:cNvSpPr>
          <p:nvPr>
            <p:ph type="sldNum" sz="quarter" idx="12"/>
          </p:nvPr>
        </p:nvSpPr>
        <p:spPr/>
        <p:txBody>
          <a:bodyPr/>
          <a:lstStyle/>
          <a:p>
            <a:fld id="{0F0EF7AB-B510-8C44-AA88-37FA8199EE70}" type="slidenum">
              <a:rPr lang="ja-JP" altLang="en-US" smtClean="0"/>
              <a:t>71</a:t>
            </a:fld>
            <a:endParaRPr lang="ja-JP" altLang="en-US" dirty="0"/>
          </a:p>
        </p:txBody>
      </p:sp>
      <p:sp>
        <p:nvSpPr>
          <p:cNvPr id="5" name="タイトル 4">
            <a:extLst>
              <a:ext uri="{FF2B5EF4-FFF2-40B4-BE49-F238E27FC236}">
                <a16:creationId xmlns:a16="http://schemas.microsoft.com/office/drawing/2014/main" id="{051F8242-8F7D-47B5-B8D5-572132F59C5F}"/>
              </a:ext>
            </a:extLst>
          </p:cNvPr>
          <p:cNvSpPr>
            <a:spLocks noGrp="1"/>
          </p:cNvSpPr>
          <p:nvPr>
            <p:ph type="ctrTitle"/>
          </p:nvPr>
        </p:nvSpPr>
        <p:spPr/>
        <p:txBody>
          <a:bodyPr>
            <a:normAutofit/>
          </a:bodyPr>
          <a:lstStyle/>
          <a:p>
            <a:r>
              <a:rPr lang="en-US" altLang="ja-JP" sz="4400" dirty="0"/>
              <a:t>7.</a:t>
            </a:r>
            <a:r>
              <a:rPr lang="ja-JP" altLang="en-US" sz="4400" dirty="0"/>
              <a:t>付録</a:t>
            </a:r>
          </a:p>
        </p:txBody>
      </p:sp>
    </p:spTree>
    <p:extLst>
      <p:ext uri="{BB962C8B-B14F-4D97-AF65-F5344CB8AC3E}">
        <p14:creationId xmlns:p14="http://schemas.microsoft.com/office/powerpoint/2010/main" val="7151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落し物を見つけたとき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72</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r>
              <a:rPr lang="ja-JP" altLang="en-US" sz="3600" b="0" i="0" dirty="0">
                <a:effectLst/>
                <a:latin typeface="-apple-system"/>
              </a:rPr>
              <a:t>各団体で保管せず、速やかにお近くの工大祭実行委員または本部、案内所、工大祭実行</a:t>
            </a:r>
            <a:r>
              <a:rPr lang="ja-JP" altLang="en-US" sz="3600" b="0" i="0">
                <a:effectLst/>
                <a:latin typeface="-apple-system"/>
              </a:rPr>
              <a:t>委員会室まで</a:t>
            </a:r>
            <a:br>
              <a:rPr lang="en-US" altLang="ja-JP" sz="3600" b="0" i="0" dirty="0">
                <a:effectLst/>
                <a:latin typeface="-apple-system"/>
              </a:rPr>
            </a:br>
            <a:r>
              <a:rPr lang="ja-JP" altLang="en-US" sz="3600" b="0" i="0">
                <a:effectLst/>
                <a:latin typeface="-apple-system"/>
              </a:rPr>
              <a:t>届けて</a:t>
            </a:r>
            <a:r>
              <a:rPr lang="ja-JP" altLang="en-US" sz="3600" b="0" i="0" dirty="0">
                <a:effectLst/>
                <a:latin typeface="-apple-system"/>
              </a:rPr>
              <a:t>ください。</a:t>
            </a:r>
            <a:endParaRPr lang="en-US" altLang="ja-JP" sz="3600" b="0" i="0" dirty="0">
              <a:effectLst/>
              <a:latin typeface="-apple-system"/>
            </a:endParaRPr>
          </a:p>
          <a:p>
            <a:r>
              <a:rPr lang="ja-JP" altLang="en-US" sz="3600" b="0" i="0" dirty="0">
                <a:effectLst/>
                <a:latin typeface="-apple-system"/>
              </a:rPr>
              <a:t>拾得場所・拾得日時を記録し届ける際に工大祭実行委員へ伝えてください。</a:t>
            </a:r>
            <a:endParaRPr lang="en-US" altLang="ja-JP" sz="3600" b="0" i="0" dirty="0">
              <a:effectLst/>
              <a:latin typeface="-apple-system"/>
            </a:endParaRPr>
          </a:p>
          <a:p>
            <a:r>
              <a:rPr lang="ja-JP" altLang="en-US" sz="3600" b="0" i="0" dirty="0">
                <a:effectLst/>
                <a:latin typeface="-apple-system"/>
              </a:rPr>
              <a:t>企画設営前に、企画実施場所に忘れ物</a:t>
            </a:r>
            <a:r>
              <a:rPr lang="ja-JP" altLang="en-US" sz="3600" b="0" i="0">
                <a:effectLst/>
                <a:latin typeface="-apple-system"/>
              </a:rPr>
              <a:t>を見つけた</a:t>
            </a:r>
            <a:br>
              <a:rPr lang="en-US" altLang="ja-JP" sz="3600" b="0" i="0" dirty="0">
                <a:effectLst/>
                <a:latin typeface="-apple-system"/>
              </a:rPr>
            </a:br>
            <a:r>
              <a:rPr lang="ja-JP" altLang="en-US" sz="3600" b="0" i="0">
                <a:effectLst/>
                <a:latin typeface="-apple-system"/>
              </a:rPr>
              <a:t>場合</a:t>
            </a:r>
            <a:r>
              <a:rPr lang="ja-JP" altLang="en-US" sz="3600" b="0" i="0" dirty="0">
                <a:effectLst/>
                <a:latin typeface="-apple-system"/>
              </a:rPr>
              <a:t>は、工大祭期間中の忘れ物と</a:t>
            </a:r>
            <a:r>
              <a:rPr lang="ja-JP" altLang="en-US" sz="3600" b="0" i="0">
                <a:effectLst/>
                <a:latin typeface="-apple-system"/>
              </a:rPr>
              <a:t>区別して工大祭実行委員会までお届けください。</a:t>
            </a:r>
            <a:endParaRPr kumimoji="1" lang="ja-JP" altLang="en-US" sz="3600" dirty="0"/>
          </a:p>
        </p:txBody>
      </p:sp>
    </p:spTree>
    <p:extLst>
      <p:ext uri="{BB962C8B-B14F-4D97-AF65-F5344CB8AC3E}">
        <p14:creationId xmlns:p14="http://schemas.microsoft.com/office/powerpoint/2010/main" val="928463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迷子・迷子の保護者を見つけたとき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73</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9638" y="1330157"/>
            <a:ext cx="10645240" cy="4828921"/>
          </a:xfrm>
        </p:spPr>
        <p:txBody>
          <a:bodyPr>
            <a:normAutofit/>
          </a:bodyPr>
          <a:lstStyle/>
          <a:p>
            <a:endParaRPr lang="en-US" altLang="ja-JP" sz="4000" b="0" i="0" dirty="0">
              <a:solidFill>
                <a:srgbClr val="333333"/>
              </a:solidFill>
              <a:effectLst/>
              <a:latin typeface="-apple-system"/>
            </a:endParaRPr>
          </a:p>
          <a:p>
            <a:r>
              <a:rPr lang="ja-JP" altLang="en-US" sz="4000" b="0" i="0" dirty="0">
                <a:effectLst/>
                <a:latin typeface="-apple-system"/>
              </a:rPr>
              <a:t>お近くの工大祭実行委員または本部、案内所、工大祭実行委員会室までご連絡</a:t>
            </a:r>
            <a:r>
              <a:rPr lang="ja-JP" altLang="en-US" sz="4000" b="0" i="0">
                <a:effectLst/>
                <a:latin typeface="-apple-system"/>
              </a:rPr>
              <a:t>ください。</a:t>
            </a:r>
            <a:br>
              <a:rPr lang="en-US" altLang="ja-JP" sz="4000" b="0" i="0" dirty="0">
                <a:effectLst/>
                <a:latin typeface="-apple-system"/>
              </a:rPr>
            </a:br>
            <a:r>
              <a:rPr lang="ja-JP" altLang="en-US" sz="4000" b="0" i="0">
                <a:effectLst/>
                <a:latin typeface="-apple-system"/>
              </a:rPr>
              <a:t>誘拐</a:t>
            </a:r>
            <a:r>
              <a:rPr lang="ja-JP" altLang="en-US" sz="4000" b="0" i="0" dirty="0">
                <a:effectLst/>
                <a:latin typeface="-apple-system"/>
              </a:rPr>
              <a:t>などの危険があるので声を出して探すなどの行為は絶対にしないでください。</a:t>
            </a:r>
            <a:endParaRPr kumimoji="1" lang="ja-JP" altLang="en-US" sz="4000" dirty="0"/>
          </a:p>
        </p:txBody>
      </p:sp>
    </p:spTree>
    <p:extLst>
      <p:ext uri="{BB962C8B-B14F-4D97-AF65-F5344CB8AC3E}">
        <p14:creationId xmlns:p14="http://schemas.microsoft.com/office/powerpoint/2010/main" val="27775295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雨が降ったとき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74</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Autofit/>
          </a:bodyPr>
          <a:lstStyle/>
          <a:p>
            <a:r>
              <a:rPr lang="ja-JP" altLang="en-US" b="0" i="0" dirty="0">
                <a:effectLst/>
                <a:latin typeface="-apple-system"/>
              </a:rPr>
              <a:t>企画を続けるかどうかは各団体の判断にお任せいたします。ただし模擬店企画は雨天決行ですので、多少の雨であれば企画を</a:t>
            </a:r>
            <a:r>
              <a:rPr lang="ja-JP" altLang="en-US" b="0" i="0">
                <a:effectLst/>
                <a:latin typeface="-apple-system"/>
              </a:rPr>
              <a:t>続行して</a:t>
            </a:r>
            <a:br>
              <a:rPr lang="en-US" altLang="ja-JP" b="0" i="0" dirty="0">
                <a:effectLst/>
                <a:latin typeface="-apple-system"/>
              </a:rPr>
            </a:br>
            <a:r>
              <a:rPr lang="ja-JP" altLang="en-US" b="0" i="0">
                <a:effectLst/>
                <a:latin typeface="-apple-system"/>
              </a:rPr>
              <a:t>構いません。</a:t>
            </a:r>
            <a:r>
              <a:rPr lang="ja-JP" altLang="en-US" b="0" i="0" dirty="0">
                <a:effectLst/>
                <a:latin typeface="-apple-system"/>
              </a:rPr>
              <a:t>なお、企画を中止する際は参加団体認定証をお持ちの上、第一責任者が本部までお越しください。</a:t>
            </a:r>
            <a:endParaRPr lang="en-US" altLang="ja-JP" b="0" i="0" dirty="0">
              <a:effectLst/>
              <a:latin typeface="-apple-system"/>
            </a:endParaRPr>
          </a:p>
          <a:p>
            <a:r>
              <a:rPr lang="ja-JP" altLang="en-US" b="0" i="0" dirty="0">
                <a:effectLst/>
                <a:latin typeface="-apple-system"/>
              </a:rPr>
              <a:t>その後雨が止んだ場合でも終日飲食物の歩き売りが禁止</a:t>
            </a:r>
            <a:r>
              <a:rPr lang="ja-JP" altLang="en-US" b="0" i="0">
                <a:effectLst/>
                <a:latin typeface="-apple-system"/>
              </a:rPr>
              <a:t>となります</a:t>
            </a:r>
            <a:br>
              <a:rPr lang="en-US" altLang="ja-JP" b="0" i="0" dirty="0">
                <a:effectLst/>
                <a:latin typeface="-apple-system"/>
              </a:rPr>
            </a:br>
            <a:r>
              <a:rPr lang="ja-JP" altLang="en-US" b="0" i="0">
                <a:effectLst/>
                <a:latin typeface="-apple-system"/>
              </a:rPr>
              <a:t>の</a:t>
            </a:r>
            <a:r>
              <a:rPr lang="ja-JP" altLang="en-US" b="0" i="0" dirty="0">
                <a:effectLst/>
                <a:latin typeface="-apple-system"/>
              </a:rPr>
              <a:t>でご注意ください。</a:t>
            </a:r>
            <a:endParaRPr lang="en-US" altLang="ja-JP" b="0" i="0" dirty="0">
              <a:effectLst/>
              <a:latin typeface="-apple-system"/>
            </a:endParaRPr>
          </a:p>
          <a:p>
            <a:r>
              <a:rPr lang="ja-JP" altLang="en-US" b="0" i="0" dirty="0">
                <a:effectLst/>
                <a:latin typeface="-apple-system"/>
              </a:rPr>
              <a:t>荒天時は屋外での調理はできません。</a:t>
            </a:r>
            <a:endParaRPr lang="en-US" altLang="ja-JP" b="0" i="0" dirty="0">
              <a:effectLst/>
              <a:latin typeface="-apple-system"/>
            </a:endParaRPr>
          </a:p>
          <a:p>
            <a:r>
              <a:rPr lang="ja-JP" altLang="en-US" b="0" i="0" dirty="0">
                <a:effectLst/>
                <a:latin typeface="-apple-system"/>
              </a:rPr>
              <a:t>悪天候の場合、企画運営に関する情報をメール</a:t>
            </a:r>
            <a:r>
              <a:rPr lang="ja-JP" altLang="en-US" b="0" i="0">
                <a:effectLst/>
                <a:latin typeface="-apple-system"/>
              </a:rPr>
              <a:t>にてお知らせ</a:t>
            </a:r>
            <a:br>
              <a:rPr lang="en-US" altLang="ja-JP" b="0" i="0" dirty="0">
                <a:effectLst/>
                <a:latin typeface="-apple-system"/>
              </a:rPr>
            </a:br>
            <a:r>
              <a:rPr lang="ja-JP" altLang="en-US" b="0" i="0">
                <a:effectLst/>
                <a:latin typeface="-apple-system"/>
              </a:rPr>
              <a:t>いたします</a:t>
            </a:r>
            <a:r>
              <a:rPr lang="ja-JP" altLang="en-US" b="0" i="0" dirty="0">
                <a:effectLst/>
                <a:latin typeface="-apple-system"/>
              </a:rPr>
              <a:t>ので、随時ご確認ください。</a:t>
            </a:r>
            <a:endParaRPr lang="en-US" altLang="ja-JP" b="0" i="0" dirty="0">
              <a:effectLst/>
              <a:latin typeface="-apple-system"/>
            </a:endParaRPr>
          </a:p>
          <a:p>
            <a:r>
              <a:rPr lang="ja-JP" altLang="en-US" b="0" i="0" dirty="0">
                <a:effectLst/>
                <a:latin typeface="-apple-system"/>
              </a:rPr>
              <a:t>屋外のビラを撤去してください。</a:t>
            </a:r>
            <a:endParaRPr lang="en-US" altLang="ja-JP" b="0" i="0" dirty="0">
              <a:effectLst/>
              <a:latin typeface="-apple-system"/>
            </a:endParaRPr>
          </a:p>
          <a:p>
            <a:r>
              <a:rPr lang="ja-JP" altLang="en-US" b="0" i="0" dirty="0">
                <a:effectLst/>
                <a:latin typeface="-apple-system"/>
              </a:rPr>
              <a:t>屋外の電力供給を停止します。メールをご確認ください</a:t>
            </a:r>
            <a:r>
              <a:rPr lang="ja-JP" altLang="en-US" b="0" i="0" dirty="0">
                <a:solidFill>
                  <a:srgbClr val="333333"/>
                </a:solidFill>
                <a:effectLst/>
                <a:latin typeface="-apple-system"/>
              </a:rPr>
              <a:t>。</a:t>
            </a:r>
            <a:endParaRPr lang="en-US" altLang="ja-JP" b="0" i="0" dirty="0">
              <a:solidFill>
                <a:srgbClr val="333333"/>
              </a:solidFill>
              <a:effectLst/>
              <a:latin typeface="-apple-system"/>
            </a:endParaRPr>
          </a:p>
        </p:txBody>
      </p:sp>
    </p:spTree>
    <p:extLst>
      <p:ext uri="{BB962C8B-B14F-4D97-AF65-F5344CB8AC3E}">
        <p14:creationId xmlns:p14="http://schemas.microsoft.com/office/powerpoint/2010/main" val="23258881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風が強い</a:t>
            </a:r>
            <a:r>
              <a:rPr kumimoji="1" lang="ja-JP" altLang="en-US" dirty="0"/>
              <a:t>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75</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r>
              <a:rPr lang="ja-JP" altLang="en-US" sz="4000" b="0" i="0" dirty="0">
                <a:effectLst/>
                <a:latin typeface="-apple-system"/>
              </a:rPr>
              <a:t>テントが倒壊する危険があるので</a:t>
            </a:r>
            <a:r>
              <a:rPr lang="ja-JP" altLang="en-US" sz="4000" b="0" i="0">
                <a:effectLst/>
                <a:latin typeface="-apple-system"/>
              </a:rPr>
              <a:t>各団体の</a:t>
            </a:r>
            <a:br>
              <a:rPr lang="en-US" altLang="ja-JP" sz="4000" b="0" i="0" dirty="0">
                <a:effectLst/>
                <a:latin typeface="-apple-system"/>
              </a:rPr>
            </a:br>
            <a:r>
              <a:rPr lang="ja-JP" altLang="en-US" sz="4000" b="0" i="0">
                <a:effectLst/>
                <a:latin typeface="-apple-system"/>
              </a:rPr>
              <a:t>判断</a:t>
            </a:r>
            <a:r>
              <a:rPr lang="ja-JP" altLang="en-US" sz="4000" b="0" i="0" dirty="0">
                <a:effectLst/>
                <a:latin typeface="-apple-system"/>
              </a:rPr>
              <a:t>で早めにテントの脚をたたんでください。</a:t>
            </a:r>
            <a:endParaRPr lang="en-US" altLang="ja-JP" sz="4000" b="0" i="0" dirty="0">
              <a:effectLst/>
              <a:latin typeface="-apple-system"/>
            </a:endParaRPr>
          </a:p>
          <a:p>
            <a:r>
              <a:rPr lang="ja-JP" altLang="en-US" sz="4000" dirty="0">
                <a:latin typeface="-apple-system"/>
              </a:rPr>
              <a:t>看板を回収してください。</a:t>
            </a:r>
            <a:endParaRPr lang="en-US" altLang="ja-JP" sz="4000" dirty="0">
              <a:latin typeface="-apple-system"/>
            </a:endParaRPr>
          </a:p>
          <a:p>
            <a:r>
              <a:rPr lang="ja-JP" altLang="en-US" sz="4000" b="0" i="0" dirty="0">
                <a:effectLst/>
                <a:latin typeface="-apple-system"/>
              </a:rPr>
              <a:t>台風接近時など企画運営に支障が出るほど強風の場合、工大祭実行委員会より</a:t>
            </a:r>
            <a:r>
              <a:rPr lang="ja-JP" altLang="en-US" sz="4000" b="0" i="0">
                <a:effectLst/>
                <a:latin typeface="-apple-system"/>
              </a:rPr>
              <a:t>一時的に</a:t>
            </a:r>
            <a:br>
              <a:rPr lang="en-US" altLang="ja-JP" sz="4000" b="0" i="0" dirty="0">
                <a:effectLst/>
                <a:latin typeface="-apple-system"/>
              </a:rPr>
            </a:br>
            <a:r>
              <a:rPr lang="ja-JP" altLang="en-US" sz="4000" b="0" i="0">
                <a:effectLst/>
                <a:latin typeface="-apple-system"/>
              </a:rPr>
              <a:t>企画</a:t>
            </a:r>
            <a:r>
              <a:rPr lang="ja-JP" altLang="en-US" sz="4000" b="0" i="0" dirty="0">
                <a:effectLst/>
                <a:latin typeface="-apple-system"/>
              </a:rPr>
              <a:t>中止の指示を行う場合がございます</a:t>
            </a:r>
            <a:r>
              <a:rPr lang="ja-JP" altLang="en-US" sz="2400" b="0" i="0" dirty="0">
                <a:effectLst/>
                <a:latin typeface="-apple-system"/>
              </a:rPr>
              <a:t>。</a:t>
            </a:r>
            <a:endParaRPr lang="en-US" altLang="ja-JP" sz="2400" b="0" i="0" dirty="0">
              <a:effectLst/>
              <a:latin typeface="-apple-system"/>
            </a:endParaRPr>
          </a:p>
        </p:txBody>
      </p:sp>
    </p:spTree>
    <p:extLst>
      <p:ext uri="{BB962C8B-B14F-4D97-AF65-F5344CB8AC3E}">
        <p14:creationId xmlns:p14="http://schemas.microsoft.com/office/powerpoint/2010/main" val="4813990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けが人・急病人が出たとき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76</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pPr marL="0" indent="0">
              <a:buNone/>
            </a:pPr>
            <a:r>
              <a:rPr lang="ja-JP" altLang="en-US" sz="4000" b="0" i="0" dirty="0">
                <a:effectLst/>
                <a:latin typeface="-apple-system"/>
              </a:rPr>
              <a:t>救急車が必要</a:t>
            </a:r>
            <a:r>
              <a:rPr lang="ja-JP" altLang="en-US" sz="4000" b="0" i="0">
                <a:effectLst/>
                <a:latin typeface="-apple-system"/>
              </a:rPr>
              <a:t>か？</a:t>
            </a:r>
            <a:endParaRPr lang="en-US" altLang="ja-JP" sz="4000" dirty="0"/>
          </a:p>
          <a:p>
            <a:pPr marL="0" indent="0">
              <a:buNone/>
            </a:pPr>
            <a:r>
              <a:rPr lang="ja-JP" altLang="en-US" sz="3200" dirty="0">
                <a:latin typeface="-apple-system"/>
              </a:rPr>
              <a:t>→</a:t>
            </a:r>
            <a:r>
              <a:rPr lang="ja-JP" altLang="en-US" sz="3200" b="0" i="0" dirty="0">
                <a:effectLst/>
                <a:latin typeface="-apple-system"/>
              </a:rPr>
              <a:t>必要</a:t>
            </a:r>
            <a:br>
              <a:rPr lang="ja-JP" altLang="en-US" sz="3200" dirty="0"/>
            </a:br>
            <a:r>
              <a:rPr lang="ja-JP" altLang="en-US" sz="3200" b="0" i="0" dirty="0">
                <a:effectLst/>
                <a:latin typeface="-apple-system"/>
              </a:rPr>
              <a:t>　 至急</a:t>
            </a:r>
            <a:r>
              <a:rPr lang="en-US" altLang="ja-JP" sz="3200" b="0" i="0" dirty="0">
                <a:effectLst/>
                <a:latin typeface="+mn-ea"/>
              </a:rPr>
              <a:t>119</a:t>
            </a:r>
            <a:r>
              <a:rPr lang="ja-JP" altLang="en-US" sz="3200" b="0" i="0" dirty="0">
                <a:effectLst/>
                <a:latin typeface="-apple-system"/>
              </a:rPr>
              <a:t>番までご連絡ください。その後、すぐに</a:t>
            </a:r>
            <a:r>
              <a:rPr lang="ja-JP" altLang="en-US" sz="3200" b="0" i="0">
                <a:effectLst/>
                <a:latin typeface="-apple-system"/>
              </a:rPr>
              <a:t>本部、</a:t>
            </a:r>
            <a:br>
              <a:rPr lang="en-US" altLang="ja-JP" sz="3200" b="0" i="0" dirty="0">
                <a:effectLst/>
                <a:latin typeface="-apple-system"/>
              </a:rPr>
            </a:br>
            <a:r>
              <a:rPr lang="ja-JP" altLang="en-US" sz="3200" b="0" i="0">
                <a:effectLst/>
                <a:latin typeface="-apple-system"/>
              </a:rPr>
              <a:t>案</a:t>
            </a:r>
            <a:r>
              <a:rPr lang="ja-JP" altLang="en-US" sz="3200" b="0" i="0" dirty="0">
                <a:effectLst/>
                <a:latin typeface="-apple-system"/>
              </a:rPr>
              <a:t>内所、または工大祭実行委員会室までご連絡ください。</a:t>
            </a:r>
            <a:br>
              <a:rPr lang="ja-JP" altLang="en-US" sz="3200" dirty="0"/>
            </a:br>
            <a:endParaRPr lang="en-US" altLang="ja-JP" sz="3200" dirty="0"/>
          </a:p>
          <a:p>
            <a:pPr marL="0" indent="0">
              <a:buNone/>
            </a:pPr>
            <a:r>
              <a:rPr lang="ja-JP" altLang="en-US" sz="3200" dirty="0">
                <a:latin typeface="-apple-system"/>
              </a:rPr>
              <a:t>→</a:t>
            </a:r>
            <a:r>
              <a:rPr lang="ja-JP" altLang="en-US" sz="3200" b="0" i="0" dirty="0">
                <a:effectLst/>
                <a:latin typeface="-apple-system"/>
              </a:rPr>
              <a:t>必要でない</a:t>
            </a:r>
            <a:br>
              <a:rPr lang="ja-JP" altLang="en-US" sz="3200" dirty="0"/>
            </a:br>
            <a:r>
              <a:rPr lang="ja-JP" altLang="en-US" sz="3200" b="0" i="0" dirty="0">
                <a:effectLst/>
                <a:latin typeface="-apple-system"/>
              </a:rPr>
              <a:t>　本部、案内所、または工大祭実行委員会室</a:t>
            </a:r>
            <a:r>
              <a:rPr lang="ja-JP" altLang="en-US" sz="3200" b="0" i="0">
                <a:effectLst/>
                <a:latin typeface="-apple-system"/>
              </a:rPr>
              <a:t>までご連絡</a:t>
            </a:r>
            <a:br>
              <a:rPr lang="en-US" altLang="ja-JP" sz="3200" b="0" i="0" dirty="0">
                <a:effectLst/>
                <a:latin typeface="-apple-system"/>
              </a:rPr>
            </a:br>
            <a:r>
              <a:rPr lang="ja-JP" altLang="en-US" sz="3200" b="0" i="0">
                <a:effectLst/>
                <a:latin typeface="-apple-system"/>
              </a:rPr>
              <a:t>ください</a:t>
            </a:r>
            <a:r>
              <a:rPr lang="ja-JP" altLang="en-US" sz="3200" b="0" i="0" dirty="0">
                <a:effectLst/>
                <a:latin typeface="-apple-system"/>
              </a:rPr>
              <a:t>。</a:t>
            </a:r>
            <a:endParaRPr lang="en-US" altLang="ja-JP" sz="3200" b="0" i="0" dirty="0">
              <a:effectLst/>
              <a:latin typeface="-apple-system"/>
            </a:endParaRPr>
          </a:p>
        </p:txBody>
      </p:sp>
    </p:spTree>
    <p:extLst>
      <p:ext uri="{BB962C8B-B14F-4D97-AF65-F5344CB8AC3E}">
        <p14:creationId xmlns:p14="http://schemas.microsoft.com/office/powerpoint/2010/main" val="6314160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電気が止まったとき（屋外企画）</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77</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pPr marL="0" indent="0">
              <a:buNone/>
            </a:pPr>
            <a:r>
              <a:rPr lang="ja-JP" altLang="en-US" sz="4000" b="0" i="0" dirty="0">
                <a:effectLst/>
                <a:latin typeface="-apple-system"/>
              </a:rPr>
              <a:t>メールが届いたか？</a:t>
            </a:r>
            <a:br>
              <a:rPr lang="ja-JP" altLang="en-US" sz="4000" dirty="0"/>
            </a:br>
            <a:r>
              <a:rPr lang="ja-JP" altLang="en-US" sz="3200" dirty="0"/>
              <a:t>→</a:t>
            </a:r>
            <a:r>
              <a:rPr lang="ja-JP" altLang="en-US" sz="3200" b="0" i="0" dirty="0">
                <a:effectLst/>
                <a:latin typeface="-apple-system"/>
              </a:rPr>
              <a:t>はい</a:t>
            </a:r>
            <a:br>
              <a:rPr lang="ja-JP" altLang="en-US" sz="3200" dirty="0"/>
            </a:br>
            <a:r>
              <a:rPr lang="ja-JP" altLang="en-US" sz="3200" b="0" i="0" dirty="0">
                <a:effectLst/>
                <a:latin typeface="-apple-system"/>
              </a:rPr>
              <a:t>　 工大祭実行委員会の判断により、電力の供給を</a:t>
            </a:r>
            <a:r>
              <a:rPr lang="ja-JP" altLang="en-US" sz="3200" b="0" i="0">
                <a:effectLst/>
                <a:latin typeface="-apple-system"/>
              </a:rPr>
              <a:t>停止して</a:t>
            </a:r>
            <a:br>
              <a:rPr lang="en-US" altLang="ja-JP" sz="3200" b="0" i="0" dirty="0">
                <a:effectLst/>
                <a:latin typeface="-apple-system"/>
              </a:rPr>
            </a:br>
            <a:r>
              <a:rPr lang="ja-JP" altLang="en-US" sz="3200" b="0" i="0">
                <a:effectLst/>
                <a:latin typeface="-apple-system"/>
              </a:rPr>
              <a:t>います</a:t>
            </a:r>
            <a:r>
              <a:rPr lang="ja-JP" altLang="en-US" sz="3200" b="0" i="0" dirty="0">
                <a:effectLst/>
                <a:latin typeface="-apple-system"/>
              </a:rPr>
              <a:t>。漏電の危険がないことが確認でき次第復旧いたしますのでしばらくお待ちください。</a:t>
            </a:r>
            <a:br>
              <a:rPr lang="ja-JP" altLang="en-US" sz="3200" dirty="0"/>
            </a:br>
            <a:endParaRPr lang="en-US" altLang="ja-JP" sz="3200" dirty="0"/>
          </a:p>
          <a:p>
            <a:pPr marL="0" indent="0">
              <a:buNone/>
            </a:pPr>
            <a:r>
              <a:rPr lang="ja-JP" altLang="en-US" sz="3200" dirty="0">
                <a:latin typeface="-apple-system"/>
              </a:rPr>
              <a:t>→</a:t>
            </a:r>
            <a:r>
              <a:rPr lang="ja-JP" altLang="en-US" sz="3200" b="0" i="0" dirty="0">
                <a:effectLst/>
                <a:latin typeface="-apple-system"/>
              </a:rPr>
              <a:t>いいえ</a:t>
            </a:r>
            <a:br>
              <a:rPr lang="ja-JP" altLang="en-US" sz="3200" dirty="0"/>
            </a:br>
            <a:r>
              <a:rPr lang="ja-JP" altLang="en-US" sz="3200" b="0" i="0" dirty="0">
                <a:effectLst/>
                <a:latin typeface="-apple-system"/>
              </a:rPr>
              <a:t>　本部もしくは工大祭実行委員会室までご連絡ください。</a:t>
            </a:r>
            <a:endParaRPr lang="en-US" altLang="ja-JP" sz="3200" b="0" i="0" dirty="0">
              <a:effectLst/>
              <a:latin typeface="-apple-system"/>
            </a:endParaRPr>
          </a:p>
        </p:txBody>
      </p:sp>
    </p:spTree>
    <p:extLst>
      <p:ext uri="{BB962C8B-B14F-4D97-AF65-F5344CB8AC3E}">
        <p14:creationId xmlns:p14="http://schemas.microsoft.com/office/powerpoint/2010/main" val="16739817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電気が止まったとき</a:t>
            </a:r>
            <a:r>
              <a:rPr kumimoji="1" lang="ja-JP" altLang="en-US"/>
              <a:t>（屋内企画</a:t>
            </a:r>
            <a:r>
              <a:rPr kumimoji="1" lang="ja-JP" altLang="en-US" dirty="0"/>
              <a:t>）</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78</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pPr marL="0" indent="0">
              <a:buNone/>
            </a:pPr>
            <a:endParaRPr lang="en-US" altLang="ja-JP" sz="3200" b="0" i="0" dirty="0">
              <a:effectLst/>
              <a:latin typeface="-apple-system"/>
            </a:endParaRPr>
          </a:p>
          <a:p>
            <a:pPr marL="0" indent="0">
              <a:buNone/>
            </a:pPr>
            <a:r>
              <a:rPr lang="ja-JP" altLang="en-US" sz="3200">
                <a:latin typeface="-apple-system"/>
              </a:rPr>
              <a:t>本部、もしくは工大祭実行委員会室までご連絡ください。</a:t>
            </a:r>
            <a:endParaRPr lang="en-US" altLang="ja-JP" sz="3200" dirty="0">
              <a:latin typeface="-apple-system"/>
            </a:endParaRPr>
          </a:p>
          <a:p>
            <a:pPr marL="0" indent="0">
              <a:buNone/>
            </a:pPr>
            <a:endParaRPr lang="en-US" altLang="ja-JP" sz="3200" b="0" i="0" dirty="0">
              <a:effectLst/>
              <a:latin typeface="-apple-system"/>
            </a:endParaRPr>
          </a:p>
        </p:txBody>
      </p:sp>
    </p:spTree>
    <p:extLst>
      <p:ext uri="{BB962C8B-B14F-4D97-AF65-F5344CB8AC3E}">
        <p14:creationId xmlns:p14="http://schemas.microsoft.com/office/powerpoint/2010/main" val="24556443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地震が発生したとき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79</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lnSpcReduction="10000"/>
          </a:bodyPr>
          <a:lstStyle/>
          <a:p>
            <a:r>
              <a:rPr lang="ja-JP" altLang="en-US" sz="2000" b="0" i="0" dirty="0">
                <a:solidFill>
                  <a:srgbClr val="333333"/>
                </a:solidFill>
                <a:effectLst/>
                <a:latin typeface="-apple-system"/>
              </a:rPr>
              <a:t> </a:t>
            </a:r>
            <a:r>
              <a:rPr lang="ja-JP" altLang="en-US" sz="2000" b="0" i="0" dirty="0">
                <a:effectLst/>
                <a:latin typeface="-apple-system"/>
              </a:rPr>
              <a:t>第一に自分の身の安全を確保してください。また、来場者に大きな声で身の安全の</a:t>
            </a:r>
            <a:r>
              <a:rPr lang="ja-JP" altLang="en-US" sz="2000" b="0" i="0">
                <a:effectLst/>
                <a:latin typeface="-apple-system"/>
              </a:rPr>
              <a:t>確保を</a:t>
            </a:r>
            <a:br>
              <a:rPr lang="en-US" altLang="ja-JP" sz="2000" b="0" i="0" dirty="0">
                <a:effectLst/>
                <a:latin typeface="-apple-system"/>
              </a:rPr>
            </a:br>
            <a:r>
              <a:rPr lang="ja-JP" altLang="en-US" sz="2000" b="0" i="0">
                <a:effectLst/>
                <a:latin typeface="-apple-system"/>
              </a:rPr>
              <a:t>促して</a:t>
            </a:r>
            <a:r>
              <a:rPr lang="ja-JP" altLang="en-US" sz="2000" b="0" i="0" dirty="0">
                <a:effectLst/>
                <a:latin typeface="-apple-system"/>
              </a:rPr>
              <a:t>ください。</a:t>
            </a:r>
            <a:endParaRPr lang="en-US" altLang="ja-JP" sz="2000" b="0" i="0" dirty="0">
              <a:effectLst/>
              <a:latin typeface="-apple-system"/>
            </a:endParaRPr>
          </a:p>
          <a:p>
            <a:r>
              <a:rPr lang="ja-JP" altLang="en-US" sz="2000" b="0" i="0" dirty="0">
                <a:effectLst/>
                <a:latin typeface="-apple-system"/>
              </a:rPr>
              <a:t>揺れが収まったら速やかに火の元を断ち、発電機を停止してください。</a:t>
            </a:r>
            <a:endParaRPr lang="en-US" altLang="ja-JP" sz="2000" b="0" i="0" dirty="0">
              <a:effectLst/>
              <a:latin typeface="-apple-system"/>
            </a:endParaRPr>
          </a:p>
          <a:p>
            <a:r>
              <a:rPr lang="ja-JP" altLang="en-US" sz="2000" b="0" i="0" dirty="0">
                <a:effectLst/>
                <a:latin typeface="-apple-system"/>
              </a:rPr>
              <a:t>テントは倒壊の恐れがあるため、中には入らないようにしてください。同様に倒壊の恐れ</a:t>
            </a:r>
            <a:r>
              <a:rPr lang="ja-JP" altLang="en-US" sz="2000" b="0" i="0">
                <a:effectLst/>
                <a:latin typeface="-apple-system"/>
              </a:rPr>
              <a:t>がある</a:t>
            </a:r>
            <a:br>
              <a:rPr lang="en-US" altLang="ja-JP" sz="2000" b="0" i="0" dirty="0">
                <a:effectLst/>
                <a:latin typeface="-apple-system"/>
              </a:rPr>
            </a:br>
            <a:r>
              <a:rPr lang="ja-JP" altLang="en-US" sz="2000" b="0" i="0">
                <a:effectLst/>
                <a:latin typeface="-apple-system"/>
              </a:rPr>
              <a:t>建物</a:t>
            </a:r>
            <a:r>
              <a:rPr lang="ja-JP" altLang="en-US" sz="2000" b="0" i="0" dirty="0">
                <a:effectLst/>
                <a:latin typeface="-apple-system"/>
              </a:rPr>
              <a:t>やガラスなどから、なるべく遠くに避難してください。</a:t>
            </a:r>
            <a:endParaRPr lang="en-US" altLang="ja-JP" sz="2000" b="0" i="0" dirty="0">
              <a:effectLst/>
              <a:latin typeface="-apple-system"/>
            </a:endParaRPr>
          </a:p>
          <a:p>
            <a:r>
              <a:rPr lang="ja-JP" altLang="en-US" sz="2000" b="0" i="0" dirty="0">
                <a:effectLst/>
                <a:latin typeface="-apple-system"/>
              </a:rPr>
              <a:t>屋内にいる場合、エレベーターは途中停止の恐れがあるので使わないようにしてください。</a:t>
            </a:r>
            <a:endParaRPr lang="en-US" altLang="ja-JP" sz="2000" b="0" i="0" dirty="0">
              <a:effectLst/>
              <a:latin typeface="-apple-system"/>
            </a:endParaRPr>
          </a:p>
          <a:p>
            <a:r>
              <a:rPr lang="ja-JP" altLang="en-US" sz="2000" b="0" i="0" dirty="0">
                <a:effectLst/>
                <a:latin typeface="-apple-system"/>
              </a:rPr>
              <a:t>火災が発生した場合は、まず自分の身の安全確保を第一としてください。初期消火ができる場合は、なるべく周囲の多くの人に声をかけて速やかに消火を行ってください。ただし、油に火がついたときは水を掛けることはせず、消火クロス、濡れた布や大量の野菜などを被せて</a:t>
            </a:r>
            <a:r>
              <a:rPr lang="ja-JP" altLang="en-US" sz="2000" b="0" i="0">
                <a:effectLst/>
                <a:latin typeface="-apple-system"/>
              </a:rPr>
              <a:t>ください。</a:t>
            </a:r>
            <a:br>
              <a:rPr lang="en-US" altLang="ja-JP" sz="2000" b="0" i="0" dirty="0">
                <a:effectLst/>
                <a:latin typeface="-apple-system"/>
              </a:rPr>
            </a:br>
            <a:r>
              <a:rPr lang="ja-JP" altLang="en-US" sz="2000" b="0" i="0">
                <a:effectLst/>
                <a:latin typeface="-apple-system"/>
              </a:rPr>
              <a:t>初期</a:t>
            </a:r>
            <a:r>
              <a:rPr lang="ja-JP" altLang="en-US" sz="2000" b="0" i="0" dirty="0">
                <a:effectLst/>
                <a:latin typeface="-apple-system"/>
              </a:rPr>
              <a:t>消火できない場合は、至急</a:t>
            </a:r>
            <a:r>
              <a:rPr lang="en-US" altLang="ja-JP" sz="2000" b="0" i="0" dirty="0">
                <a:effectLst/>
                <a:latin typeface="+mn-ea"/>
              </a:rPr>
              <a:t>119</a:t>
            </a:r>
            <a:r>
              <a:rPr lang="en-US" altLang="ja-JP" sz="2000" b="0" i="0" dirty="0">
                <a:effectLst/>
                <a:latin typeface="-apple-system"/>
              </a:rPr>
              <a:t> </a:t>
            </a:r>
            <a:r>
              <a:rPr lang="ja-JP" altLang="en-US" sz="2000" b="0" i="0" dirty="0">
                <a:effectLst/>
                <a:latin typeface="-apple-system"/>
              </a:rPr>
              <a:t>番まで通報してください。その後、本部、案内所、</a:t>
            </a:r>
            <a:r>
              <a:rPr lang="ja-JP" altLang="en-US" sz="2000" b="0" i="0">
                <a:effectLst/>
                <a:latin typeface="-apple-system"/>
              </a:rPr>
              <a:t>または</a:t>
            </a:r>
            <a:br>
              <a:rPr lang="en-US" altLang="ja-JP" sz="2000" b="0" i="0" dirty="0">
                <a:effectLst/>
                <a:latin typeface="-apple-system"/>
              </a:rPr>
            </a:br>
            <a:r>
              <a:rPr lang="ja-JP" altLang="en-US" sz="2000" b="0" i="0">
                <a:effectLst/>
                <a:latin typeface="-apple-system"/>
              </a:rPr>
              <a:t>工大祭</a:t>
            </a:r>
            <a:r>
              <a:rPr lang="ja-JP" altLang="en-US" sz="2000" b="0" i="0" dirty="0">
                <a:effectLst/>
                <a:latin typeface="-apple-system"/>
              </a:rPr>
              <a:t>実行委員会室までご連絡ください。</a:t>
            </a:r>
            <a:endParaRPr lang="en-US" altLang="ja-JP" sz="2000" b="0" i="0" dirty="0">
              <a:effectLst/>
              <a:latin typeface="-apple-system"/>
            </a:endParaRPr>
          </a:p>
          <a:p>
            <a:r>
              <a:rPr lang="ja-JP" altLang="en-US" sz="2000" b="0" i="0" dirty="0">
                <a:effectLst/>
                <a:latin typeface="-apple-system"/>
              </a:rPr>
              <a:t>避難や来場者の誘導の際は工大祭実行委員会の指示に従ってください。避難場所については</a:t>
            </a:r>
            <a:r>
              <a:rPr lang="en-US" altLang="ja-JP" sz="2000" b="0" i="0" dirty="0">
                <a:effectLst/>
                <a:latin typeface="-apple-system"/>
              </a:rPr>
              <a:t>【</a:t>
            </a:r>
            <a:r>
              <a:rPr lang="en-US" altLang="ja-JP" sz="2000" b="0" i="0" dirty="0">
                <a:effectLst/>
                <a:latin typeface="+mn-ea"/>
              </a:rPr>
              <a:t>TIPS</a:t>
            </a:r>
            <a:r>
              <a:rPr lang="ja-JP" altLang="en-US" sz="2000" b="0" i="0" dirty="0">
                <a:effectLst/>
                <a:latin typeface="+mn-ea"/>
              </a:rPr>
              <a:t>　</a:t>
            </a:r>
            <a:r>
              <a:rPr lang="en-US" altLang="ja-JP" sz="2000" b="0" i="0" dirty="0">
                <a:effectLst/>
                <a:latin typeface="+mn-ea"/>
              </a:rPr>
              <a:t>P.41</a:t>
            </a:r>
            <a:r>
              <a:rPr lang="en-US" altLang="ja-JP" sz="2000" b="0" i="0" dirty="0">
                <a:effectLst/>
                <a:latin typeface="-apple-system"/>
              </a:rPr>
              <a:t>】</a:t>
            </a:r>
            <a:r>
              <a:rPr lang="ja-JP" altLang="en-US" sz="2000" b="0" i="0" dirty="0">
                <a:effectLst/>
                <a:latin typeface="-apple-system"/>
              </a:rPr>
              <a:t>を参考にして、落ち着いて行動するようにしてください。</a:t>
            </a:r>
            <a:br>
              <a:rPr lang="ja-JP" altLang="en-US" sz="2000" dirty="0"/>
            </a:br>
            <a:r>
              <a:rPr lang="ja-JP" altLang="en-US" sz="2000" b="0" i="0" dirty="0">
                <a:effectLst/>
                <a:latin typeface="-apple-system"/>
              </a:rPr>
              <a:t>＜通報する住所＞</a:t>
            </a:r>
            <a:br>
              <a:rPr lang="ja-JP" altLang="en-US" sz="2000" dirty="0"/>
            </a:br>
            <a:r>
              <a:rPr lang="ja-JP" altLang="en-US" sz="2000" b="0" i="0" dirty="0">
                <a:effectLst/>
                <a:latin typeface="-apple-system"/>
              </a:rPr>
              <a:t>東・西・南・</a:t>
            </a:r>
            <a:r>
              <a:rPr lang="ja-JP" altLang="en-US" sz="2000" b="0" i="0">
                <a:effectLst/>
                <a:latin typeface="-apple-system"/>
              </a:rPr>
              <a:t>石川台地区</a:t>
            </a:r>
            <a:r>
              <a:rPr lang="en-US" altLang="ja-JP" sz="2000" b="0" i="0" dirty="0">
                <a:effectLst/>
                <a:latin typeface="-apple-system"/>
              </a:rPr>
              <a:t>	</a:t>
            </a:r>
            <a:r>
              <a:rPr lang="ja-JP" altLang="en-US" sz="2000" b="0" i="0">
                <a:effectLst/>
                <a:latin typeface="-apple-system"/>
              </a:rPr>
              <a:t>：大田区</a:t>
            </a:r>
            <a:r>
              <a:rPr lang="ja-JP" altLang="en-US" sz="2000" b="0" i="0" dirty="0">
                <a:effectLst/>
                <a:latin typeface="-apple-system"/>
              </a:rPr>
              <a:t>石川町</a:t>
            </a:r>
            <a:r>
              <a:rPr lang="en-US" altLang="ja-JP" sz="2000" b="0" i="0" dirty="0">
                <a:effectLst/>
                <a:latin typeface="+mn-ea"/>
              </a:rPr>
              <a:t>1-31</a:t>
            </a:r>
            <a:br>
              <a:rPr lang="ja-JP" altLang="en-US" sz="2000" dirty="0">
                <a:latin typeface="+mn-ea"/>
              </a:rPr>
            </a:br>
            <a:r>
              <a:rPr lang="ja-JP" altLang="en-US" sz="2000" b="0" i="0" dirty="0">
                <a:effectLst/>
                <a:latin typeface="+mn-ea"/>
              </a:rPr>
              <a:t>北・</a:t>
            </a:r>
            <a:r>
              <a:rPr lang="ja-JP" altLang="en-US" sz="2000" b="0" i="0">
                <a:effectLst/>
                <a:latin typeface="+mn-ea"/>
              </a:rPr>
              <a:t>緑が丘地区</a:t>
            </a:r>
            <a:r>
              <a:rPr lang="en-US" altLang="ja-JP" sz="2000" b="0" i="0" dirty="0">
                <a:effectLst/>
                <a:latin typeface="+mn-ea"/>
              </a:rPr>
              <a:t>	</a:t>
            </a:r>
            <a:r>
              <a:rPr lang="ja-JP" altLang="en-US" sz="2000" b="0" i="0">
                <a:effectLst/>
                <a:latin typeface="+mn-ea"/>
              </a:rPr>
              <a:t>：目黒区</a:t>
            </a:r>
            <a:r>
              <a:rPr lang="ja-JP" altLang="en-US" sz="2000" b="0" i="0" dirty="0">
                <a:effectLst/>
                <a:latin typeface="+mn-ea"/>
              </a:rPr>
              <a:t>大岡山</a:t>
            </a:r>
            <a:r>
              <a:rPr lang="en-US" altLang="ja-JP" sz="2000" b="0" i="0" dirty="0">
                <a:effectLst/>
                <a:latin typeface="+mn-ea"/>
              </a:rPr>
              <a:t>2-12-1</a:t>
            </a:r>
            <a:endParaRPr lang="en-US" altLang="ja-JP" sz="3200" b="0" i="0" dirty="0">
              <a:effectLst/>
              <a:latin typeface="+mn-ea"/>
            </a:endParaRPr>
          </a:p>
        </p:txBody>
      </p:sp>
    </p:spTree>
    <p:extLst>
      <p:ext uri="{BB962C8B-B14F-4D97-AF65-F5344CB8AC3E}">
        <p14:creationId xmlns:p14="http://schemas.microsoft.com/office/powerpoint/2010/main" val="31981221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kumimoji="1" lang="ja-JP" altLang="en-US" dirty="0"/>
              <a:t>火災が発生したとき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80</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164657"/>
            <a:ext cx="10645240" cy="5191688"/>
          </a:xfrm>
        </p:spPr>
        <p:txBody>
          <a:bodyPr>
            <a:normAutofit/>
          </a:bodyPr>
          <a:lstStyle/>
          <a:p>
            <a:pPr marL="0" indent="0">
              <a:buNone/>
            </a:pPr>
            <a:r>
              <a:rPr lang="ja-JP" altLang="en-US" b="0" i="0" dirty="0">
                <a:effectLst/>
                <a:latin typeface="-apple-system"/>
              </a:rPr>
              <a:t>初期消火ができるか？</a:t>
            </a:r>
            <a:br>
              <a:rPr lang="ja-JP" altLang="en-US" sz="2000" dirty="0"/>
            </a:br>
            <a:r>
              <a:rPr lang="ja-JP" altLang="en-US" sz="2000" dirty="0">
                <a:latin typeface="-apple-system"/>
              </a:rPr>
              <a:t>→</a:t>
            </a:r>
            <a:r>
              <a:rPr lang="ja-JP" altLang="en-US" sz="2000" b="0" i="0" dirty="0">
                <a:effectLst/>
                <a:latin typeface="-apple-system"/>
              </a:rPr>
              <a:t>はい</a:t>
            </a:r>
            <a:br>
              <a:rPr lang="ja-JP" altLang="en-US" sz="2000" dirty="0"/>
            </a:br>
            <a:r>
              <a:rPr lang="ja-JP" altLang="en-US" sz="2000" b="0" i="0" dirty="0">
                <a:effectLst/>
                <a:latin typeface="-apple-system"/>
              </a:rPr>
              <a:t>　 </a:t>
            </a:r>
            <a:r>
              <a:rPr lang="en-US" altLang="ja-JP" sz="2400" b="0" i="0" dirty="0">
                <a:effectLst/>
                <a:latin typeface="+mn-ea"/>
              </a:rPr>
              <a:t>2L</a:t>
            </a:r>
            <a:r>
              <a:rPr lang="ja-JP" altLang="en-US" sz="2400" b="0" i="0" dirty="0">
                <a:effectLst/>
                <a:latin typeface="-apple-system"/>
              </a:rPr>
              <a:t>ペットボトルに入っている水・消火クロス・濡れた布・大量の野菜などで初期</a:t>
            </a:r>
            <a:r>
              <a:rPr lang="ja-JP" altLang="en-US" sz="2400" b="0" i="0">
                <a:effectLst/>
                <a:latin typeface="-apple-system"/>
              </a:rPr>
              <a:t>消火を試みて</a:t>
            </a:r>
            <a:r>
              <a:rPr lang="ja-JP" altLang="en-US" sz="2400" b="0" i="0" dirty="0">
                <a:effectLst/>
                <a:latin typeface="-apple-system"/>
              </a:rPr>
              <a:t>ください。鎮火できなかった場合、消火器を使用してください。</a:t>
            </a:r>
            <a:r>
              <a:rPr lang="ja-JP" altLang="en-US" sz="2400" b="0" i="0">
                <a:effectLst/>
                <a:latin typeface="-apple-system"/>
              </a:rPr>
              <a:t>なお、</a:t>
            </a:r>
            <a:br>
              <a:rPr lang="en-US" altLang="ja-JP" sz="2400" b="0" i="0" dirty="0">
                <a:effectLst/>
                <a:latin typeface="-apple-system"/>
              </a:rPr>
            </a:br>
            <a:r>
              <a:rPr lang="ja-JP" altLang="en-US" sz="2400" b="0" i="0">
                <a:effectLst/>
                <a:latin typeface="-apple-system"/>
              </a:rPr>
              <a:t>消火器</a:t>
            </a:r>
            <a:r>
              <a:rPr lang="ja-JP" altLang="en-US" sz="2400" b="0" i="0" dirty="0">
                <a:effectLst/>
                <a:latin typeface="-apple-system"/>
              </a:rPr>
              <a:t>は屋内に備え付けのもののほか、本部や案内所、火気器具を使用する全ての模擬店団体の区画にもございます。消火後、本部または案内所にご連絡ください。また近くの団体で火災が発生した場合は、消火器の貸出にご協力</a:t>
            </a:r>
            <a:r>
              <a:rPr lang="ja-JP" altLang="en-US" sz="2400" b="0" i="0">
                <a:effectLst/>
                <a:latin typeface="-apple-system"/>
              </a:rPr>
              <a:t>ください。</a:t>
            </a:r>
            <a:br>
              <a:rPr lang="en-US" altLang="ja-JP" sz="2400" b="0" i="0" dirty="0">
                <a:effectLst/>
                <a:latin typeface="-apple-system"/>
              </a:rPr>
            </a:br>
            <a:r>
              <a:rPr lang="ja-JP" altLang="en-US" sz="2400" b="0" i="0">
                <a:effectLst/>
                <a:latin typeface="-apple-system"/>
              </a:rPr>
              <a:t>その</a:t>
            </a:r>
            <a:r>
              <a:rPr lang="ja-JP" altLang="en-US" sz="2400" b="0" i="0" dirty="0">
                <a:effectLst/>
                <a:latin typeface="-apple-system"/>
              </a:rPr>
              <a:t>際の消火器の費用は工大祭実行委員会が負担いたします。</a:t>
            </a:r>
            <a:br>
              <a:rPr lang="ja-JP" altLang="en-US" sz="2400" dirty="0"/>
            </a:br>
            <a:r>
              <a:rPr lang="ja-JP" altLang="en-US" sz="2000" b="0" i="0" dirty="0">
                <a:effectLst/>
                <a:latin typeface="-apple-system"/>
              </a:rPr>
              <a:t>　 </a:t>
            </a:r>
            <a:r>
              <a:rPr lang="en-US" altLang="ja-JP" sz="2000" b="0" i="0" dirty="0">
                <a:effectLst/>
                <a:latin typeface="-apple-system"/>
              </a:rPr>
              <a:t>※ </a:t>
            </a:r>
            <a:r>
              <a:rPr lang="ja-JP" altLang="en-US" sz="2000" b="0" i="0" dirty="0">
                <a:effectLst/>
                <a:latin typeface="-apple-system"/>
              </a:rPr>
              <a:t>油に火がついたときは水を掛けることはせず、消火クロス、濡れた布などを被せて</a:t>
            </a:r>
            <a:r>
              <a:rPr lang="ja-JP" altLang="en-US" sz="2000" b="0" i="0">
                <a:effectLst/>
                <a:latin typeface="-apple-system"/>
              </a:rPr>
              <a:t>ください。</a:t>
            </a:r>
            <a:br>
              <a:rPr lang="en-US" altLang="ja-JP" sz="2000" b="0" i="0" dirty="0">
                <a:effectLst/>
                <a:latin typeface="-apple-system"/>
              </a:rPr>
            </a:br>
            <a:br>
              <a:rPr lang="ja-JP" altLang="en-US" sz="2000" dirty="0"/>
            </a:br>
            <a:r>
              <a:rPr lang="ja-JP" altLang="en-US" sz="2000" dirty="0">
                <a:latin typeface="-apple-system"/>
              </a:rPr>
              <a:t>→</a:t>
            </a:r>
            <a:r>
              <a:rPr lang="ja-JP" altLang="en-US" sz="2000" b="0" i="0" dirty="0">
                <a:effectLst/>
                <a:latin typeface="-apple-system"/>
              </a:rPr>
              <a:t>いいえ</a:t>
            </a:r>
            <a:br>
              <a:rPr lang="ja-JP" altLang="en-US" sz="2000" dirty="0"/>
            </a:br>
            <a:r>
              <a:rPr lang="ja-JP" altLang="en-US" sz="2000" b="0" i="0" dirty="0">
                <a:effectLst/>
                <a:latin typeface="-apple-system"/>
              </a:rPr>
              <a:t>　 </a:t>
            </a:r>
            <a:r>
              <a:rPr lang="ja-JP" altLang="en-US" sz="2400" b="0" i="0" dirty="0">
                <a:effectLst/>
                <a:latin typeface="-apple-system"/>
              </a:rPr>
              <a:t>至急</a:t>
            </a:r>
            <a:r>
              <a:rPr lang="en-US" altLang="ja-JP" sz="2400" b="0" i="0" dirty="0">
                <a:effectLst/>
                <a:latin typeface="+mn-ea"/>
              </a:rPr>
              <a:t>119</a:t>
            </a:r>
            <a:r>
              <a:rPr lang="ja-JP" altLang="en-US" sz="2400" b="0" i="0" dirty="0">
                <a:effectLst/>
                <a:latin typeface="-apple-system"/>
              </a:rPr>
              <a:t>番まで連絡してください。その後、本部、案内所、または工大祭実行委員会室までご連絡ください。</a:t>
            </a:r>
            <a:br>
              <a:rPr lang="ja-JP" altLang="en-US" sz="2400" dirty="0"/>
            </a:br>
            <a:r>
              <a:rPr lang="ja-JP" altLang="en-US" sz="2000" b="0" i="0" dirty="0">
                <a:effectLst/>
                <a:latin typeface="-apple-system"/>
              </a:rPr>
              <a:t>＜通報する住所＞</a:t>
            </a:r>
            <a:br>
              <a:rPr lang="ja-JP" altLang="en-US" sz="2000" dirty="0"/>
            </a:br>
            <a:r>
              <a:rPr lang="ja-JP" altLang="en-US" sz="2400" b="0" i="0" dirty="0">
                <a:effectLst/>
                <a:latin typeface="-apple-system"/>
              </a:rPr>
              <a:t>東・西・南・</a:t>
            </a:r>
            <a:r>
              <a:rPr lang="ja-JP" altLang="en-US" sz="2400" b="0" i="0">
                <a:effectLst/>
                <a:latin typeface="-apple-system"/>
              </a:rPr>
              <a:t>石川台地区</a:t>
            </a:r>
            <a:r>
              <a:rPr lang="en-US" altLang="ja-JP" sz="2400" b="0" i="0" dirty="0">
                <a:effectLst/>
                <a:latin typeface="-apple-system"/>
              </a:rPr>
              <a:t> </a:t>
            </a:r>
            <a:r>
              <a:rPr lang="ja-JP" altLang="en-US" sz="2400" b="0" i="0">
                <a:effectLst/>
                <a:latin typeface="-apple-system"/>
              </a:rPr>
              <a:t>：大田区</a:t>
            </a:r>
            <a:r>
              <a:rPr lang="ja-JP" altLang="en-US" sz="2400" b="0" i="0" dirty="0">
                <a:effectLst/>
                <a:latin typeface="-apple-system"/>
              </a:rPr>
              <a:t>石川町</a:t>
            </a:r>
            <a:r>
              <a:rPr lang="en-US" altLang="ja-JP" sz="2400" b="0" i="0" dirty="0">
                <a:effectLst/>
                <a:latin typeface="+mn-ea"/>
              </a:rPr>
              <a:t>1-31</a:t>
            </a:r>
            <a:br>
              <a:rPr lang="ja-JP" altLang="en-US" sz="2400" dirty="0">
                <a:latin typeface="+mn-ea"/>
              </a:rPr>
            </a:br>
            <a:r>
              <a:rPr lang="ja-JP" altLang="en-US" sz="2400" b="0" i="0" dirty="0">
                <a:effectLst/>
                <a:latin typeface="+mn-ea"/>
              </a:rPr>
              <a:t>北・</a:t>
            </a:r>
            <a:r>
              <a:rPr lang="ja-JP" altLang="en-US" sz="2400" b="0" i="0">
                <a:effectLst/>
                <a:latin typeface="+mn-ea"/>
              </a:rPr>
              <a:t>緑が丘地区</a:t>
            </a:r>
            <a:r>
              <a:rPr lang="en-US" altLang="ja-JP" sz="2400" b="0" i="0" dirty="0">
                <a:effectLst/>
                <a:latin typeface="+mn-ea"/>
              </a:rPr>
              <a:t>	  </a:t>
            </a:r>
            <a:r>
              <a:rPr lang="ja-JP" altLang="en-US" sz="2400" b="0" i="0">
                <a:effectLst/>
                <a:latin typeface="+mn-ea"/>
              </a:rPr>
              <a:t>：目黒区</a:t>
            </a:r>
            <a:r>
              <a:rPr lang="ja-JP" altLang="en-US" sz="2400" b="0" i="0" dirty="0">
                <a:effectLst/>
                <a:latin typeface="+mn-ea"/>
              </a:rPr>
              <a:t>大岡山</a:t>
            </a:r>
            <a:r>
              <a:rPr lang="en-US" altLang="ja-JP" sz="2400" b="0" i="0" dirty="0">
                <a:effectLst/>
                <a:latin typeface="+mn-ea"/>
              </a:rPr>
              <a:t>2-12-1</a:t>
            </a:r>
          </a:p>
        </p:txBody>
      </p:sp>
    </p:spTree>
    <p:extLst>
      <p:ext uri="{BB962C8B-B14F-4D97-AF65-F5344CB8AC3E}">
        <p14:creationId xmlns:p14="http://schemas.microsoft.com/office/powerpoint/2010/main" val="904439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dirty="0"/>
              <a:t>ガス漏れ</a:t>
            </a:r>
            <a:r>
              <a:rPr kumimoji="1" lang="ja-JP" altLang="en-US" dirty="0"/>
              <a:t>が発生したとき</a:t>
            </a:r>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19402" cy="501650"/>
          </a:xfrm>
        </p:spPr>
        <p:txBody>
          <a:bodyPr/>
          <a:lstStyle/>
          <a:p>
            <a:r>
              <a:rPr lang="zh-CN" altLang="en-US" dirty="0"/>
              <a:t>工大祭</a:t>
            </a:r>
            <a:r>
              <a:rPr lang="en-US" altLang="zh-CN" dirty="0"/>
              <a:t>2022</a:t>
            </a:r>
            <a:r>
              <a:rPr lang="zh-CN" altLang="en-US" dirty="0"/>
              <a:t>　</a:t>
            </a:r>
            <a:r>
              <a:rPr lang="ja-JP" altLang="en-US" dirty="0"/>
              <a:t>第二回</a:t>
            </a:r>
            <a:r>
              <a:rPr lang="zh-CN" altLang="en-US" dirty="0"/>
              <a:t>参加</a:t>
            </a:r>
            <a:r>
              <a:rPr lang="ja-JP" altLang="en-US" dirty="0"/>
              <a:t>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3192BC5-A2DD-B04F-A736-AAEFDCBDBEAE}" type="slidenum">
              <a:rPr lang="ja-JP" altLang="en-US" smtClean="0"/>
              <a:t>81</a:t>
            </a:fld>
            <a:endParaRPr lang="ja-JP" altLang="en-US"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lang="ja-JP" altLang="en-US" dirty="0"/>
              <a:t>こんなときは～緊急対応マニュアル～</a:t>
            </a:r>
            <a:endParaRPr kumimoji="1" lang="ja-JP" altLang="en-US" dirty="0"/>
          </a:p>
        </p:txBody>
      </p:sp>
      <p:sp>
        <p:nvSpPr>
          <p:cNvPr id="10" name="コンテンツ プレースホルダー 2">
            <a:extLst>
              <a:ext uri="{FF2B5EF4-FFF2-40B4-BE49-F238E27FC236}">
                <a16:creationId xmlns:a16="http://schemas.microsoft.com/office/drawing/2014/main" id="{EDC2F6EC-33FC-7A45-B9F6-8DF0DA6B322A}"/>
              </a:ext>
            </a:extLst>
          </p:cNvPr>
          <p:cNvSpPr>
            <a:spLocks noGrp="1"/>
          </p:cNvSpPr>
          <p:nvPr>
            <p:ph idx="1"/>
          </p:nvPr>
        </p:nvSpPr>
        <p:spPr>
          <a:xfrm>
            <a:off x="838200" y="1330157"/>
            <a:ext cx="10645240" cy="4828921"/>
          </a:xfrm>
        </p:spPr>
        <p:txBody>
          <a:bodyPr>
            <a:normAutofit/>
          </a:bodyPr>
          <a:lstStyle/>
          <a:p>
            <a:pPr marL="0" indent="0">
              <a:buNone/>
            </a:pPr>
            <a:r>
              <a:rPr lang="ja-JP" altLang="en-US" sz="3200" b="0" i="0" dirty="0">
                <a:effectLst/>
                <a:latin typeface="-apple-system"/>
              </a:rPr>
              <a:t>ガス漏れが発生した</a:t>
            </a:r>
            <a:r>
              <a:rPr lang="ja-JP" altLang="en-US" sz="3200" b="0" i="0">
                <a:effectLst/>
                <a:latin typeface="-apple-system"/>
              </a:rPr>
              <a:t>際は以下</a:t>
            </a:r>
            <a:r>
              <a:rPr lang="ja-JP" altLang="en-US" sz="3200" b="0" i="0" dirty="0">
                <a:effectLst/>
                <a:latin typeface="-apple-system"/>
              </a:rPr>
              <a:t>の事項を守るようにしてください。</a:t>
            </a:r>
            <a:br>
              <a:rPr lang="ja-JP" altLang="en-US" sz="3200" dirty="0"/>
            </a:br>
            <a:r>
              <a:rPr lang="ja-JP" altLang="en-US" sz="3200" b="0" i="0" dirty="0">
                <a:effectLst/>
                <a:latin typeface="-apple-system"/>
              </a:rPr>
              <a:t>① ガスの元栓を閉めてください。</a:t>
            </a:r>
            <a:br>
              <a:rPr lang="ja-JP" altLang="en-US" sz="3200" dirty="0"/>
            </a:br>
            <a:r>
              <a:rPr lang="ja-JP" altLang="en-US" sz="3200" b="0" i="0" dirty="0">
                <a:effectLst/>
                <a:latin typeface="-apple-system"/>
              </a:rPr>
              <a:t>② 周囲の火の元を断ってください。</a:t>
            </a:r>
            <a:br>
              <a:rPr lang="ja-JP" altLang="en-US" sz="3200" dirty="0"/>
            </a:br>
            <a:r>
              <a:rPr lang="ja-JP" altLang="en-US" sz="3200" b="0" i="0" dirty="0">
                <a:effectLst/>
                <a:latin typeface="-apple-system"/>
              </a:rPr>
              <a:t>③ まわりの人に知らせてください。</a:t>
            </a:r>
            <a:br>
              <a:rPr lang="ja-JP" altLang="en-US" sz="3200" dirty="0"/>
            </a:br>
            <a:r>
              <a:rPr lang="ja-JP" altLang="en-US" sz="3200" b="0" i="0" dirty="0">
                <a:effectLst/>
                <a:latin typeface="-apple-system"/>
              </a:rPr>
              <a:t>④ 本部、案内所、または工大祭実行</a:t>
            </a:r>
            <a:r>
              <a:rPr lang="ja-JP" altLang="en-US" sz="3200" b="0" i="0">
                <a:effectLst/>
                <a:latin typeface="-apple-system"/>
              </a:rPr>
              <a:t>委員会室まで</a:t>
            </a:r>
            <a:br>
              <a:rPr lang="en-US" altLang="ja-JP" sz="3200" b="0" i="0" dirty="0">
                <a:effectLst/>
                <a:latin typeface="-apple-system"/>
              </a:rPr>
            </a:br>
            <a:r>
              <a:rPr lang="en-US" altLang="ja-JP" sz="3200" b="0" i="0" dirty="0">
                <a:effectLst/>
                <a:latin typeface="-apple-system"/>
              </a:rPr>
              <a:t>     </a:t>
            </a:r>
            <a:r>
              <a:rPr lang="ja-JP" altLang="en-US" sz="3200" b="0" i="0">
                <a:effectLst/>
                <a:latin typeface="-apple-system"/>
              </a:rPr>
              <a:t>ご連絡</a:t>
            </a:r>
            <a:r>
              <a:rPr lang="ja-JP" altLang="en-US" sz="3200" b="0" i="0" dirty="0">
                <a:effectLst/>
                <a:latin typeface="-apple-system"/>
              </a:rPr>
              <a:t>ください。</a:t>
            </a:r>
            <a:br>
              <a:rPr lang="ja-JP" altLang="en-US" sz="3200" dirty="0"/>
            </a:br>
            <a:r>
              <a:rPr lang="ja-JP" altLang="en-US" sz="3200" b="0" i="0" dirty="0">
                <a:effectLst/>
                <a:latin typeface="-apple-system"/>
              </a:rPr>
              <a:t>＜通報する住所＞</a:t>
            </a:r>
            <a:br>
              <a:rPr lang="ja-JP" altLang="en-US" sz="3200" dirty="0"/>
            </a:br>
            <a:r>
              <a:rPr lang="ja-JP" altLang="en-US" sz="3200" b="0" i="0" dirty="0">
                <a:effectLst/>
                <a:latin typeface="-apple-system"/>
              </a:rPr>
              <a:t>東・西・南・石川台地区：大田区石川町</a:t>
            </a:r>
            <a:r>
              <a:rPr lang="en-US" altLang="ja-JP" sz="3200" b="0" i="0" dirty="0">
                <a:effectLst/>
                <a:latin typeface="+mn-ea"/>
              </a:rPr>
              <a:t>1-31</a:t>
            </a:r>
            <a:br>
              <a:rPr lang="ja-JP" altLang="en-US" sz="3200" dirty="0">
                <a:latin typeface="+mn-ea"/>
              </a:rPr>
            </a:br>
            <a:r>
              <a:rPr lang="ja-JP" altLang="en-US" sz="3200" b="0" i="0" dirty="0">
                <a:effectLst/>
                <a:latin typeface="+mn-ea"/>
              </a:rPr>
              <a:t>北・緑が丘</a:t>
            </a:r>
            <a:r>
              <a:rPr lang="ja-JP" altLang="en-US" sz="3200" b="0" i="0">
                <a:effectLst/>
                <a:latin typeface="+mn-ea"/>
              </a:rPr>
              <a:t>地区　　　　</a:t>
            </a:r>
            <a:r>
              <a:rPr lang="en-US" altLang="ja-JP" sz="3200" b="0" i="0" dirty="0">
                <a:effectLst/>
                <a:latin typeface="+mn-ea"/>
              </a:rPr>
              <a:t> </a:t>
            </a:r>
            <a:r>
              <a:rPr lang="ja-JP" altLang="en-US" sz="3200" b="0" i="0">
                <a:effectLst/>
                <a:latin typeface="+mn-ea"/>
              </a:rPr>
              <a:t>：</a:t>
            </a:r>
            <a:r>
              <a:rPr lang="ja-JP" altLang="en-US" sz="3200" b="0" i="0" dirty="0">
                <a:effectLst/>
                <a:latin typeface="+mn-ea"/>
              </a:rPr>
              <a:t>目黒区大岡山</a:t>
            </a:r>
            <a:r>
              <a:rPr lang="en-US" altLang="ja-JP" sz="3200" b="0" i="0" dirty="0">
                <a:effectLst/>
                <a:latin typeface="+mn-ea"/>
              </a:rPr>
              <a:t>2-12-1</a:t>
            </a:r>
          </a:p>
        </p:txBody>
      </p:sp>
    </p:spTree>
    <p:extLst>
      <p:ext uri="{BB962C8B-B14F-4D97-AF65-F5344CB8AC3E}">
        <p14:creationId xmlns:p14="http://schemas.microsoft.com/office/powerpoint/2010/main" val="60614403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93004-9CAB-4494-9880-CE07EE5BFF80}"/>
              </a:ext>
            </a:extLst>
          </p:cNvPr>
          <p:cNvSpPr>
            <a:spLocks noGrp="1"/>
          </p:cNvSpPr>
          <p:nvPr>
            <p:ph type="title"/>
          </p:nvPr>
        </p:nvSpPr>
        <p:spPr/>
        <p:txBody>
          <a:bodyPr>
            <a:normAutofit fontScale="90000"/>
          </a:bodyPr>
          <a:lstStyle/>
          <a:p>
            <a:r>
              <a:rPr lang="ja-JP" altLang="en-US"/>
              <a:t>お問い合わせ先</a:t>
            </a:r>
            <a:endParaRPr kumimoji="1" lang="ja-JP" altLang="en-US" dirty="0"/>
          </a:p>
        </p:txBody>
      </p:sp>
      <p:sp>
        <p:nvSpPr>
          <p:cNvPr id="3" name="コンテンツ プレースホルダー 2">
            <a:extLst>
              <a:ext uri="{FF2B5EF4-FFF2-40B4-BE49-F238E27FC236}">
                <a16:creationId xmlns:a16="http://schemas.microsoft.com/office/drawing/2014/main" id="{F05C50D6-5CBB-4010-8781-F262C941F009}"/>
              </a:ext>
            </a:extLst>
          </p:cNvPr>
          <p:cNvSpPr>
            <a:spLocks noGrp="1"/>
          </p:cNvSpPr>
          <p:nvPr>
            <p:ph idx="1"/>
          </p:nvPr>
        </p:nvSpPr>
        <p:spPr/>
        <p:txBody>
          <a:bodyPr>
            <a:noAutofit/>
          </a:bodyPr>
          <a:lstStyle/>
          <a:p>
            <a:pPr marL="0" indent="0">
              <a:buNone/>
            </a:pPr>
            <a:r>
              <a:rPr lang="ja-JP" altLang="en-US" dirty="0"/>
              <a:t>ご質問等は、下記連絡先までメールでお問い合わせください。</a:t>
            </a: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endParaRPr lang="en-US" altLang="ja-JP" dirty="0"/>
          </a:p>
          <a:p>
            <a:pPr marL="0" indent="0">
              <a:buNone/>
            </a:pPr>
            <a:r>
              <a:rPr lang="ja-JP" altLang="en-US" dirty="0"/>
              <a:t>第二回参加団体総会は以上となります。</a:t>
            </a:r>
            <a:endParaRPr lang="en-US" altLang="ja-JP" dirty="0"/>
          </a:p>
          <a:p>
            <a:pPr marL="0" indent="0">
              <a:buNone/>
            </a:pPr>
            <a:r>
              <a:rPr lang="ja-JP" altLang="en-US" dirty="0"/>
              <a:t>ご来場いただき、ありがとうございました。</a:t>
            </a:r>
          </a:p>
          <a:p>
            <a:pPr marL="0" indent="0">
              <a:buNone/>
            </a:pPr>
            <a:endParaRPr lang="ja-JP" altLang="en-US" dirty="0"/>
          </a:p>
        </p:txBody>
      </p:sp>
      <p:sp>
        <p:nvSpPr>
          <p:cNvPr id="4" name="日付プレースホルダー 3">
            <a:extLst>
              <a:ext uri="{FF2B5EF4-FFF2-40B4-BE49-F238E27FC236}">
                <a16:creationId xmlns:a16="http://schemas.microsoft.com/office/drawing/2014/main" id="{892971DA-75FA-4538-9429-16CCD12B7355}"/>
              </a:ext>
            </a:extLst>
          </p:cNvPr>
          <p:cNvSpPr>
            <a:spLocks noGrp="1"/>
          </p:cNvSpPr>
          <p:nvPr>
            <p:ph type="dt" sz="half" idx="10"/>
          </p:nvPr>
        </p:nvSpPr>
        <p:spPr/>
        <p:txBody>
          <a:bodyPr/>
          <a:lstStyle/>
          <a:p>
            <a:endParaRPr lang="en-US" altLang="ja-JP" dirty="0"/>
          </a:p>
        </p:txBody>
      </p:sp>
      <p:sp>
        <p:nvSpPr>
          <p:cNvPr id="8" name="フッター プレースホルダー 7">
            <a:extLst>
              <a:ext uri="{FF2B5EF4-FFF2-40B4-BE49-F238E27FC236}">
                <a16:creationId xmlns:a16="http://schemas.microsoft.com/office/drawing/2014/main" id="{64D32364-7E6E-45D5-9E7D-A352E5B41662}"/>
              </a:ext>
            </a:extLst>
          </p:cNvPr>
          <p:cNvSpPr>
            <a:spLocks noGrp="1"/>
          </p:cNvSpPr>
          <p:nvPr>
            <p:ph type="ftr" sz="quarter" idx="11"/>
          </p:nvPr>
        </p:nvSpPr>
        <p:spPr>
          <a:xfrm>
            <a:off x="2593273" y="6356350"/>
            <a:ext cx="3807527" cy="501650"/>
          </a:xfrm>
        </p:spPr>
        <p:txBody>
          <a:bodyPr/>
          <a:lstStyle/>
          <a:p>
            <a:r>
              <a:rPr lang="zh-CN" altLang="en-US" dirty="0"/>
              <a:t>工大祭</a:t>
            </a:r>
            <a:r>
              <a:rPr lang="en-US" altLang="zh-CN" dirty="0"/>
              <a:t>2022</a:t>
            </a:r>
            <a:r>
              <a:rPr lang="zh-CN" altLang="en-US" dirty="0"/>
              <a:t>　</a:t>
            </a:r>
            <a:r>
              <a:rPr lang="ja-JP" altLang="en-US" dirty="0"/>
              <a:t>第二回参加団体総会</a:t>
            </a:r>
          </a:p>
        </p:txBody>
      </p:sp>
      <p:sp>
        <p:nvSpPr>
          <p:cNvPr id="9" name="スライド番号プレースホルダー 8">
            <a:extLst>
              <a:ext uri="{FF2B5EF4-FFF2-40B4-BE49-F238E27FC236}">
                <a16:creationId xmlns:a16="http://schemas.microsoft.com/office/drawing/2014/main" id="{B4ED8C51-590D-4716-BE59-E844EE451C7A}"/>
              </a:ext>
            </a:extLst>
          </p:cNvPr>
          <p:cNvSpPr>
            <a:spLocks noGrp="1"/>
          </p:cNvSpPr>
          <p:nvPr>
            <p:ph type="sldNum" sz="quarter" idx="12"/>
          </p:nvPr>
        </p:nvSpPr>
        <p:spPr/>
        <p:txBody>
          <a:bodyPr/>
          <a:lstStyle/>
          <a:p>
            <a:fld id="{763172E3-7734-354A-A198-9848A9648A0E}" type="slidenum">
              <a:rPr lang="en-US" altLang="ja-JP" smtClean="0"/>
              <a:t>82</a:t>
            </a:fld>
            <a:endParaRPr lang="en-US" altLang="ja-JP" dirty="0"/>
          </a:p>
        </p:txBody>
      </p:sp>
      <p:sp>
        <p:nvSpPr>
          <p:cNvPr id="7" name="テキスト プレースホルダー 6">
            <a:extLst>
              <a:ext uri="{FF2B5EF4-FFF2-40B4-BE49-F238E27FC236}">
                <a16:creationId xmlns:a16="http://schemas.microsoft.com/office/drawing/2014/main" id="{B79B0D5C-ECA7-4B54-8B74-9A64C87DE473}"/>
              </a:ext>
            </a:extLst>
          </p:cNvPr>
          <p:cNvSpPr>
            <a:spLocks noGrp="1"/>
          </p:cNvSpPr>
          <p:nvPr>
            <p:ph type="body" sz="quarter" idx="13"/>
          </p:nvPr>
        </p:nvSpPr>
        <p:spPr>
          <a:xfrm>
            <a:off x="834489" y="178854"/>
            <a:ext cx="10515599" cy="414412"/>
          </a:xfrm>
        </p:spPr>
        <p:txBody>
          <a:bodyPr/>
          <a:lstStyle/>
          <a:p>
            <a:r>
              <a:rPr kumimoji="1" lang="ja-JP" altLang="en-US" dirty="0"/>
              <a:t>　</a:t>
            </a:r>
          </a:p>
        </p:txBody>
      </p:sp>
      <p:graphicFrame>
        <p:nvGraphicFramePr>
          <p:cNvPr id="6" name="表 9">
            <a:extLst>
              <a:ext uri="{FF2B5EF4-FFF2-40B4-BE49-F238E27FC236}">
                <a16:creationId xmlns:a16="http://schemas.microsoft.com/office/drawing/2014/main" id="{4D2E0022-C904-D74B-B064-5752720A9EF3}"/>
              </a:ext>
            </a:extLst>
          </p:cNvPr>
          <p:cNvGraphicFramePr>
            <a:graphicFrameLocks noGrp="1"/>
          </p:cNvGraphicFramePr>
          <p:nvPr>
            <p:extLst>
              <p:ext uri="{D42A27DB-BD31-4B8C-83A1-F6EECF244321}">
                <p14:modId xmlns:p14="http://schemas.microsoft.com/office/powerpoint/2010/main" val="3272026361"/>
              </p:ext>
            </p:extLst>
          </p:nvPr>
        </p:nvGraphicFramePr>
        <p:xfrm>
          <a:off x="834489" y="1879850"/>
          <a:ext cx="10201772" cy="2330243"/>
        </p:xfrm>
        <a:graphic>
          <a:graphicData uri="http://schemas.openxmlformats.org/drawingml/2006/table">
            <a:tbl>
              <a:tblPr firstRow="1" bandRow="1">
                <a:tableStyleId>{5940675A-B579-460E-94D1-54222C63F5DA}</a:tableStyleId>
              </a:tblPr>
              <a:tblGrid>
                <a:gridCol w="4912242">
                  <a:extLst>
                    <a:ext uri="{9D8B030D-6E8A-4147-A177-3AD203B41FA5}">
                      <a16:colId xmlns:a16="http://schemas.microsoft.com/office/drawing/2014/main" val="1211080519"/>
                    </a:ext>
                  </a:extLst>
                </a:gridCol>
                <a:gridCol w="5289530">
                  <a:extLst>
                    <a:ext uri="{9D8B030D-6E8A-4147-A177-3AD203B41FA5}">
                      <a16:colId xmlns:a16="http://schemas.microsoft.com/office/drawing/2014/main" val="1888741826"/>
                    </a:ext>
                  </a:extLst>
                </a:gridCol>
              </a:tblGrid>
              <a:tr h="958610">
                <a:tc>
                  <a:txBody>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1" lang="ja-JP" altLang="en-US" sz="2800" dirty="0"/>
                        <a:t>工大祭全般に関すること</a:t>
                      </a:r>
                    </a:p>
                  </a:txBody>
                  <a:tcPr anchor="ctr"/>
                </a:tc>
                <a:tc>
                  <a:txBody>
                    <a:bodyPr/>
                    <a:lstStyle/>
                    <a:p>
                      <a:r>
                        <a:rPr kumimoji="1" lang="ja-JP" altLang="en-US" sz="2800" dirty="0"/>
                        <a:t>工大祭実行委員会</a:t>
                      </a:r>
                      <a:endParaRPr kumimoji="1" lang="en-US" altLang="ja-JP" sz="2800" dirty="0"/>
                    </a:p>
                    <a:p>
                      <a:r>
                        <a:rPr kumimoji="1" lang="ja-JP" altLang="en-US" sz="2800" dirty="0"/>
                        <a:t>　　</a:t>
                      </a:r>
                      <a:r>
                        <a:rPr kumimoji="1" lang="en-US" altLang="ja-JP" sz="2800" dirty="0" err="1"/>
                        <a:t>info@jizi.jp</a:t>
                      </a:r>
                      <a:endParaRPr kumimoji="1" lang="en-US" altLang="ja-JP" sz="2800" dirty="0"/>
                    </a:p>
                  </a:txBody>
                  <a:tcPr anchor="ctr"/>
                </a:tc>
                <a:extLst>
                  <a:ext uri="{0D108BD9-81ED-4DB2-BD59-A6C34878D82A}">
                    <a16:rowId xmlns:a16="http://schemas.microsoft.com/office/drawing/2014/main" val="919842500"/>
                  </a:ext>
                </a:extLst>
              </a:tr>
              <a:tr h="1371633">
                <a:tc>
                  <a:txBody>
                    <a:bodyPr/>
                    <a:lstStyle/>
                    <a:p>
                      <a:pPr>
                        <a:lnSpc>
                          <a:spcPct val="100000"/>
                        </a:lnSpc>
                      </a:pPr>
                      <a:r>
                        <a:rPr kumimoji="1" lang="ja-JP" altLang="en-US" sz="2800" dirty="0"/>
                        <a:t>　　模擬店企画</a:t>
                      </a:r>
                      <a:endParaRPr kumimoji="1" lang="en-US" altLang="ja-JP" sz="2800" dirty="0"/>
                    </a:p>
                    <a:p>
                      <a:pPr>
                        <a:lnSpc>
                          <a:spcPct val="100000"/>
                        </a:lnSpc>
                      </a:pPr>
                      <a:r>
                        <a:rPr kumimoji="1" lang="ja-JP" altLang="en-US" sz="2800" dirty="0"/>
                        <a:t>　　講義室企画</a:t>
                      </a:r>
                      <a:endParaRPr kumimoji="1" lang="en-US" altLang="ja-JP" sz="2800" dirty="0"/>
                    </a:p>
                    <a:p>
                      <a:pPr>
                        <a:lnSpc>
                          <a:spcPct val="100000"/>
                        </a:lnSpc>
                        <a:spcAft>
                          <a:spcPts val="1200"/>
                        </a:spcAft>
                      </a:pPr>
                      <a:r>
                        <a:rPr kumimoji="1" lang="ja-JP" altLang="en-US" sz="2800" dirty="0"/>
                        <a:t>　　その他企画　に関すること</a:t>
                      </a:r>
                      <a:endParaRPr kumimoji="1" lang="en-US" altLang="ja-JP" sz="2800" dirty="0"/>
                    </a:p>
                  </a:txBody>
                  <a:tcPr anchor="ctr"/>
                </a:tc>
                <a:tc>
                  <a:txBody>
                    <a:bodyPr/>
                    <a:lstStyle/>
                    <a:p>
                      <a:r>
                        <a:rPr kumimoji="1" lang="ja-JP" altLang="en-US" sz="2800" dirty="0"/>
                        <a:t>工大祭実行委員会 渉内局</a:t>
                      </a:r>
                      <a:endParaRPr kumimoji="1" lang="en-US" altLang="ja-JP" sz="2800" dirty="0"/>
                    </a:p>
                    <a:p>
                      <a:r>
                        <a:rPr kumimoji="1" lang="ja-JP" altLang="en-US" sz="2800" dirty="0"/>
                        <a:t>　　</a:t>
                      </a:r>
                      <a:r>
                        <a:rPr kumimoji="1" lang="en-US" altLang="ja-JP" sz="2800" dirty="0" err="1"/>
                        <a:t>sanka@jizi.jp</a:t>
                      </a:r>
                      <a:endParaRPr kumimoji="1" lang="ja-JP" altLang="en-US" sz="2800" dirty="0"/>
                    </a:p>
                  </a:txBody>
                  <a:tcPr anchor="ctr"/>
                </a:tc>
                <a:extLst>
                  <a:ext uri="{0D108BD9-81ED-4DB2-BD59-A6C34878D82A}">
                    <a16:rowId xmlns:a16="http://schemas.microsoft.com/office/drawing/2014/main" val="4163530513"/>
                  </a:ext>
                </a:extLst>
              </a:tr>
            </a:tbl>
          </a:graphicData>
        </a:graphic>
      </p:graphicFrame>
      <p:sp>
        <p:nvSpPr>
          <p:cNvPr id="11" name="四角形: 角を丸くする 19">
            <a:extLst>
              <a:ext uri="{FF2B5EF4-FFF2-40B4-BE49-F238E27FC236}">
                <a16:creationId xmlns:a16="http://schemas.microsoft.com/office/drawing/2014/main" id="{DC55F02C-26D7-874B-8ABE-466A462B363E}"/>
              </a:ext>
            </a:extLst>
          </p:cNvPr>
          <p:cNvSpPr/>
          <p:nvPr/>
        </p:nvSpPr>
        <p:spPr>
          <a:xfrm>
            <a:off x="963647" y="2907947"/>
            <a:ext cx="384175" cy="384175"/>
          </a:xfrm>
          <a:prstGeom prst="roundRect">
            <a:avLst/>
          </a:prstGeom>
          <a:solidFill>
            <a:srgbClr val="FA26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M</a:t>
            </a:r>
            <a:endParaRPr kumimoji="1" lang="ja-JP" altLang="en-US" sz="1400" dirty="0"/>
          </a:p>
        </p:txBody>
      </p:sp>
      <p:sp>
        <p:nvSpPr>
          <p:cNvPr id="13" name="四角形: 角を丸くする 20">
            <a:extLst>
              <a:ext uri="{FF2B5EF4-FFF2-40B4-BE49-F238E27FC236}">
                <a16:creationId xmlns:a16="http://schemas.microsoft.com/office/drawing/2014/main" id="{5FECDF8C-43F0-4E4E-92D3-B88FE909A8E9}"/>
              </a:ext>
            </a:extLst>
          </p:cNvPr>
          <p:cNvSpPr/>
          <p:nvPr/>
        </p:nvSpPr>
        <p:spPr>
          <a:xfrm>
            <a:off x="963648" y="3349705"/>
            <a:ext cx="384175" cy="384175"/>
          </a:xfrm>
          <a:prstGeom prst="roundRect">
            <a:avLst/>
          </a:prstGeom>
          <a:solidFill>
            <a:srgbClr val="69D8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K</a:t>
            </a:r>
            <a:endParaRPr kumimoji="1" lang="ja-JP" altLang="en-US" sz="1400" dirty="0"/>
          </a:p>
        </p:txBody>
      </p:sp>
      <p:sp>
        <p:nvSpPr>
          <p:cNvPr id="14" name="四角形: 角を丸くする 22">
            <a:extLst>
              <a:ext uri="{FF2B5EF4-FFF2-40B4-BE49-F238E27FC236}">
                <a16:creationId xmlns:a16="http://schemas.microsoft.com/office/drawing/2014/main" id="{8C5A9CCB-8580-4B45-A24F-B96ADC96E9EA}"/>
              </a:ext>
            </a:extLst>
          </p:cNvPr>
          <p:cNvSpPr/>
          <p:nvPr/>
        </p:nvSpPr>
        <p:spPr>
          <a:xfrm>
            <a:off x="963647" y="3791463"/>
            <a:ext cx="384175" cy="384175"/>
          </a:xfrm>
          <a:prstGeom prst="roundRect">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t>S</a:t>
            </a:r>
            <a:endParaRPr kumimoji="1" lang="ja-JP" altLang="en-US" sz="1400" dirty="0"/>
          </a:p>
        </p:txBody>
      </p:sp>
      <p:pic>
        <p:nvPicPr>
          <p:cNvPr id="15" name="グラフィックス 14" descr="封筒">
            <a:extLst>
              <a:ext uri="{FF2B5EF4-FFF2-40B4-BE49-F238E27FC236}">
                <a16:creationId xmlns:a16="http://schemas.microsoft.com/office/drawing/2014/main" id="{AFD36B4A-49DB-3F40-B366-8BB5935CF1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7695" y="2396983"/>
            <a:ext cx="384175" cy="384175"/>
          </a:xfrm>
          <a:prstGeom prst="rect">
            <a:avLst/>
          </a:prstGeom>
        </p:spPr>
      </p:pic>
      <p:pic>
        <p:nvPicPr>
          <p:cNvPr id="16" name="グラフィックス 15" descr="封筒">
            <a:extLst>
              <a:ext uri="{FF2B5EF4-FFF2-40B4-BE49-F238E27FC236}">
                <a16:creationId xmlns:a16="http://schemas.microsoft.com/office/drawing/2014/main" id="{4113F594-6392-974B-B4E0-6B6A77F22E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7695" y="3612802"/>
            <a:ext cx="385200" cy="385200"/>
          </a:xfrm>
          <a:prstGeom prst="rect">
            <a:avLst/>
          </a:prstGeom>
        </p:spPr>
      </p:pic>
    </p:spTree>
    <p:extLst>
      <p:ext uri="{BB962C8B-B14F-4D97-AF65-F5344CB8AC3E}">
        <p14:creationId xmlns:p14="http://schemas.microsoft.com/office/powerpoint/2010/main" val="575269301"/>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GP">
      <a:majorFont>
        <a:latin typeface="HGP創英角ｺﾞｼｯｸUB"/>
        <a:ea typeface="HGP創英角ｺﾞｼｯｸUB"/>
        <a:cs typeface=""/>
      </a:majorFont>
      <a:minorFont>
        <a:latin typeface="HGP創英角ｺﾞｼｯｸUB"/>
        <a:ea typeface="HGP創英角ｺﾞｼｯｸUB"/>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ーマ1" id="{EC8F1C2D-885F-4912-B2E3-760A7C31EB8C}" vid="{D3C2A91F-0A9A-451C-9819-B4A8F33409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0445B2517C47458B8EE92589F30D1A" ma:contentTypeVersion="8" ma:contentTypeDescription="Create a new document." ma:contentTypeScope="" ma:versionID="3205adea1ad1ef1544b8c587375d3e38">
  <xsd:schema xmlns:xsd="http://www.w3.org/2001/XMLSchema" xmlns:xs="http://www.w3.org/2001/XMLSchema" xmlns:p="http://schemas.microsoft.com/office/2006/metadata/properties" xmlns:ns3="9c7738aa-70ca-4008-a21d-46b1b8a6cdb8" targetNamespace="http://schemas.microsoft.com/office/2006/metadata/properties" ma:root="true" ma:fieldsID="6b8cff61c0d12b8c62796823d898b8f6" ns3:_="">
    <xsd:import namespace="9c7738aa-70ca-4008-a21d-46b1b8a6cdb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7738aa-70ca-4008-a21d-46b1b8a6cd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C9BB7C-6938-4509-A4CD-D1D2A966D2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7738aa-70ca-4008-a21d-46b1b8a6c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D9E252-F454-4B59-BA68-05B862775218}">
  <ds:schemaRefs>
    <ds:schemaRef ds:uri="http://schemas.microsoft.com/sharepoint/v3/contenttype/forms"/>
  </ds:schemaRefs>
</ds:datastoreItem>
</file>

<file path=customXml/itemProps3.xml><?xml version="1.0" encoding="utf-8"?>
<ds:datastoreItem xmlns:ds="http://schemas.openxmlformats.org/officeDocument/2006/customXml" ds:itemID="{2F5FDD2C-3B82-4B7D-AE32-DA9F88F31B70}">
  <ds:schemaRefs>
    <ds:schemaRef ds:uri="http://schemas.microsoft.com/office/2006/documentManagement/types"/>
    <ds:schemaRef ds:uri="http://purl.org/dc/elements/1.1/"/>
    <ds:schemaRef ds:uri="http://purl.org/dc/dcmitype/"/>
    <ds:schemaRef ds:uri="9c7738aa-70ca-4008-a21d-46b1b8a6cdb8"/>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33266</TotalTime>
  <Words>9983</Words>
  <Application>Microsoft Macintosh PowerPoint</Application>
  <PresentationFormat>Widescreen</PresentationFormat>
  <Paragraphs>857</Paragraphs>
  <Slides>82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-apple-system</vt:lpstr>
      <vt:lpstr>HGP創英角ｺﾞｼｯｸUB</vt:lpstr>
      <vt:lpstr>HiraginoSans</vt:lpstr>
      <vt:lpstr>KozGoPr6N</vt:lpstr>
      <vt:lpstr>游ゴシック</vt:lpstr>
      <vt:lpstr>Arial</vt:lpstr>
      <vt:lpstr>テーマ1</vt:lpstr>
      <vt:lpstr>第二回参加団体総会</vt:lpstr>
      <vt:lpstr>配布資料</vt:lpstr>
      <vt:lpstr>目次</vt:lpstr>
      <vt:lpstr>1.工大祭概要</vt:lpstr>
      <vt:lpstr>期間中の注意・お願い</vt:lpstr>
      <vt:lpstr>本部・案内所・工大祭実行委員会室</vt:lpstr>
      <vt:lpstr>車両規制</vt:lpstr>
      <vt:lpstr>工大祭開催期間外の車両規制</vt:lpstr>
      <vt:lpstr>工大祭開催期間中の車両規制</vt:lpstr>
      <vt:lpstr>グランプリ2022</vt:lpstr>
      <vt:lpstr>投票方法</vt:lpstr>
      <vt:lpstr>表彰</vt:lpstr>
      <vt:lpstr>中間結果発表</vt:lpstr>
      <vt:lpstr>最終結果発表</vt:lpstr>
      <vt:lpstr>ガソリン携行缶</vt:lpstr>
      <vt:lpstr>ガソリン携行缶</vt:lpstr>
      <vt:lpstr>ガソリン携行缶</vt:lpstr>
      <vt:lpstr>2.入構規制について</vt:lpstr>
      <vt:lpstr>工大祭期間中の入構規制について</vt:lpstr>
      <vt:lpstr>来場者の工大祭全体への入場予約について</vt:lpstr>
      <vt:lpstr>来場者の予定予約枠一覧</vt:lpstr>
      <vt:lpstr>来場者の各企画への予約</vt:lpstr>
      <vt:lpstr>参加団体構成員の入構について</vt:lpstr>
      <vt:lpstr>3.工大祭準備日まで</vt:lpstr>
      <vt:lpstr>現物支給物品の受け取り</vt:lpstr>
      <vt:lpstr>印刷機</vt:lpstr>
      <vt:lpstr>構成員の変更</vt:lpstr>
      <vt:lpstr>4.工大祭準備日</vt:lpstr>
      <vt:lpstr>準備日の配布物リスト</vt:lpstr>
      <vt:lpstr>準備日の配布物リスト</vt:lpstr>
      <vt:lpstr>借用物品(長机・椅子・防災物品)について</vt:lpstr>
      <vt:lpstr>レンタル物品について</vt:lpstr>
      <vt:lpstr>レンタル物品について</vt:lpstr>
      <vt:lpstr>企画設営上の注意</vt:lpstr>
      <vt:lpstr>         　屋外企画</vt:lpstr>
      <vt:lpstr>　　　　屋内企画</vt:lpstr>
      <vt:lpstr>　　　　屋内企画</vt:lpstr>
      <vt:lpstr>掲示条件</vt:lpstr>
      <vt:lpstr>看板についての注意事項</vt:lpstr>
      <vt:lpstr>掲示条件</vt:lpstr>
      <vt:lpstr>ビラ・ポスターについての注意事項</vt:lpstr>
      <vt:lpstr>5.工大祭当日</vt:lpstr>
      <vt:lpstr>企画実施上の注意</vt:lpstr>
      <vt:lpstr>         屋外企画</vt:lpstr>
      <vt:lpstr>      屋外企画</vt:lpstr>
      <vt:lpstr>　　　   屋内企画</vt:lpstr>
      <vt:lpstr>　　　   講義室（控え室）使用上の注意</vt:lpstr>
      <vt:lpstr>企画実施終了後の注意(両日とも)　　　</vt:lpstr>
      <vt:lpstr>仮設水道</vt:lpstr>
      <vt:lpstr>下ごしらえ上の注意事項</vt:lpstr>
      <vt:lpstr>衛生上の注意事項</vt:lpstr>
      <vt:lpstr>火気器具使用上の注意事項</vt:lpstr>
      <vt:lpstr>企画終了後の食品の保管方法について</vt:lpstr>
      <vt:lpstr>酒類の取り扱い</vt:lpstr>
      <vt:lpstr>    　屋外企画</vt:lpstr>
      <vt:lpstr>      体育館アリーナ企画</vt:lpstr>
      <vt:lpstr>　　屋内企画</vt:lpstr>
      <vt:lpstr>ゴミ処理</vt:lpstr>
      <vt:lpstr>ゴミステーション</vt:lpstr>
      <vt:lpstr>引火性液体</vt:lpstr>
      <vt:lpstr>木材ゴミ</vt:lpstr>
      <vt:lpstr>ワイヤレスマイクなどの借用物品</vt:lpstr>
      <vt:lpstr>6.工大祭片付日</vt:lpstr>
      <vt:lpstr>物品返却</vt:lpstr>
      <vt:lpstr>物品返却</vt:lpstr>
      <vt:lpstr>模擬店地区清掃</vt:lpstr>
      <vt:lpstr>模擬店地区清掃</vt:lpstr>
      <vt:lpstr>講義室・その他企画（一部団体）の原状復帰</vt:lpstr>
      <vt:lpstr>講義室・その他企画（一部団体）の原状復帰</vt:lpstr>
      <vt:lpstr>講義室・その他企画（一部団体）の原状復帰</vt:lpstr>
      <vt:lpstr>7.付録</vt:lpstr>
      <vt:lpstr>落し物を見つけたとき</vt:lpstr>
      <vt:lpstr>迷子・迷子の保護者を見つけたとき</vt:lpstr>
      <vt:lpstr>雨が降ったとき</vt:lpstr>
      <vt:lpstr>風が強いとき</vt:lpstr>
      <vt:lpstr>けが人・急病人が出たとき</vt:lpstr>
      <vt:lpstr>電気が止まったとき（屋外企画）</vt:lpstr>
      <vt:lpstr>電気が止まったとき（屋内企画）</vt:lpstr>
      <vt:lpstr>地震が発生したとき</vt:lpstr>
      <vt:lpstr>火災が発生したとき</vt:lpstr>
      <vt:lpstr>ガス漏れが発生したとき</vt:lpstr>
      <vt:lpstr>お問い合わせ先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第一回参加団体総会</dc:title>
  <dc:creator>栩内 友輝</dc:creator>
  <cp:lastModifiedBy>T20210019037</cp:lastModifiedBy>
  <cp:revision>285</cp:revision>
  <dcterms:created xsi:type="dcterms:W3CDTF">2020-05-22T09:33:30Z</dcterms:created>
  <dcterms:modified xsi:type="dcterms:W3CDTF">2022-10-03T23:07:46Z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0x010100020445B2517C47458B8EE92589F30D1A</vt:lpwstr>
  </property>
</Properties>
</file>