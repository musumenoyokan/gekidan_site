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0907713" cy="7775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0" y="2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8079" y="1272531"/>
            <a:ext cx="9271556" cy="2707052"/>
          </a:xfrm>
        </p:spPr>
        <p:txBody>
          <a:bodyPr anchor="b"/>
          <a:lstStyle>
            <a:lvl1pPr algn="ctr">
              <a:defRPr sz="680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3464" y="4083977"/>
            <a:ext cx="8180785" cy="1877297"/>
          </a:xfrm>
        </p:spPr>
        <p:txBody>
          <a:bodyPr/>
          <a:lstStyle>
            <a:lvl1pPr marL="0" indent="0" algn="ctr">
              <a:buNone/>
              <a:defRPr sz="2721"/>
            </a:lvl1pPr>
            <a:lvl2pPr marL="518373" indent="0" algn="ctr">
              <a:buNone/>
              <a:defRPr sz="2268"/>
            </a:lvl2pPr>
            <a:lvl3pPr marL="1036747" indent="0" algn="ctr">
              <a:buNone/>
              <a:defRPr sz="2041"/>
            </a:lvl3pPr>
            <a:lvl4pPr marL="1555120" indent="0" algn="ctr">
              <a:buNone/>
              <a:defRPr sz="1814"/>
            </a:lvl4pPr>
            <a:lvl5pPr marL="2073493" indent="0" algn="ctr">
              <a:buNone/>
              <a:defRPr sz="1814"/>
            </a:lvl5pPr>
            <a:lvl6pPr marL="2591867" indent="0" algn="ctr">
              <a:buNone/>
              <a:defRPr sz="1814"/>
            </a:lvl6pPr>
            <a:lvl7pPr marL="3110240" indent="0" algn="ctr">
              <a:buNone/>
              <a:defRPr sz="1814"/>
            </a:lvl7pPr>
            <a:lvl8pPr marL="3628614" indent="0" algn="ctr">
              <a:buNone/>
              <a:defRPr sz="1814"/>
            </a:lvl8pPr>
            <a:lvl9pPr marL="4146987" indent="0" algn="ctr">
              <a:buNone/>
              <a:defRPr sz="1814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F53F-DB6E-4838-8F97-637A8D0401D7}" type="datetimeFigureOut">
              <a:rPr kumimoji="1" lang="ja-JP" altLang="en-US" smtClean="0"/>
              <a:t>2021/3/31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B33D3-01E3-47A0-B6BC-AA278CDCD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3080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F53F-DB6E-4838-8F97-637A8D0401D7}" type="datetimeFigureOut">
              <a:rPr kumimoji="1" lang="ja-JP" altLang="en-US" smtClean="0"/>
              <a:t>2021/3/31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B33D3-01E3-47A0-B6BC-AA278CDCD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30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25" y="1938496"/>
            <a:ext cx="9407902" cy="3234423"/>
          </a:xfrm>
        </p:spPr>
        <p:txBody>
          <a:bodyPr anchor="b"/>
          <a:lstStyle>
            <a:lvl1pPr>
              <a:defRPr sz="680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4225" y="5203518"/>
            <a:ext cx="9407902" cy="1700906"/>
          </a:xfrm>
        </p:spPr>
        <p:txBody>
          <a:bodyPr/>
          <a:lstStyle>
            <a:lvl1pPr marL="0" indent="0">
              <a:buNone/>
              <a:defRPr sz="2721">
                <a:solidFill>
                  <a:schemeClr val="tx1"/>
                </a:solidFill>
              </a:defRPr>
            </a:lvl1pPr>
            <a:lvl2pPr marL="518373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2pPr>
            <a:lvl3pPr marL="1036747" indent="0">
              <a:buNone/>
              <a:defRPr sz="2041">
                <a:solidFill>
                  <a:schemeClr val="tx1">
                    <a:tint val="75000"/>
                  </a:schemeClr>
                </a:solidFill>
              </a:defRPr>
            </a:lvl3pPr>
            <a:lvl4pPr marL="155512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4pPr>
            <a:lvl5pPr marL="2073493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5pPr>
            <a:lvl6pPr marL="2591867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6pPr>
            <a:lvl7pPr marL="311024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7pPr>
            <a:lvl8pPr marL="3628614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8pPr>
            <a:lvl9pPr marL="4146987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F53F-DB6E-4838-8F97-637A8D0401D7}" type="datetimeFigureOut">
              <a:rPr kumimoji="1" lang="ja-JP" altLang="en-US" smtClean="0"/>
              <a:t>2021/3/31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B33D3-01E3-47A0-B6BC-AA278CDCD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067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9905" y="2069887"/>
            <a:ext cx="4635778" cy="493353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22030" y="2069887"/>
            <a:ext cx="4635778" cy="493353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F53F-DB6E-4838-8F97-637A8D0401D7}" type="datetimeFigureOut">
              <a:rPr kumimoji="1" lang="ja-JP" altLang="en-US" smtClean="0"/>
              <a:t>2021/3/31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B33D3-01E3-47A0-B6BC-AA278CDCD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27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326" y="413979"/>
            <a:ext cx="9407902" cy="150291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1327" y="1906097"/>
            <a:ext cx="4614473" cy="934148"/>
          </a:xfrm>
        </p:spPr>
        <p:txBody>
          <a:bodyPr anchor="b"/>
          <a:lstStyle>
            <a:lvl1pPr marL="0" indent="0">
              <a:buNone/>
              <a:defRPr sz="2721" b="1"/>
            </a:lvl1pPr>
            <a:lvl2pPr marL="518373" indent="0">
              <a:buNone/>
              <a:defRPr sz="2268" b="1"/>
            </a:lvl2pPr>
            <a:lvl3pPr marL="1036747" indent="0">
              <a:buNone/>
              <a:defRPr sz="2041" b="1"/>
            </a:lvl3pPr>
            <a:lvl4pPr marL="1555120" indent="0">
              <a:buNone/>
              <a:defRPr sz="1814" b="1"/>
            </a:lvl4pPr>
            <a:lvl5pPr marL="2073493" indent="0">
              <a:buNone/>
              <a:defRPr sz="1814" b="1"/>
            </a:lvl5pPr>
            <a:lvl6pPr marL="2591867" indent="0">
              <a:buNone/>
              <a:defRPr sz="1814" b="1"/>
            </a:lvl6pPr>
            <a:lvl7pPr marL="3110240" indent="0">
              <a:buNone/>
              <a:defRPr sz="1814" b="1"/>
            </a:lvl7pPr>
            <a:lvl8pPr marL="3628614" indent="0">
              <a:buNone/>
              <a:defRPr sz="1814" b="1"/>
            </a:lvl8pPr>
            <a:lvl9pPr marL="4146987" indent="0">
              <a:buNone/>
              <a:defRPr sz="181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1327" y="2840245"/>
            <a:ext cx="4614473" cy="41775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22030" y="1906097"/>
            <a:ext cx="4637199" cy="934148"/>
          </a:xfrm>
        </p:spPr>
        <p:txBody>
          <a:bodyPr anchor="b"/>
          <a:lstStyle>
            <a:lvl1pPr marL="0" indent="0">
              <a:buNone/>
              <a:defRPr sz="2721" b="1"/>
            </a:lvl1pPr>
            <a:lvl2pPr marL="518373" indent="0">
              <a:buNone/>
              <a:defRPr sz="2268" b="1"/>
            </a:lvl2pPr>
            <a:lvl3pPr marL="1036747" indent="0">
              <a:buNone/>
              <a:defRPr sz="2041" b="1"/>
            </a:lvl3pPr>
            <a:lvl4pPr marL="1555120" indent="0">
              <a:buNone/>
              <a:defRPr sz="1814" b="1"/>
            </a:lvl4pPr>
            <a:lvl5pPr marL="2073493" indent="0">
              <a:buNone/>
              <a:defRPr sz="1814" b="1"/>
            </a:lvl5pPr>
            <a:lvl6pPr marL="2591867" indent="0">
              <a:buNone/>
              <a:defRPr sz="1814" b="1"/>
            </a:lvl6pPr>
            <a:lvl7pPr marL="3110240" indent="0">
              <a:buNone/>
              <a:defRPr sz="1814" b="1"/>
            </a:lvl7pPr>
            <a:lvl8pPr marL="3628614" indent="0">
              <a:buNone/>
              <a:defRPr sz="1814" b="1"/>
            </a:lvl8pPr>
            <a:lvl9pPr marL="4146987" indent="0">
              <a:buNone/>
              <a:defRPr sz="181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22030" y="2840245"/>
            <a:ext cx="4637199" cy="41775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F53F-DB6E-4838-8F97-637A8D0401D7}" type="datetimeFigureOut">
              <a:rPr kumimoji="1" lang="ja-JP" altLang="en-US" smtClean="0"/>
              <a:t>2021/3/31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B33D3-01E3-47A0-B6BC-AA278CDCD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146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F53F-DB6E-4838-8F97-637A8D0401D7}" type="datetimeFigureOut">
              <a:rPr kumimoji="1" lang="ja-JP" altLang="en-US" smtClean="0"/>
              <a:t>2021/3/31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B33D3-01E3-47A0-B6BC-AA278CDCD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153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F53F-DB6E-4838-8F97-637A8D0401D7}" type="datetimeFigureOut">
              <a:rPr kumimoji="1" lang="ja-JP" altLang="en-US" smtClean="0"/>
              <a:t>2021/3/31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B33D3-01E3-47A0-B6BC-AA278CDCD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07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326" y="518372"/>
            <a:ext cx="3518021" cy="1814301"/>
          </a:xfrm>
        </p:spPr>
        <p:txBody>
          <a:bodyPr anchor="b"/>
          <a:lstStyle>
            <a:lvl1pPr>
              <a:defRPr sz="362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99" y="1119540"/>
            <a:ext cx="5522030" cy="5525698"/>
          </a:xfrm>
        </p:spPr>
        <p:txBody>
          <a:bodyPr/>
          <a:lstStyle>
            <a:lvl1pPr>
              <a:defRPr sz="3628"/>
            </a:lvl1pPr>
            <a:lvl2pPr>
              <a:defRPr sz="3175"/>
            </a:lvl2pPr>
            <a:lvl3pPr>
              <a:defRPr sz="2721"/>
            </a:lvl3pPr>
            <a:lvl4pPr>
              <a:defRPr sz="2268"/>
            </a:lvl4pPr>
            <a:lvl5pPr>
              <a:defRPr sz="2268"/>
            </a:lvl5pPr>
            <a:lvl6pPr>
              <a:defRPr sz="2268"/>
            </a:lvl6pPr>
            <a:lvl7pPr>
              <a:defRPr sz="2268"/>
            </a:lvl7pPr>
            <a:lvl8pPr>
              <a:defRPr sz="2268"/>
            </a:lvl8pPr>
            <a:lvl9pPr>
              <a:defRPr sz="226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1326" y="2332673"/>
            <a:ext cx="3518021" cy="4321564"/>
          </a:xfrm>
        </p:spPr>
        <p:txBody>
          <a:bodyPr/>
          <a:lstStyle>
            <a:lvl1pPr marL="0" indent="0">
              <a:buNone/>
              <a:defRPr sz="1814"/>
            </a:lvl1pPr>
            <a:lvl2pPr marL="518373" indent="0">
              <a:buNone/>
              <a:defRPr sz="1587"/>
            </a:lvl2pPr>
            <a:lvl3pPr marL="1036747" indent="0">
              <a:buNone/>
              <a:defRPr sz="1361"/>
            </a:lvl3pPr>
            <a:lvl4pPr marL="1555120" indent="0">
              <a:buNone/>
              <a:defRPr sz="1134"/>
            </a:lvl4pPr>
            <a:lvl5pPr marL="2073493" indent="0">
              <a:buNone/>
              <a:defRPr sz="1134"/>
            </a:lvl5pPr>
            <a:lvl6pPr marL="2591867" indent="0">
              <a:buNone/>
              <a:defRPr sz="1134"/>
            </a:lvl6pPr>
            <a:lvl7pPr marL="3110240" indent="0">
              <a:buNone/>
              <a:defRPr sz="1134"/>
            </a:lvl7pPr>
            <a:lvl8pPr marL="3628614" indent="0">
              <a:buNone/>
              <a:defRPr sz="1134"/>
            </a:lvl8pPr>
            <a:lvl9pPr marL="4146987" indent="0">
              <a:buNone/>
              <a:defRPr sz="113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F53F-DB6E-4838-8F97-637A8D0401D7}" type="datetimeFigureOut">
              <a:rPr kumimoji="1" lang="ja-JP" altLang="en-US" smtClean="0"/>
              <a:t>2021/3/31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B33D3-01E3-47A0-B6BC-AA278CDCD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851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326" y="518372"/>
            <a:ext cx="3518021" cy="1814301"/>
          </a:xfrm>
        </p:spPr>
        <p:txBody>
          <a:bodyPr anchor="b"/>
          <a:lstStyle>
            <a:lvl1pPr>
              <a:defRPr sz="362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37199" y="1119540"/>
            <a:ext cx="5522030" cy="5525698"/>
          </a:xfrm>
        </p:spPr>
        <p:txBody>
          <a:bodyPr anchor="t"/>
          <a:lstStyle>
            <a:lvl1pPr marL="0" indent="0">
              <a:buNone/>
              <a:defRPr sz="3628"/>
            </a:lvl1pPr>
            <a:lvl2pPr marL="518373" indent="0">
              <a:buNone/>
              <a:defRPr sz="3175"/>
            </a:lvl2pPr>
            <a:lvl3pPr marL="1036747" indent="0">
              <a:buNone/>
              <a:defRPr sz="2721"/>
            </a:lvl3pPr>
            <a:lvl4pPr marL="1555120" indent="0">
              <a:buNone/>
              <a:defRPr sz="2268"/>
            </a:lvl4pPr>
            <a:lvl5pPr marL="2073493" indent="0">
              <a:buNone/>
              <a:defRPr sz="2268"/>
            </a:lvl5pPr>
            <a:lvl6pPr marL="2591867" indent="0">
              <a:buNone/>
              <a:defRPr sz="2268"/>
            </a:lvl6pPr>
            <a:lvl7pPr marL="3110240" indent="0">
              <a:buNone/>
              <a:defRPr sz="2268"/>
            </a:lvl7pPr>
            <a:lvl8pPr marL="3628614" indent="0">
              <a:buNone/>
              <a:defRPr sz="2268"/>
            </a:lvl8pPr>
            <a:lvl9pPr marL="4146987" indent="0">
              <a:buNone/>
              <a:defRPr sz="226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1326" y="2332673"/>
            <a:ext cx="3518021" cy="4321564"/>
          </a:xfrm>
        </p:spPr>
        <p:txBody>
          <a:bodyPr/>
          <a:lstStyle>
            <a:lvl1pPr marL="0" indent="0">
              <a:buNone/>
              <a:defRPr sz="1814"/>
            </a:lvl1pPr>
            <a:lvl2pPr marL="518373" indent="0">
              <a:buNone/>
              <a:defRPr sz="1587"/>
            </a:lvl2pPr>
            <a:lvl3pPr marL="1036747" indent="0">
              <a:buNone/>
              <a:defRPr sz="1361"/>
            </a:lvl3pPr>
            <a:lvl4pPr marL="1555120" indent="0">
              <a:buNone/>
              <a:defRPr sz="1134"/>
            </a:lvl4pPr>
            <a:lvl5pPr marL="2073493" indent="0">
              <a:buNone/>
              <a:defRPr sz="1134"/>
            </a:lvl5pPr>
            <a:lvl6pPr marL="2591867" indent="0">
              <a:buNone/>
              <a:defRPr sz="1134"/>
            </a:lvl6pPr>
            <a:lvl7pPr marL="3110240" indent="0">
              <a:buNone/>
              <a:defRPr sz="1134"/>
            </a:lvl7pPr>
            <a:lvl8pPr marL="3628614" indent="0">
              <a:buNone/>
              <a:defRPr sz="1134"/>
            </a:lvl8pPr>
            <a:lvl9pPr marL="4146987" indent="0">
              <a:buNone/>
              <a:defRPr sz="113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F53F-DB6E-4838-8F97-637A8D0401D7}" type="datetimeFigureOut">
              <a:rPr kumimoji="1" lang="ja-JP" altLang="en-US" smtClean="0"/>
              <a:t>2021/3/31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B33D3-01E3-47A0-B6BC-AA278CDCD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740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F53F-DB6E-4838-8F97-637A8D0401D7}" type="datetimeFigureOut">
              <a:rPr kumimoji="1" lang="ja-JP" altLang="en-US" smtClean="0"/>
              <a:t>2021/3/31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B33D3-01E3-47A0-B6BC-AA278CDCD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90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5833" y="413978"/>
            <a:ext cx="2351976" cy="658944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9906" y="413978"/>
            <a:ext cx="6919580" cy="658944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F53F-DB6E-4838-8F97-637A8D0401D7}" type="datetimeFigureOut">
              <a:rPr kumimoji="1" lang="ja-JP" altLang="en-US" smtClean="0"/>
              <a:t>2021/3/31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B33D3-01E3-47A0-B6BC-AA278CDCD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228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9906" y="413979"/>
            <a:ext cx="9407902" cy="150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906" y="2069887"/>
            <a:ext cx="9407902" cy="4933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9905" y="7206808"/>
            <a:ext cx="2454235" cy="41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EF53F-DB6E-4838-8F97-637A8D0401D7}" type="datetimeFigureOut">
              <a:rPr kumimoji="1" lang="ja-JP" altLang="en-US" smtClean="0"/>
              <a:t>2021/3/31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13180" y="7206808"/>
            <a:ext cx="3681353" cy="41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3573" y="7206808"/>
            <a:ext cx="2454235" cy="41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B33D3-01E3-47A0-B6BC-AA278CDCD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161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36747" rtl="0" eaLnBrk="1" latinLnBrk="0" hangingPunct="1">
        <a:lnSpc>
          <a:spcPct val="90000"/>
        </a:lnSpc>
        <a:spcBef>
          <a:spcPct val="0"/>
        </a:spcBef>
        <a:buNone/>
        <a:defRPr kumimoji="1" sz="49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187" indent="-259187" algn="l" defTabSz="1036747" rtl="0" eaLnBrk="1" latinLnBrk="0" hangingPunct="1">
        <a:lnSpc>
          <a:spcPct val="90000"/>
        </a:lnSpc>
        <a:spcBef>
          <a:spcPts val="1134"/>
        </a:spcBef>
        <a:buFont typeface="Arial" panose="020B0604020202020204" pitchFamily="34" charset="0"/>
        <a:buChar char="•"/>
        <a:defRPr kumimoji="1" sz="3175" kern="1200">
          <a:solidFill>
            <a:schemeClr val="tx1"/>
          </a:solidFill>
          <a:latin typeface="+mn-lt"/>
          <a:ea typeface="+mn-ea"/>
          <a:cs typeface="+mn-cs"/>
        </a:defRPr>
      </a:lvl1pPr>
      <a:lvl2pPr marL="777560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kumimoji="1" sz="2721" kern="1200">
          <a:solidFill>
            <a:schemeClr val="tx1"/>
          </a:solidFill>
          <a:latin typeface="+mn-lt"/>
          <a:ea typeface="+mn-ea"/>
          <a:cs typeface="+mn-cs"/>
        </a:defRPr>
      </a:lvl2pPr>
      <a:lvl3pPr marL="1295933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kumimoji="1"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814307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4pPr>
      <a:lvl5pPr marL="2332680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5pPr>
      <a:lvl6pPr marL="2851053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6pPr>
      <a:lvl7pPr marL="3369427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7pPr>
      <a:lvl8pPr marL="3887800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8pPr>
      <a:lvl9pPr marL="4406174" indent="-259187" algn="l" defTabSz="1036747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747" rtl="0" eaLnBrk="1" latinLnBrk="0" hangingPunct="1"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1pPr>
      <a:lvl2pPr marL="518373" algn="l" defTabSz="1036747" rtl="0" eaLnBrk="1" latinLnBrk="0" hangingPunct="1"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2pPr>
      <a:lvl3pPr marL="1036747" algn="l" defTabSz="1036747" rtl="0" eaLnBrk="1" latinLnBrk="0" hangingPunct="1"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3pPr>
      <a:lvl4pPr marL="1555120" algn="l" defTabSz="1036747" rtl="0" eaLnBrk="1" latinLnBrk="0" hangingPunct="1"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4pPr>
      <a:lvl5pPr marL="2073493" algn="l" defTabSz="1036747" rtl="0" eaLnBrk="1" latinLnBrk="0" hangingPunct="1"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5pPr>
      <a:lvl6pPr marL="2591867" algn="l" defTabSz="1036747" rtl="0" eaLnBrk="1" latinLnBrk="0" hangingPunct="1"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6pPr>
      <a:lvl7pPr marL="3110240" algn="l" defTabSz="1036747" rtl="0" eaLnBrk="1" latinLnBrk="0" hangingPunct="1"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7pPr>
      <a:lvl8pPr marL="3628614" algn="l" defTabSz="1036747" rtl="0" eaLnBrk="1" latinLnBrk="0" hangingPunct="1"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8pPr>
      <a:lvl9pPr marL="4146987" algn="l" defTabSz="1036747" rtl="0" eaLnBrk="1" latinLnBrk="0" hangingPunct="1">
        <a:defRPr kumimoji="1" sz="20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4FEAAF-68A0-4B6F-AE3B-3E5541B380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0279C9-B73B-48F4-A2C3-5E8052AFEA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0D05562-C203-4F73-8138-479BAE147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8" y="107787"/>
            <a:ext cx="10690696" cy="7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12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4FEAAF-68A0-4B6F-AE3B-3E5541B380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0279C9-B73B-48F4-A2C3-5E8052AFEA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6DF3C08-0F5D-4C44-94F0-07DBF55CE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8" y="107787"/>
            <a:ext cx="10690696" cy="7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6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0</Words>
  <Application>Microsoft Office PowerPoint</Application>
  <PresentationFormat>ユーザー設定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 怜奈</dc:creator>
  <cp:lastModifiedBy>渡辺 怜奈</cp:lastModifiedBy>
  <cp:revision>2</cp:revision>
  <dcterms:created xsi:type="dcterms:W3CDTF">2021-03-30T16:51:39Z</dcterms:created>
  <dcterms:modified xsi:type="dcterms:W3CDTF">2021-03-31T01:04:13Z</dcterms:modified>
</cp:coreProperties>
</file>