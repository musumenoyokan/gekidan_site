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AE2286-72B5-1039-A7C2-9BC96EDF2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D560781-33FC-D401-580A-88EDD059A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1A6913-7EE4-A973-6F7E-088C5858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A85D-F9EB-4C6A-BAF9-4C2DCD43A258}" type="datetimeFigureOut">
              <a:rPr kumimoji="1" lang="ja-JP" altLang="en-US" smtClean="0"/>
              <a:t>2023/9/14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C83CC5-0CDE-6A10-F9B1-66E30544E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30CEB2-C00E-5373-4B62-357550F14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AFE1-90FE-480F-8AEA-C9C2BDF50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36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0BAD1D-0442-0BCE-0932-4E92B1B43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9F1954-4280-901A-5AB9-F711AD08C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107C8A-FABF-81CB-4FF8-5DBA5222D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A85D-F9EB-4C6A-BAF9-4C2DCD43A258}" type="datetimeFigureOut">
              <a:rPr kumimoji="1" lang="ja-JP" altLang="en-US" smtClean="0"/>
              <a:t>2023/9/14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F558FC-79D0-E002-B004-6E949D7D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7E2386-1054-7C3F-47CD-E41B75EAC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AFE1-90FE-480F-8AEA-C9C2BDF50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1910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C5AF8-98A6-E5B4-EB1C-0F1D9D7E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3B1E4A-3E17-28D5-399C-A7CAAD6B6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F3766F-96E5-B8D9-1EDF-06E1B51A1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A85D-F9EB-4C6A-BAF9-4C2DCD43A258}" type="datetimeFigureOut">
              <a:rPr kumimoji="1" lang="ja-JP" altLang="en-US" smtClean="0"/>
              <a:t>2023/9/14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228623-7B41-8CF2-77D1-34CE0F1E9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B580EC-991B-F7D8-D603-CC1C0985C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AFE1-90FE-480F-8AEA-C9C2BDF50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9274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D81D5-096E-6B4E-5FDC-51A81E242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013560-BDDC-A834-3556-634AAA6D2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D2F7D8-9870-D423-EEA5-3DBF99641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B8D979-8C6D-FC3B-BCAA-B4885BB9C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A85D-F9EB-4C6A-BAF9-4C2DCD43A258}" type="datetimeFigureOut">
              <a:rPr kumimoji="1" lang="ja-JP" altLang="en-US" smtClean="0"/>
              <a:t>2023/9/14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B1A4B9-E604-0F50-4FC6-CF24DCD3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E8B391-6F84-F5B5-16CC-5E485828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AFE1-90FE-480F-8AEA-C9C2BDF50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533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C7FFDF-8296-9936-CE04-2307DE7D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C2A648-8E1A-32B1-E983-169326418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2DD75B-B025-6073-76F4-5BA70975A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2342B9-0BC1-8C64-E25C-BE9583447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7482DC0-5C64-D7A7-FB6C-A5101CD54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8C5CEF8-2388-C050-0AD2-680AE0400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A85D-F9EB-4C6A-BAF9-4C2DCD43A258}" type="datetimeFigureOut">
              <a:rPr kumimoji="1" lang="ja-JP" altLang="en-US" smtClean="0"/>
              <a:t>2023/9/14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1F362D3-5A9E-B4DA-340B-3853B504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E28CD26-ADA0-817A-2C5D-54F03DD8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AFE1-90FE-480F-8AEA-C9C2BDF50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2716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8D24B2-811A-B022-7874-CEE75264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7CCA92C-2142-FC9B-F0AD-0ADA6039B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A85D-F9EB-4C6A-BAF9-4C2DCD43A258}" type="datetimeFigureOut">
              <a:rPr kumimoji="1" lang="ja-JP" altLang="en-US" smtClean="0"/>
              <a:t>2023/9/14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E1A6FCE-DB87-0D3B-9609-2E2DD6A24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5AB4D11-E9DE-A74E-09C3-D2DD2F0E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AFE1-90FE-480F-8AEA-C9C2BDF50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4078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8C405E8-1992-3106-054A-008EA623D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A85D-F9EB-4C6A-BAF9-4C2DCD43A258}" type="datetimeFigureOut">
              <a:rPr kumimoji="1" lang="ja-JP" altLang="en-US" smtClean="0"/>
              <a:t>2023/9/14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4823071-467A-C5F1-4704-A2EB6FAC3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40FB63-C6D2-573A-CDA3-73FC57D9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AFE1-90FE-480F-8AEA-C9C2BDF50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206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AE22A4-710C-2FA8-E3F4-2C43BC5F9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731D4EF-21FC-0F0C-B374-693B745B5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B4FD77-1873-F4F4-DB89-6DAA8ED7F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893D46B-7C87-F048-8810-2B8DA85B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A85D-F9EB-4C6A-BAF9-4C2DCD43A258}" type="datetimeFigureOut">
              <a:rPr kumimoji="1" lang="ja-JP" altLang="en-US" smtClean="0"/>
              <a:t>2023/9/14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A05954-C4BB-0854-CE6A-D874D853B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3F6FBB-33BC-C58D-6457-F901CB89C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AFE1-90FE-480F-8AEA-C9C2BDF50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1964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63943B-2C15-2676-3297-B2A965305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3A20F61-9F66-C5DB-DB14-915E8EBE0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E25D2A4-2EC5-1FB4-D855-AA529EE73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DD11D2-C662-2695-E25B-7E41C8B5E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A85D-F9EB-4C6A-BAF9-4C2DCD43A258}" type="datetimeFigureOut">
              <a:rPr kumimoji="1" lang="ja-JP" altLang="en-US" smtClean="0"/>
              <a:t>2023/9/14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27677E-32B4-4A2B-8CF9-E4E933CBD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C79E7F-1D75-A580-2EDF-5284F724B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AFE1-90FE-480F-8AEA-C9C2BDF50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5891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39E8B1-92EC-FC2E-E786-961D9FFA5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BD43156-9783-6683-F77F-50B57535D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019802-94E6-3FB6-F652-641D8E7E6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A85D-F9EB-4C6A-BAF9-4C2DCD43A258}" type="datetimeFigureOut">
              <a:rPr kumimoji="1" lang="ja-JP" altLang="en-US" smtClean="0"/>
              <a:t>2023/9/14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1D9FC9-7C5B-05B9-B8F7-1D0AC2814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B78378-FEE1-C4C1-DC4A-663804CEE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AFE1-90FE-480F-8AEA-C9C2BDF50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4135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7282054-5AA2-5783-FC96-3D9C1A14B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3CE43C9-08F9-B98E-330A-A7BD9E63F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CD841E-C0C9-3FB8-6A29-1C9CAC87C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2A85D-F9EB-4C6A-BAF9-4C2DCD43A258}" type="datetimeFigureOut">
              <a:rPr kumimoji="1" lang="ja-JP" altLang="en-US" smtClean="0"/>
              <a:t>2023/9/14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E86E96-0B66-18E3-CEA8-AC8F356D7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6B310A-2AA6-C45E-08EF-81EAF7DB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CAFE1-90FE-480F-8AEA-C9C2BDF50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107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599386A-C2EC-A0BC-23D6-3ED2A0509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446AA1-CCE6-D545-6391-CCCC3FD19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1EFAB1-AC66-31D5-5560-1888F6C4F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2A85D-F9EB-4C6A-BAF9-4C2DCD43A258}" type="datetimeFigureOut">
              <a:rPr kumimoji="1" lang="ja-JP" altLang="en-US" smtClean="0"/>
              <a:t>2023/9/14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2D8184-541E-563D-802A-34B658814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75527A-04B9-A823-BE3E-BC4FC63BD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CAFE1-90FE-480F-8AEA-C9C2BDF5034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621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E157A9-2F28-6AF7-1FFF-41A6965CED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照明プラン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A4819C-6E6C-B03C-55C1-5C4EC179B1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20B41664 </a:t>
            </a:r>
            <a:r>
              <a:rPr kumimoji="1" lang="ja-JP" altLang="en-US" dirty="0"/>
              <a:t>藤居航涼</a:t>
            </a:r>
          </a:p>
        </p:txBody>
      </p:sp>
    </p:spTree>
    <p:extLst>
      <p:ext uri="{BB962C8B-B14F-4D97-AF65-F5344CB8AC3E}">
        <p14:creationId xmlns:p14="http://schemas.microsoft.com/office/powerpoint/2010/main" val="3276202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65243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基本配置</a:t>
            </a:r>
            <a:endParaRPr lang="en-US" altLang="ja-JP" sz="2000" dirty="0"/>
          </a:p>
          <a:p>
            <a:r>
              <a:rPr kumimoji="1" lang="ja-JP" altLang="en-US" sz="2000" dirty="0"/>
              <a:t>（以後、そのシーンで使用する照明は黄色で表示）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44CEB26D-A7B8-F676-A799-9CF8356586E1}"/>
              </a:ext>
            </a:extLst>
          </p:cNvPr>
          <p:cNvSpPr txBox="1"/>
          <p:nvPr/>
        </p:nvSpPr>
        <p:spPr>
          <a:xfrm>
            <a:off x="8757712" y="1788319"/>
            <a:ext cx="24877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各照明の名称と色</a:t>
            </a:r>
            <a:endParaRPr lang="en-US" altLang="ja-JP" dirty="0"/>
          </a:p>
          <a:p>
            <a:r>
              <a:rPr lang="ja-JP" altLang="en-US" dirty="0"/>
              <a:t>①地明かり</a:t>
            </a:r>
            <a:endParaRPr lang="en-US" altLang="ja-JP" dirty="0"/>
          </a:p>
          <a:p>
            <a:r>
              <a:rPr kumimoji="1" lang="ja-JP" altLang="en-US" dirty="0"/>
              <a:t>②夕日（オレンジ）</a:t>
            </a:r>
            <a:endParaRPr kumimoji="1" lang="en-US" altLang="ja-JP" dirty="0"/>
          </a:p>
          <a:p>
            <a:r>
              <a:rPr lang="ja-JP" altLang="en-US" dirty="0"/>
              <a:t>③語り部（白）</a:t>
            </a:r>
            <a:endParaRPr lang="en-US" altLang="ja-JP" dirty="0"/>
          </a:p>
          <a:p>
            <a:r>
              <a:rPr kumimoji="1" lang="ja-JP" altLang="en-US" dirty="0"/>
              <a:t>④司令室（赤）</a:t>
            </a:r>
            <a:endParaRPr kumimoji="1" lang="en-US" altLang="ja-JP" dirty="0"/>
          </a:p>
          <a:p>
            <a:r>
              <a:rPr kumimoji="1" lang="ja-JP" altLang="en-US" dirty="0"/>
              <a:t>⑤青年（白）</a:t>
            </a:r>
            <a:endParaRPr kumimoji="1" lang="en-US" altLang="ja-JP" dirty="0"/>
          </a:p>
          <a:p>
            <a:r>
              <a:rPr lang="ja-JP" altLang="en-US" dirty="0"/>
              <a:t>⑥ジェルミ（白）</a:t>
            </a:r>
            <a:endParaRPr lang="en-US" altLang="ja-JP" dirty="0"/>
          </a:p>
          <a:p>
            <a:r>
              <a:rPr lang="ja-JP" altLang="en-US" dirty="0"/>
              <a:t>⑦宇宙１（青）</a:t>
            </a:r>
            <a:endParaRPr lang="en-US" altLang="ja-JP" dirty="0"/>
          </a:p>
          <a:p>
            <a:r>
              <a:rPr kumimoji="1" lang="ja-JP" altLang="en-US" dirty="0"/>
              <a:t>⑧宇宙２（緑）</a:t>
            </a:r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78ECF300-3C35-9991-DF83-E13197D8F57F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01BDDCD8-DBFA-E5FD-F4D7-1A0DE038EE58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C2578D1-60D0-E958-4873-80378D602301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38989DC-258B-B481-5292-B7C9AF3986EA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87283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372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シーン１</a:t>
            </a:r>
            <a:r>
              <a:rPr lang="ja-JP" altLang="en-US" sz="2000" dirty="0"/>
              <a:t>「すばる荘２０３号室」</a:t>
            </a:r>
            <a:endParaRPr kumimoji="1" lang="ja-JP" altLang="en-US" sz="200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856476"/>
              </p:ext>
            </p:extLst>
          </p:nvPr>
        </p:nvGraphicFramePr>
        <p:xfrm>
          <a:off x="8646698" y="1527666"/>
          <a:ext cx="320547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客灯</a:t>
                      </a:r>
                      <a:r>
                        <a:rPr kumimoji="1" lang="en-US" altLang="ja-JP" dirty="0"/>
                        <a:t>FO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②</a:t>
                      </a:r>
                      <a:r>
                        <a:rPr kumimoji="1" lang="en-US" altLang="ja-JP" dirty="0"/>
                        <a:t>FI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</a:t>
                      </a:r>
                      <a:r>
                        <a:rPr kumimoji="1" lang="en-US" altLang="ja-JP" dirty="0"/>
                        <a:t>FI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27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②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223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⑤</a:t>
                      </a:r>
                      <a:r>
                        <a:rPr kumimoji="1" lang="en-US" altLang="ja-JP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123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③、⑤</a:t>
                      </a:r>
                      <a:r>
                        <a:rPr kumimoji="1" lang="en-US" altLang="ja-JP" dirty="0"/>
                        <a:t>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208724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04D55B6-4BE5-157A-128B-D0744BD7FDF8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CE60F91-94DF-6047-C64E-75BD169C3135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4239BB-06DD-D736-BA4D-030DBC33B073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BF242AD-ACA6-D26A-6D98-F317C5391253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9139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372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シーン</a:t>
            </a:r>
            <a:r>
              <a:rPr kumimoji="1" lang="en-US" altLang="ja-JP" sz="2000" dirty="0"/>
              <a:t>2</a:t>
            </a:r>
            <a:r>
              <a:rPr kumimoji="1" lang="ja-JP" altLang="en-US" sz="2000" dirty="0"/>
              <a:t>「ちゃぶ台会議」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486630"/>
              </p:ext>
            </p:extLst>
          </p:nvPr>
        </p:nvGraphicFramePr>
        <p:xfrm>
          <a:off x="8646698" y="1527666"/>
          <a:ext cx="320547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4815A39-B123-03EA-D97A-003344D2131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18D017C-35C2-C983-F8B2-109292847CD7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7DBC95D-0664-80C2-FC0B-75D6D87B11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74CED37-7FC6-3440-992C-1C2B498533C5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0280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5516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シーン</a:t>
            </a:r>
            <a:r>
              <a:rPr kumimoji="1" lang="en-US" altLang="ja-JP" sz="2000" dirty="0"/>
              <a:t>3</a:t>
            </a:r>
            <a:r>
              <a:rPr kumimoji="1" lang="ja-JP" altLang="en-US" sz="2000" dirty="0"/>
              <a:t>「</a:t>
            </a:r>
            <a:r>
              <a:rPr lang="ja-JP" altLang="en-US" sz="2000" dirty="0"/>
              <a:t>丑三つ時の青年　大家襲来」</a:t>
            </a:r>
            <a:endParaRPr kumimoji="1" lang="ja-JP" altLang="en-US" sz="200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217416"/>
              </p:ext>
            </p:extLst>
          </p:nvPr>
        </p:nvGraphicFramePr>
        <p:xfrm>
          <a:off x="8646698" y="1527666"/>
          <a:ext cx="320547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③、⑤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③、⑤</a:t>
                      </a:r>
                      <a:r>
                        <a:rPr kumimoji="1" lang="en-US" altLang="ja-JP" dirty="0"/>
                        <a:t>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70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17373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89720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372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シーン</a:t>
            </a:r>
            <a:r>
              <a:rPr kumimoji="1" lang="en-US" altLang="ja-JP" sz="2000" dirty="0"/>
              <a:t>4</a:t>
            </a:r>
            <a:r>
              <a:rPr kumimoji="1" lang="ja-JP" altLang="en-US" sz="2000" dirty="0"/>
              <a:t>「異変察知」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913137"/>
              </p:ext>
            </p:extLst>
          </p:nvPr>
        </p:nvGraphicFramePr>
        <p:xfrm>
          <a:off x="8646698" y="1527666"/>
          <a:ext cx="3205471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④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④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⑦</a:t>
                      </a:r>
                      <a:r>
                        <a:rPr kumimoji="1" lang="en-US" altLang="ja-JP" dirty="0"/>
                        <a:t>FI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70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⑦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17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⑧</a:t>
                      </a:r>
                      <a:r>
                        <a:rPr kumimoji="1" lang="en-US" altLang="ja-JP" dirty="0"/>
                        <a:t>FI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577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⑧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0456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1~6</a:t>
                      </a:r>
                      <a:r>
                        <a:rPr kumimoji="1" lang="ja-JP" altLang="en-US" dirty="0"/>
                        <a:t>を繰り返し</a:t>
                      </a:r>
                      <a:endParaRPr kumimoji="1"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775725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80566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372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シーン</a:t>
            </a:r>
            <a:r>
              <a:rPr kumimoji="1" lang="en-US" altLang="ja-JP" sz="2000" dirty="0"/>
              <a:t>5</a:t>
            </a:r>
            <a:r>
              <a:rPr kumimoji="1" lang="ja-JP" altLang="en-US" sz="2000" dirty="0"/>
              <a:t>「出逢い」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575267"/>
              </p:ext>
            </p:extLst>
          </p:nvPr>
        </p:nvGraphicFramePr>
        <p:xfrm>
          <a:off x="8646698" y="1527666"/>
          <a:ext cx="320547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②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②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77258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372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シーン</a:t>
            </a:r>
            <a:r>
              <a:rPr lang="en-US" altLang="ja-JP" sz="2000" dirty="0"/>
              <a:t>6</a:t>
            </a:r>
            <a:r>
              <a:rPr kumimoji="1" lang="ja-JP" altLang="en-US" sz="2000" dirty="0"/>
              <a:t>「ちゃぶ台会議２」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201003"/>
              </p:ext>
            </p:extLst>
          </p:nvPr>
        </p:nvGraphicFramePr>
        <p:xfrm>
          <a:off x="8646698" y="1527666"/>
          <a:ext cx="320547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33537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372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シーン</a:t>
            </a:r>
            <a:r>
              <a:rPr kumimoji="1" lang="en-US" altLang="ja-JP" sz="2000" dirty="0"/>
              <a:t>7</a:t>
            </a:r>
            <a:r>
              <a:rPr kumimoji="1" lang="ja-JP" altLang="en-US" sz="2000" dirty="0"/>
              <a:t>「抹殺司令」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618042"/>
              </p:ext>
            </p:extLst>
          </p:nvPr>
        </p:nvGraphicFramePr>
        <p:xfrm>
          <a:off x="8646698" y="1527666"/>
          <a:ext cx="320547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④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④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77907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372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シーン</a:t>
            </a:r>
            <a:r>
              <a:rPr kumimoji="1" lang="en-US" altLang="ja-JP" sz="2000" dirty="0"/>
              <a:t>8</a:t>
            </a:r>
            <a:r>
              <a:rPr kumimoji="1" lang="ja-JP" altLang="en-US" sz="2000" dirty="0"/>
              <a:t>「特殊な任務」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/>
        </p:nvGraphicFramePr>
        <p:xfrm>
          <a:off x="8646698" y="1527666"/>
          <a:ext cx="320547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58927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898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シーン</a:t>
            </a:r>
            <a:r>
              <a:rPr kumimoji="1" lang="en-US" altLang="ja-JP" sz="2000" dirty="0"/>
              <a:t>9</a:t>
            </a:r>
            <a:r>
              <a:rPr kumimoji="1" lang="ja-JP" altLang="en-US" sz="2000" dirty="0"/>
              <a:t>「星の青年は英雄になった」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035714"/>
              </p:ext>
            </p:extLst>
          </p:nvPr>
        </p:nvGraphicFramePr>
        <p:xfrm>
          <a:off x="8646698" y="1527666"/>
          <a:ext cx="320547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⑥</a:t>
                      </a:r>
                      <a:r>
                        <a:rPr kumimoji="1" lang="en-US" altLang="ja-JP" dirty="0"/>
                        <a:t>CI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④</a:t>
                      </a:r>
                      <a:r>
                        <a:rPr kumimoji="1" lang="en-US" altLang="ja-JP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④</a:t>
                      </a:r>
                      <a:r>
                        <a:rPr kumimoji="1" lang="en-US" altLang="ja-JP" dirty="0"/>
                        <a:t>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48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⑥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97361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2601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898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シーン</a:t>
            </a:r>
            <a:r>
              <a:rPr lang="en-US" altLang="ja-JP" sz="2000" dirty="0"/>
              <a:t>10</a:t>
            </a:r>
            <a:r>
              <a:rPr kumimoji="1" lang="ja-JP" altLang="en-US" sz="2000" dirty="0"/>
              <a:t>「英雄の凱歌はどこへ響く」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728995"/>
              </p:ext>
            </p:extLst>
          </p:nvPr>
        </p:nvGraphicFramePr>
        <p:xfrm>
          <a:off x="8646698" y="1527666"/>
          <a:ext cx="320547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⑤</a:t>
                      </a:r>
                      <a:r>
                        <a:rPr kumimoji="1" lang="en-US" altLang="ja-JP" dirty="0"/>
                        <a:t>FI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48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</a:t>
                      </a:r>
                      <a:r>
                        <a:rPr kumimoji="1" lang="en-US" altLang="ja-JP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97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⑤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762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965659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67979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898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幕間</a:t>
            </a:r>
            <a:endParaRPr kumimoji="1" lang="ja-JP" altLang="en-US" sz="200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69403"/>
              </p:ext>
            </p:extLst>
          </p:nvPr>
        </p:nvGraphicFramePr>
        <p:xfrm>
          <a:off x="8646698" y="1527666"/>
          <a:ext cx="320547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客灯</a:t>
                      </a:r>
                      <a:r>
                        <a:rPr kumimoji="1" lang="en-US" altLang="ja-JP" dirty="0"/>
                        <a:t>FI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48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客灯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97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</a:t>
                      </a:r>
                      <a:r>
                        <a:rPr kumimoji="1" lang="en-US" altLang="ja-JP" dirty="0"/>
                        <a:t>FI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762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965659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7D97E37-5A67-4C6A-0A20-48C1DF949D63}"/>
              </a:ext>
            </a:extLst>
          </p:cNvPr>
          <p:cNvSpPr txBox="1"/>
          <p:nvPr/>
        </p:nvSpPr>
        <p:spPr>
          <a:xfrm>
            <a:off x="8410112" y="4543534"/>
            <a:ext cx="3699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幕間で、</a:t>
            </a:r>
            <a:r>
              <a:rPr kumimoji="1" lang="en-US" altLang="ja-JP" dirty="0"/>
              <a:t>CL</a:t>
            </a:r>
            <a:r>
              <a:rPr kumimoji="1" lang="ja-JP" altLang="en-US" dirty="0"/>
              <a:t>のゼラを交換する。</a:t>
            </a:r>
            <a:endParaRPr kumimoji="1" lang="en-US" altLang="ja-JP" dirty="0"/>
          </a:p>
          <a:p>
            <a:r>
              <a:rPr lang="ja-JP" altLang="en-US" dirty="0"/>
              <a:t>④の赤ゼラも抜く。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77572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898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シーン</a:t>
            </a:r>
            <a:r>
              <a:rPr lang="en-US" altLang="ja-JP" sz="2000" dirty="0"/>
              <a:t>1</a:t>
            </a:r>
            <a:r>
              <a:rPr lang="ja-JP" altLang="en-US" sz="2000" dirty="0"/>
              <a:t>「すばる荘２０３号室」</a:t>
            </a:r>
            <a:endParaRPr kumimoji="1" lang="ja-JP" altLang="en-US" sz="200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969363"/>
              </p:ext>
            </p:extLst>
          </p:nvPr>
        </p:nvGraphicFramePr>
        <p:xfrm>
          <a:off x="8646698" y="1527666"/>
          <a:ext cx="320547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④</a:t>
                      </a:r>
                      <a:r>
                        <a:rPr kumimoji="1" lang="en-US" altLang="ja-JP" dirty="0"/>
                        <a:t>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④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489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97361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80816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898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シーン</a:t>
            </a:r>
            <a:r>
              <a:rPr lang="en-US" altLang="ja-JP" sz="2000" dirty="0"/>
              <a:t>2</a:t>
            </a:r>
            <a:r>
              <a:rPr lang="ja-JP" altLang="en-US" sz="2000" dirty="0"/>
              <a:t>「紙芝居のおじさん」</a:t>
            </a:r>
            <a:endParaRPr kumimoji="1" lang="ja-JP" altLang="en-US" sz="200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004904"/>
              </p:ext>
            </p:extLst>
          </p:nvPr>
        </p:nvGraphicFramePr>
        <p:xfrm>
          <a:off x="8646698" y="1527666"/>
          <a:ext cx="320547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②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②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75399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898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シーン</a:t>
            </a:r>
            <a:r>
              <a:rPr lang="en-US" altLang="ja-JP" sz="2000" dirty="0"/>
              <a:t>3</a:t>
            </a:r>
            <a:r>
              <a:rPr lang="ja-JP" altLang="en-US" sz="2000" dirty="0"/>
              <a:t>「とばっちり」</a:t>
            </a:r>
            <a:endParaRPr kumimoji="1" lang="ja-JP" altLang="en-US" sz="200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845204"/>
              </p:ext>
            </p:extLst>
          </p:nvPr>
        </p:nvGraphicFramePr>
        <p:xfrm>
          <a:off x="8646698" y="1527666"/>
          <a:ext cx="320547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31347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898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シーン</a:t>
            </a:r>
            <a:r>
              <a:rPr lang="en-US" altLang="ja-JP" sz="2000" dirty="0"/>
              <a:t>3</a:t>
            </a:r>
            <a:r>
              <a:rPr lang="ja-JP" altLang="en-US" sz="2000" dirty="0"/>
              <a:t>「とばっちり」</a:t>
            </a:r>
            <a:endParaRPr kumimoji="1" lang="ja-JP" altLang="en-US" sz="200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/>
        </p:nvGraphicFramePr>
        <p:xfrm>
          <a:off x="8646698" y="1527666"/>
          <a:ext cx="320547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885504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9296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898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シーン</a:t>
            </a:r>
            <a:r>
              <a:rPr lang="en-US" altLang="ja-JP" sz="2000" dirty="0"/>
              <a:t>4</a:t>
            </a:r>
            <a:r>
              <a:rPr lang="ja-JP" altLang="en-US" sz="2000" dirty="0"/>
              <a:t>「フクシマ青年」</a:t>
            </a:r>
            <a:endParaRPr kumimoji="1" lang="ja-JP" altLang="en-US" sz="200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826618"/>
              </p:ext>
            </p:extLst>
          </p:nvPr>
        </p:nvGraphicFramePr>
        <p:xfrm>
          <a:off x="8646698" y="1527666"/>
          <a:ext cx="320547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FO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563015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58731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898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シーン</a:t>
            </a:r>
            <a:r>
              <a:rPr lang="en-US" altLang="ja-JP" sz="2000" dirty="0"/>
              <a:t>5</a:t>
            </a:r>
            <a:r>
              <a:rPr lang="ja-JP" altLang="en-US" sz="2000" dirty="0"/>
              <a:t>「天体望遠鏡の秘密」</a:t>
            </a:r>
            <a:endParaRPr kumimoji="1" lang="ja-JP" altLang="en-US" sz="200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654178"/>
              </p:ext>
            </p:extLst>
          </p:nvPr>
        </p:nvGraphicFramePr>
        <p:xfrm>
          <a:off x="8646698" y="1527666"/>
          <a:ext cx="320547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76553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898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シーン</a:t>
            </a:r>
            <a:r>
              <a:rPr lang="en-US" altLang="ja-JP" sz="2000" dirty="0"/>
              <a:t>6</a:t>
            </a:r>
            <a:r>
              <a:rPr lang="ja-JP" altLang="en-US" sz="2000" dirty="0"/>
              <a:t>「かたき」</a:t>
            </a:r>
            <a:endParaRPr kumimoji="1" lang="ja-JP" altLang="en-US" sz="200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63548"/>
              </p:ext>
            </p:extLst>
          </p:nvPr>
        </p:nvGraphicFramePr>
        <p:xfrm>
          <a:off x="8646698" y="1527666"/>
          <a:ext cx="320547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FO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100528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898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シーン</a:t>
            </a:r>
            <a:r>
              <a:rPr lang="en-US" altLang="ja-JP" sz="2000" dirty="0"/>
              <a:t>7</a:t>
            </a:r>
            <a:r>
              <a:rPr lang="ja-JP" altLang="en-US" sz="2000" dirty="0"/>
              <a:t>「</a:t>
            </a:r>
            <a:r>
              <a:rPr lang="en-US" altLang="ja-JP" sz="2000" dirty="0"/>
              <a:t>50</a:t>
            </a:r>
            <a:r>
              <a:rPr lang="ja-JP" altLang="en-US" sz="2000" dirty="0"/>
              <a:t>年を超えて」</a:t>
            </a:r>
            <a:endParaRPr kumimoji="1" lang="ja-JP" altLang="en-US" sz="200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926298"/>
              </p:ext>
            </p:extLst>
          </p:nvPr>
        </p:nvGraphicFramePr>
        <p:xfrm>
          <a:off x="8646698" y="1527666"/>
          <a:ext cx="320547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②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②</a:t>
                      </a:r>
                      <a:r>
                        <a:rPr kumimoji="1" lang="en-US" altLang="ja-JP" dirty="0"/>
                        <a:t>FO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650438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40522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898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シーン</a:t>
            </a:r>
            <a:r>
              <a:rPr lang="en-US" altLang="ja-JP" sz="2000" dirty="0"/>
              <a:t>8</a:t>
            </a:r>
            <a:r>
              <a:rPr lang="ja-JP" altLang="en-US" sz="2000" dirty="0"/>
              <a:t>「数万光年の約束」</a:t>
            </a:r>
            <a:endParaRPr kumimoji="1" lang="ja-JP" altLang="en-US" sz="200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/>
        </p:nvGraphicFramePr>
        <p:xfrm>
          <a:off x="8646698" y="1527666"/>
          <a:ext cx="320547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②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②</a:t>
                      </a:r>
                      <a:r>
                        <a:rPr kumimoji="1" lang="en-US" altLang="ja-JP" dirty="0"/>
                        <a:t>FO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650438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307272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C8F4D1A-1F8E-8637-7931-1C72D83C284B}"/>
              </a:ext>
            </a:extLst>
          </p:cNvPr>
          <p:cNvSpPr/>
          <p:nvPr/>
        </p:nvSpPr>
        <p:spPr>
          <a:xfrm>
            <a:off x="787130" y="1274785"/>
            <a:ext cx="7272068" cy="303649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44A1FA-CCDC-3B73-ABCB-9751A7D3986C}"/>
              </a:ext>
            </a:extLst>
          </p:cNvPr>
          <p:cNvSpPr txBox="1"/>
          <p:nvPr/>
        </p:nvSpPr>
        <p:spPr>
          <a:xfrm>
            <a:off x="3582087" y="1595940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舞台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3EC92F-A53B-EF32-2D61-9631E331462D}"/>
              </a:ext>
            </a:extLst>
          </p:cNvPr>
          <p:cNvSpPr txBox="1"/>
          <p:nvPr/>
        </p:nvSpPr>
        <p:spPr>
          <a:xfrm>
            <a:off x="8059197" y="2268979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ja-JP" altLang="en-US" dirty="0"/>
              <a:t>上手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1AE092-3628-3708-E9EA-DBB30A8B1A1F}"/>
              </a:ext>
            </a:extLst>
          </p:cNvPr>
          <p:cNvSpPr txBox="1"/>
          <p:nvPr/>
        </p:nvSpPr>
        <p:spPr>
          <a:xfrm>
            <a:off x="223536" y="2268978"/>
            <a:ext cx="461665" cy="104810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ja-JP" altLang="en-US" dirty="0"/>
              <a:t>下手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3807D77-B356-53D4-5C58-CEB886578754}"/>
              </a:ext>
            </a:extLst>
          </p:cNvPr>
          <p:cNvSpPr txBox="1"/>
          <p:nvPr/>
        </p:nvSpPr>
        <p:spPr>
          <a:xfrm>
            <a:off x="2817213" y="962962"/>
            <a:ext cx="168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奥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9EE5F17-4082-FBA3-79DA-CEB19E539846}"/>
              </a:ext>
            </a:extLst>
          </p:cNvPr>
          <p:cNvCxnSpPr>
            <a:cxnSpLocks/>
          </p:cNvCxnSpPr>
          <p:nvPr/>
        </p:nvCxnSpPr>
        <p:spPr>
          <a:xfrm>
            <a:off x="1792108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079170E-B916-5BAB-736B-5B70B359E1A8}"/>
              </a:ext>
            </a:extLst>
          </p:cNvPr>
          <p:cNvCxnSpPr>
            <a:cxnSpLocks/>
          </p:cNvCxnSpPr>
          <p:nvPr/>
        </p:nvCxnSpPr>
        <p:spPr>
          <a:xfrm>
            <a:off x="7206621" y="937719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FA32517-93A1-09B8-F9CE-D6B0EE460594}"/>
              </a:ext>
            </a:extLst>
          </p:cNvPr>
          <p:cNvCxnSpPr>
            <a:cxnSpLocks/>
          </p:cNvCxnSpPr>
          <p:nvPr/>
        </p:nvCxnSpPr>
        <p:spPr>
          <a:xfrm>
            <a:off x="4423163" y="937718"/>
            <a:ext cx="0" cy="4942935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08BC0BB-F48C-8C7E-EB42-C19E5885BB5B}"/>
              </a:ext>
            </a:extLst>
          </p:cNvPr>
          <p:cNvCxnSpPr>
            <a:cxnSpLocks/>
          </p:cNvCxnSpPr>
          <p:nvPr/>
        </p:nvCxnSpPr>
        <p:spPr>
          <a:xfrm flipH="1">
            <a:off x="884894" y="5230796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EC72444-FA41-5874-447A-92106BCB37D8}"/>
              </a:ext>
            </a:extLst>
          </p:cNvPr>
          <p:cNvCxnSpPr>
            <a:cxnSpLocks/>
          </p:cNvCxnSpPr>
          <p:nvPr/>
        </p:nvCxnSpPr>
        <p:spPr>
          <a:xfrm flipH="1">
            <a:off x="983701" y="3476758"/>
            <a:ext cx="6878924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3BBDD69-65F9-41F4-6A85-15FB3BAA8D44}"/>
              </a:ext>
            </a:extLst>
          </p:cNvPr>
          <p:cNvSpPr txBox="1"/>
          <p:nvPr/>
        </p:nvSpPr>
        <p:spPr>
          <a:xfrm>
            <a:off x="223536" y="0"/>
            <a:ext cx="48987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シーン</a:t>
            </a:r>
            <a:r>
              <a:rPr lang="en-US" altLang="ja-JP" sz="2000" dirty="0"/>
              <a:t>9</a:t>
            </a:r>
            <a:r>
              <a:rPr lang="ja-JP" altLang="en-US" sz="2000" dirty="0"/>
              <a:t>「英雄は星の青年になった」</a:t>
            </a:r>
            <a:endParaRPr kumimoji="1" lang="ja-JP" altLang="en-US" sz="2000" dirty="0"/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AB2A8589-0668-27C2-07B5-4E1932D8E611}"/>
              </a:ext>
            </a:extLst>
          </p:cNvPr>
          <p:cNvSpPr/>
          <p:nvPr/>
        </p:nvSpPr>
        <p:spPr>
          <a:xfrm>
            <a:off x="1490052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4D787CF6-156F-E6F3-99EB-E99B7B2A85C2}"/>
              </a:ext>
            </a:extLst>
          </p:cNvPr>
          <p:cNvSpPr/>
          <p:nvPr/>
        </p:nvSpPr>
        <p:spPr>
          <a:xfrm>
            <a:off x="6936621" y="4458545"/>
            <a:ext cx="540000" cy="5400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lang="en-US" altLang="ja-JP" sz="800" dirty="0"/>
              <a:t>FRS</a:t>
            </a:r>
            <a:endParaRPr kumimoji="1" lang="ja-JP" altLang="en-US" sz="800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6E36C40-E9B6-685C-D057-AECA64943B69}"/>
              </a:ext>
            </a:extLst>
          </p:cNvPr>
          <p:cNvSpPr/>
          <p:nvPr/>
        </p:nvSpPr>
        <p:spPr>
          <a:xfrm>
            <a:off x="6936621" y="3617409"/>
            <a:ext cx="540000" cy="54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48143C2-EE27-D5FE-4E56-2D816F77DB78}"/>
              </a:ext>
            </a:extLst>
          </p:cNvPr>
          <p:cNvSpPr/>
          <p:nvPr/>
        </p:nvSpPr>
        <p:spPr>
          <a:xfrm>
            <a:off x="1522108" y="1730252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0471137-144F-B1A2-BEBF-7A9E96A9FF16}"/>
              </a:ext>
            </a:extLst>
          </p:cNvPr>
          <p:cNvSpPr/>
          <p:nvPr/>
        </p:nvSpPr>
        <p:spPr>
          <a:xfrm>
            <a:off x="4153162" y="2538800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0F8729FF-4F2E-2DFD-BB49-8B9DD964B3BF}"/>
              </a:ext>
            </a:extLst>
          </p:cNvPr>
          <p:cNvSpPr/>
          <p:nvPr/>
        </p:nvSpPr>
        <p:spPr>
          <a:xfrm>
            <a:off x="2064755" y="4998545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451A9EC-7404-BA4F-54C0-280FD7962C6B}"/>
              </a:ext>
            </a:extLst>
          </p:cNvPr>
          <p:cNvSpPr/>
          <p:nvPr/>
        </p:nvSpPr>
        <p:spPr>
          <a:xfrm>
            <a:off x="3228965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76F7C939-BFB5-DEED-0EDC-BD9A21F9B76E}"/>
              </a:ext>
            </a:extLst>
          </p:cNvPr>
          <p:cNvSpPr/>
          <p:nvPr/>
        </p:nvSpPr>
        <p:spPr>
          <a:xfrm>
            <a:off x="4959765" y="4983719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</a:t>
            </a:r>
          </a:p>
          <a:p>
            <a:pPr algn="ctr"/>
            <a:r>
              <a:rPr kumimoji="1" lang="en-US" altLang="ja-JP" sz="800" dirty="0"/>
              <a:t>CL</a:t>
            </a:r>
            <a:endParaRPr kumimoji="1" lang="ja-JP" altLang="en-US" sz="8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0A35762-5A1C-8F96-F03B-C36175F77053}"/>
              </a:ext>
            </a:extLst>
          </p:cNvPr>
          <p:cNvSpPr/>
          <p:nvPr/>
        </p:nvSpPr>
        <p:spPr>
          <a:xfrm>
            <a:off x="6095547" y="4994330"/>
            <a:ext cx="540000" cy="540000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/>
              <a:t>DFCL</a:t>
            </a:r>
            <a:endParaRPr kumimoji="1" lang="ja-JP" altLang="en-US" sz="8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5FAAE13-D579-620B-5011-C1F057563E04}"/>
              </a:ext>
            </a:extLst>
          </p:cNvPr>
          <p:cNvSpPr txBox="1"/>
          <p:nvPr/>
        </p:nvSpPr>
        <p:spPr>
          <a:xfrm>
            <a:off x="5585638" y="558191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B3EED6-EEF8-C121-ED22-5607D95CF337}"/>
              </a:ext>
            </a:extLst>
          </p:cNvPr>
          <p:cNvSpPr txBox="1"/>
          <p:nvPr/>
        </p:nvSpPr>
        <p:spPr>
          <a:xfrm>
            <a:off x="2714508" y="557474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①</a:t>
            </a:r>
            <a:endParaRPr lang="en-US" altLang="ja-JP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DD9E204-11A1-2BDB-BE14-A4AD3F60E0DF}"/>
              </a:ext>
            </a:extLst>
          </p:cNvPr>
          <p:cNvSpPr txBox="1"/>
          <p:nvPr/>
        </p:nvSpPr>
        <p:spPr>
          <a:xfrm>
            <a:off x="7412695" y="4396273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502DF16-0358-CFF3-472E-5B5DCB326F36}"/>
              </a:ext>
            </a:extLst>
          </p:cNvPr>
          <p:cNvSpPr txBox="1"/>
          <p:nvPr/>
        </p:nvSpPr>
        <p:spPr>
          <a:xfrm>
            <a:off x="1122405" y="4358868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②</a:t>
            </a:r>
            <a:endParaRPr lang="en-US" altLang="ja-JP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5679CDC-76AA-B3A1-A4C4-316D7712EABC}"/>
              </a:ext>
            </a:extLst>
          </p:cNvPr>
          <p:cNvSpPr txBox="1"/>
          <p:nvPr/>
        </p:nvSpPr>
        <p:spPr>
          <a:xfrm>
            <a:off x="7412695" y="3561749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③</a:t>
            </a:r>
            <a:endParaRPr lang="en-US" altLang="ja-JP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537357-7DA7-DA66-4D3F-CE0596874393}"/>
              </a:ext>
            </a:extLst>
          </p:cNvPr>
          <p:cNvSpPr txBox="1"/>
          <p:nvPr/>
        </p:nvSpPr>
        <p:spPr>
          <a:xfrm>
            <a:off x="4654260" y="2365787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④</a:t>
            </a:r>
            <a:endParaRPr lang="en-US" altLang="ja-JP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CBF8A57-633F-D7CF-B0CA-649C33B5756D}"/>
              </a:ext>
            </a:extLst>
          </p:cNvPr>
          <p:cNvSpPr txBox="1"/>
          <p:nvPr/>
        </p:nvSpPr>
        <p:spPr>
          <a:xfrm>
            <a:off x="1204608" y="1442710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⑤</a:t>
            </a:r>
            <a:endParaRPr lang="en-US" altLang="ja-JP" dirty="0"/>
          </a:p>
        </p:txBody>
      </p:sp>
      <p:sp>
        <p:nvSpPr>
          <p:cNvPr id="37" name="台形 36">
            <a:extLst>
              <a:ext uri="{FF2B5EF4-FFF2-40B4-BE49-F238E27FC236}">
                <a16:creationId xmlns:a16="http://schemas.microsoft.com/office/drawing/2014/main" id="{A28EABC1-81FE-1AF8-70E1-5091CBA03D86}"/>
              </a:ext>
            </a:extLst>
          </p:cNvPr>
          <p:cNvSpPr/>
          <p:nvPr/>
        </p:nvSpPr>
        <p:spPr>
          <a:xfrm rot="10083583">
            <a:off x="6623899" y="6039906"/>
            <a:ext cx="464472" cy="708302"/>
          </a:xfrm>
          <a:prstGeom prst="trapezoid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SUS4</a:t>
            </a:r>
            <a:endParaRPr kumimoji="1" lang="ja-JP" altLang="en-US" sz="10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F00CF684-24A4-D59E-4FCA-7018F39E7F26}"/>
              </a:ext>
            </a:extLst>
          </p:cNvPr>
          <p:cNvSpPr txBox="1"/>
          <p:nvPr/>
        </p:nvSpPr>
        <p:spPr>
          <a:xfrm>
            <a:off x="7128817" y="6077367"/>
            <a:ext cx="1693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⑥</a:t>
            </a:r>
            <a:r>
              <a:rPr lang="en-US" altLang="ja-JP" dirty="0"/>
              <a:t>(</a:t>
            </a:r>
            <a:r>
              <a:rPr lang="ja-JP" altLang="en-US" dirty="0"/>
              <a:t>舞台後方</a:t>
            </a:r>
            <a:r>
              <a:rPr lang="en-US" altLang="ja-JP" dirty="0"/>
              <a:t>)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CBF9C2CB-27C1-CA17-5A77-83E0BCBD4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1996815"/>
              </p:ext>
            </p:extLst>
          </p:nvPr>
        </p:nvGraphicFramePr>
        <p:xfrm>
          <a:off x="8646698" y="1527666"/>
          <a:ext cx="320547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379">
                  <a:extLst>
                    <a:ext uri="{9D8B030D-6E8A-4147-A177-3AD203B41FA5}">
                      <a16:colId xmlns:a16="http://schemas.microsoft.com/office/drawing/2014/main" val="3702824147"/>
                    </a:ext>
                  </a:extLst>
                </a:gridCol>
                <a:gridCol w="2432092">
                  <a:extLst>
                    <a:ext uri="{9D8B030D-6E8A-4147-A177-3AD203B41FA5}">
                      <a16:colId xmlns:a16="http://schemas.microsoft.com/office/drawing/2014/main" val="4042945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照明の変化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81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1756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</a:t>
                      </a:r>
                      <a:r>
                        <a:rPr kumimoji="1" lang="en-US" altLang="ja-JP" dirty="0"/>
                        <a:t>FI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650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③</a:t>
                      </a:r>
                      <a:r>
                        <a:rPr kumimoji="1" lang="en-US" altLang="ja-JP" dirty="0"/>
                        <a:t>FO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584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①</a:t>
                      </a:r>
                      <a:r>
                        <a:rPr kumimoji="1" lang="en-US" altLang="ja-JP" dirty="0"/>
                        <a:t>FO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539167"/>
                  </a:ext>
                </a:extLst>
              </a:tr>
            </a:tbl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240270-3EE0-AFE4-308E-65F4D83A68E7}"/>
              </a:ext>
            </a:extLst>
          </p:cNvPr>
          <p:cNvSpPr/>
          <p:nvPr/>
        </p:nvSpPr>
        <p:spPr>
          <a:xfrm>
            <a:off x="2896434" y="3206415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3F5108-CA04-73D4-2DED-8DAC42AA9E94}"/>
              </a:ext>
            </a:extLst>
          </p:cNvPr>
          <p:cNvSpPr/>
          <p:nvPr/>
        </p:nvSpPr>
        <p:spPr>
          <a:xfrm>
            <a:off x="5541366" y="3206758"/>
            <a:ext cx="540000" cy="54000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T1</a:t>
            </a:r>
            <a:endParaRPr kumimoji="1" lang="ja-JP" altLang="en-US" sz="10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CCB66EF-08DF-4599-DDF9-C0ADFC21A220}"/>
              </a:ext>
            </a:extLst>
          </p:cNvPr>
          <p:cNvSpPr txBox="1"/>
          <p:nvPr/>
        </p:nvSpPr>
        <p:spPr>
          <a:xfrm>
            <a:off x="2579529" y="2846860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⑦</a:t>
            </a:r>
            <a:endParaRPr lang="en-US" altLang="ja-JP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5D25EA0-44AD-B73D-3629-F823243EB239}"/>
              </a:ext>
            </a:extLst>
          </p:cNvPr>
          <p:cNvSpPr txBox="1"/>
          <p:nvPr/>
        </p:nvSpPr>
        <p:spPr>
          <a:xfrm>
            <a:off x="5858799" y="2880217"/>
            <a:ext cx="117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⑧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46004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1298</Words>
  <Application>Microsoft Office PowerPoint</Application>
  <PresentationFormat>ワイド画面</PresentationFormat>
  <Paragraphs>890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7" baseType="lpstr">
      <vt:lpstr>游ゴシック</vt:lpstr>
      <vt:lpstr>游ゴシック Light</vt:lpstr>
      <vt:lpstr>Arial</vt:lpstr>
      <vt:lpstr>Office テーマ</vt:lpstr>
      <vt:lpstr>照明プラン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照明プラン</dc:title>
  <dc:creator>航涼 藤居</dc:creator>
  <cp:lastModifiedBy>航涼 藤居</cp:lastModifiedBy>
  <cp:revision>5</cp:revision>
  <dcterms:created xsi:type="dcterms:W3CDTF">2023-09-13T03:41:20Z</dcterms:created>
  <dcterms:modified xsi:type="dcterms:W3CDTF">2023-09-14T07:34:44Z</dcterms:modified>
</cp:coreProperties>
</file>