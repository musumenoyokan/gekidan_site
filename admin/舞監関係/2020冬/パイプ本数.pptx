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</p:sldIdLst>
  <p:sldSz cx="13004800" cy="97536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000000"/>
        </a:solidFill>
        <a:effectLst/>
        <a:uFillTx/>
        <a:latin typeface="ヒラギノ角ゴ ProN W6"/>
        <a:ea typeface="ヒラギノ角ゴ ProN W6"/>
        <a:cs typeface="ヒラギノ角ゴ ProN W6"/>
        <a:sym typeface="ヒラギノ角ゴ ProN W6"/>
      </a:defRPr>
    </a:lvl1pPr>
    <a:lvl2pPr marL="0" marR="0" indent="2286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000000"/>
        </a:solidFill>
        <a:effectLst/>
        <a:uFillTx/>
        <a:latin typeface="ヒラギノ角ゴ ProN W6"/>
        <a:ea typeface="ヒラギノ角ゴ ProN W6"/>
        <a:cs typeface="ヒラギノ角ゴ ProN W6"/>
        <a:sym typeface="ヒラギノ角ゴ ProN W6"/>
      </a:defRPr>
    </a:lvl2pPr>
    <a:lvl3pPr marL="0" marR="0" indent="4572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000000"/>
        </a:solidFill>
        <a:effectLst/>
        <a:uFillTx/>
        <a:latin typeface="ヒラギノ角ゴ ProN W6"/>
        <a:ea typeface="ヒラギノ角ゴ ProN W6"/>
        <a:cs typeface="ヒラギノ角ゴ ProN W6"/>
        <a:sym typeface="ヒラギノ角ゴ ProN W6"/>
      </a:defRPr>
    </a:lvl3pPr>
    <a:lvl4pPr marL="0" marR="0" indent="6858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000000"/>
        </a:solidFill>
        <a:effectLst/>
        <a:uFillTx/>
        <a:latin typeface="ヒラギノ角ゴ ProN W6"/>
        <a:ea typeface="ヒラギノ角ゴ ProN W6"/>
        <a:cs typeface="ヒラギノ角ゴ ProN W6"/>
        <a:sym typeface="ヒラギノ角ゴ ProN W6"/>
      </a:defRPr>
    </a:lvl4pPr>
    <a:lvl5pPr marL="0" marR="0" indent="9144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000000"/>
        </a:solidFill>
        <a:effectLst/>
        <a:uFillTx/>
        <a:latin typeface="ヒラギノ角ゴ ProN W6"/>
        <a:ea typeface="ヒラギノ角ゴ ProN W6"/>
        <a:cs typeface="ヒラギノ角ゴ ProN W6"/>
        <a:sym typeface="ヒラギノ角ゴ ProN W6"/>
      </a:defRPr>
    </a:lvl5pPr>
    <a:lvl6pPr marL="0" marR="0" indent="11430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000000"/>
        </a:solidFill>
        <a:effectLst/>
        <a:uFillTx/>
        <a:latin typeface="ヒラギノ角ゴ ProN W6"/>
        <a:ea typeface="ヒラギノ角ゴ ProN W6"/>
        <a:cs typeface="ヒラギノ角ゴ ProN W6"/>
        <a:sym typeface="ヒラギノ角ゴ ProN W6"/>
      </a:defRPr>
    </a:lvl6pPr>
    <a:lvl7pPr marL="0" marR="0" indent="13716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000000"/>
        </a:solidFill>
        <a:effectLst/>
        <a:uFillTx/>
        <a:latin typeface="ヒラギノ角ゴ ProN W6"/>
        <a:ea typeface="ヒラギノ角ゴ ProN W6"/>
        <a:cs typeface="ヒラギノ角ゴ ProN W6"/>
        <a:sym typeface="ヒラギノ角ゴ ProN W6"/>
      </a:defRPr>
    </a:lvl7pPr>
    <a:lvl8pPr marL="0" marR="0" indent="16002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000000"/>
        </a:solidFill>
        <a:effectLst/>
        <a:uFillTx/>
        <a:latin typeface="ヒラギノ角ゴ ProN W6"/>
        <a:ea typeface="ヒラギノ角ゴ ProN W6"/>
        <a:cs typeface="ヒラギノ角ゴ ProN W6"/>
        <a:sym typeface="ヒラギノ角ゴ ProN W6"/>
      </a:defRPr>
    </a:lvl8pPr>
    <a:lvl9pPr marL="0" marR="0" indent="18288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000000"/>
        </a:solidFill>
        <a:effectLst/>
        <a:uFillTx/>
        <a:latin typeface="ヒラギノ角ゴ ProN W6"/>
        <a:ea typeface="ヒラギノ角ゴ ProN W6"/>
        <a:cs typeface="ヒラギノ角ゴ ProN W6"/>
        <a:sym typeface="ヒラギノ角ゴ ProN W6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>
          <a:latin typeface="ヒラギノ角ゴ ProN W6"/>
          <a:ea typeface="ヒラギノ角ゴ ProN W6"/>
          <a:cs typeface="ヒラギノ角ゴ ProN W6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>
              <a:lumOff val="-13575"/>
            </a:schemeClr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3797C6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ヒラギノ角ゴ ProN W6"/>
          <a:ea typeface="ヒラギノ角ゴ ProN W6"/>
          <a:cs typeface="ヒラギノ角ゴ ProN W6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>
              <a:hueOff val="114395"/>
              <a:lumOff val="-24975"/>
            </a:schemeClr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12700" cap="flat">
              <a:solidFill>
                <a:srgbClr val="B8B8B8"/>
              </a:solidFill>
              <a:prstDash val="solid"/>
              <a:miter lim="400000"/>
            </a:ln>
          </a:top>
          <a:bottom>
            <a:ln w="12700" cap="flat">
              <a:solidFill>
                <a:srgbClr val="B8B8B8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 b="def" i="def"/>
      <a:tcStyle>
        <a:tcBdr/>
        <a:fill>
          <a:solidFill>
            <a:srgbClr val="E1E0DA"/>
          </a:solidFill>
        </a:fill>
      </a:tcStyle>
    </a:band2H>
    <a:firstCo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chemeClr val="accent3">
              <a:hueOff val="362282"/>
              <a:satOff val="31803"/>
              <a:lumOff val="-18242"/>
            </a:schemeClr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254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lastRow>
    <a:fir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929292"/>
              </a:solidFill>
              <a:prstDash val="solid"/>
              <a:miter lim="400000"/>
            </a:ln>
          </a:left>
          <a:right>
            <a:ln w="12700" cap="flat">
              <a:solidFill>
                <a:srgbClr val="929292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929292"/>
              </a:solidFill>
              <a:prstDash val="solid"/>
              <a:miter lim="400000"/>
            </a:ln>
          </a:insideH>
          <a:insideV>
            <a:ln w="12700" cap="flat">
              <a:solidFill>
                <a:srgbClr val="929292"/>
              </a:solidFill>
              <a:prstDash val="solid"/>
              <a:miter lim="400000"/>
            </a:ln>
          </a:insideV>
        </a:tcBdr>
        <a:fill>
          <a:solidFill>
            <a:srgbClr val="017101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Helvetica Neue Light"/>
          <a:ea typeface="Helvetica Neue Light"/>
          <a:cs typeface="Helvetica Neue Light"/>
        </a:font>
        <a:srgbClr val="000000"/>
      </a:tcTxStyle>
      <a:tcStyle>
        <a:tcBdr>
          <a:lef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 b="def" i="def"/>
      <a:tcStyle>
        <a:tcBdr/>
        <a:fill>
          <a:solidFill>
            <a:srgbClr val="EDEADD"/>
          </a:solidFill>
        </a:fill>
      </a:tcStyle>
    </a:band2H>
    <a:firstCo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9BA00"/>
          </a:solidFill>
        </a:fill>
      </a:tcStyle>
    </a:firstCol>
    <a:la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lastRow>
    <a:fir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 b="def" i="def"/>
      <a:tcStyle>
        <a:tcBdr/>
        <a:fill>
          <a:solidFill>
            <a:srgbClr val="DADBDA"/>
          </a:solidFill>
        </a:fill>
      </a:tcStyle>
    </a:band2H>
    <a:firstCol>
      <a:tcTxStyle b="on" i="off">
        <a:font>
          <a:latin typeface="ヒラギノ角ゴ ProN W6"/>
          <a:ea typeface="ヒラギノ角ゴ ProN W6"/>
          <a:cs typeface="ヒラギノ角ゴ ProN W6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chemeClr val="accent6">
              <a:hueOff val="-146070"/>
              <a:satOff val="-10048"/>
              <a:lumOff val="-30626"/>
            </a:schemeClr>
          </a:solidFill>
        </a:fill>
      </a:tcStyle>
    </a:firstCol>
    <a:lastRow>
      <a:tcTxStyle b="on" i="off">
        <a:font>
          <a:latin typeface="ヒラギノ角ゴ ProN W6"/>
          <a:ea typeface="ヒラギノ角ゴ ProN W6"/>
          <a:cs typeface="ヒラギノ角ゴ ProN W6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C24785"/>
          </a:solidFill>
        </a:fill>
      </a:tcStyle>
    </a:lastRow>
    <a:firstRow>
      <a:tcTxStyle b="on" i="off">
        <a:font>
          <a:latin typeface="ヒラギノ角ゴ ProN W6"/>
          <a:ea typeface="ヒラギノ角ゴ ProN W6"/>
          <a:cs typeface="ヒラギノ角ゴ ProN W6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C24785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B5B5C1"/>
          </a:solidFill>
        </a:fill>
      </a:tcStyle>
    </a:wholeTbl>
    <a:band2H>
      <a:tcTxStyle b="def" i="def"/>
      <a:tcStyle>
        <a:tcBdr/>
        <a:fill>
          <a:solidFill>
            <a:srgbClr val="9A9AA5"/>
          </a:solidFill>
        </a:fill>
      </a:tcStyle>
    </a:band2H>
    <a:firstCol>
      <a:tcTxStyle b="on" i="off">
        <a:font>
          <a:latin typeface="ヒラギノ角ゴ ProN W6"/>
          <a:ea typeface="ヒラギノ角ゴ ProN W6"/>
          <a:cs typeface="ヒラギノ角ゴ ProN W6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53585F"/>
          </a:solidFill>
        </a:fill>
      </a:tcStyle>
    </a:firstCol>
    <a:lastRow>
      <a:tcTxStyle b="on" i="off">
        <a:font>
          <a:latin typeface="ヒラギノ角ゴ ProN W6"/>
          <a:ea typeface="ヒラギノ角ゴ ProN W6"/>
          <a:cs typeface="ヒラギノ角ゴ ProN W6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98089"/>
          </a:solidFill>
        </a:fill>
      </a:tcStyle>
    </a:lastRow>
    <a:firstRow>
      <a:tcTxStyle b="on" i="off">
        <a:font>
          <a:latin typeface="ヒラギノ角ゴ ProN W6"/>
          <a:ea typeface="ヒラギノ角ゴ ProN W6"/>
          <a:cs typeface="ヒラギノ角ゴ ProN W6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98089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n" i="off">
        <a:font>
          <a:latin typeface="ヒラギノ角ゴ ProN W6"/>
          <a:ea typeface="ヒラギノ角ゴ ProN W6"/>
          <a:cs typeface="ヒラギノ角ゴ ProN W6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Col>
    <a:lastRow>
      <a:tcTxStyle b="on" i="off">
        <a:font>
          <a:latin typeface="ヒラギノ角ゴ ProN W6"/>
          <a:ea typeface="ヒラギノ角ゴ ProN W6"/>
          <a:cs typeface="ヒラギノ角ゴ ProN W6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ヒラギノ角ゴ ProN W6"/>
          <a:ea typeface="ヒラギノ角ゴ ProN W6"/>
          <a:cs typeface="ヒラギノ角ゴ ProN W6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Shape 116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17" name="Shape 117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+mn-lt"/>
        <a:ea typeface="+mn-ea"/>
        <a:cs typeface="+mn-cs"/>
        <a:sym typeface="ヒラギノ角ゴ ProN W3"/>
      </a:defRPr>
    </a:lvl1pPr>
    <a:lvl2pPr indent="228600" defTabSz="457200" latinLnBrk="0">
      <a:lnSpc>
        <a:spcPct val="117999"/>
      </a:lnSpc>
      <a:defRPr sz="2200">
        <a:latin typeface="+mn-lt"/>
        <a:ea typeface="+mn-ea"/>
        <a:cs typeface="+mn-cs"/>
        <a:sym typeface="ヒラギノ角ゴ ProN W3"/>
      </a:defRPr>
    </a:lvl2pPr>
    <a:lvl3pPr indent="457200" defTabSz="457200" latinLnBrk="0">
      <a:lnSpc>
        <a:spcPct val="117999"/>
      </a:lnSpc>
      <a:defRPr sz="2200">
        <a:latin typeface="+mn-lt"/>
        <a:ea typeface="+mn-ea"/>
        <a:cs typeface="+mn-cs"/>
        <a:sym typeface="ヒラギノ角ゴ ProN W3"/>
      </a:defRPr>
    </a:lvl3pPr>
    <a:lvl4pPr indent="685800" defTabSz="457200" latinLnBrk="0">
      <a:lnSpc>
        <a:spcPct val="117999"/>
      </a:lnSpc>
      <a:defRPr sz="2200">
        <a:latin typeface="+mn-lt"/>
        <a:ea typeface="+mn-ea"/>
        <a:cs typeface="+mn-cs"/>
        <a:sym typeface="ヒラギノ角ゴ ProN W3"/>
      </a:defRPr>
    </a:lvl4pPr>
    <a:lvl5pPr indent="914400" defTabSz="457200" latinLnBrk="0">
      <a:lnSpc>
        <a:spcPct val="117999"/>
      </a:lnSpc>
      <a:defRPr sz="2200">
        <a:latin typeface="+mn-lt"/>
        <a:ea typeface="+mn-ea"/>
        <a:cs typeface="+mn-cs"/>
        <a:sym typeface="ヒラギノ角ゴ ProN W3"/>
      </a:defRPr>
    </a:lvl5pPr>
    <a:lvl6pPr indent="1143000" defTabSz="457200" latinLnBrk="0">
      <a:lnSpc>
        <a:spcPct val="117999"/>
      </a:lnSpc>
      <a:defRPr sz="2200">
        <a:latin typeface="+mn-lt"/>
        <a:ea typeface="+mn-ea"/>
        <a:cs typeface="+mn-cs"/>
        <a:sym typeface="ヒラギノ角ゴ ProN W3"/>
      </a:defRPr>
    </a:lvl6pPr>
    <a:lvl7pPr indent="1371600" defTabSz="457200" latinLnBrk="0">
      <a:lnSpc>
        <a:spcPct val="117999"/>
      </a:lnSpc>
      <a:defRPr sz="2200">
        <a:latin typeface="+mn-lt"/>
        <a:ea typeface="+mn-ea"/>
        <a:cs typeface="+mn-cs"/>
        <a:sym typeface="ヒラギノ角ゴ ProN W3"/>
      </a:defRPr>
    </a:lvl7pPr>
    <a:lvl8pPr indent="1600200" defTabSz="457200" latinLnBrk="0">
      <a:lnSpc>
        <a:spcPct val="117999"/>
      </a:lnSpc>
      <a:defRPr sz="2200">
        <a:latin typeface="+mn-lt"/>
        <a:ea typeface="+mn-ea"/>
        <a:cs typeface="+mn-cs"/>
        <a:sym typeface="ヒラギノ角ゴ ProN W3"/>
      </a:defRPr>
    </a:lvl8pPr>
    <a:lvl9pPr indent="1828800" defTabSz="457200" latinLnBrk="0">
      <a:lnSpc>
        <a:spcPct val="117999"/>
      </a:lnSpc>
      <a:defRPr sz="2200">
        <a:latin typeface="+mn-lt"/>
        <a:ea typeface="+mn-ea"/>
        <a:cs typeface="+mn-cs"/>
        <a:sym typeface="ヒラギノ角ゴ ProN W3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タイトル&amp;サブタイトル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タイトルテキスト"/>
          <p:cNvSpPr txBox="1"/>
          <p:nvPr>
            <p:ph type="title"/>
          </p:nvPr>
        </p:nvSpPr>
        <p:spPr>
          <a:xfrm>
            <a:off x="1270000" y="1638300"/>
            <a:ext cx="10464800" cy="3302000"/>
          </a:xfrm>
          <a:prstGeom prst="rect">
            <a:avLst/>
          </a:prstGeom>
        </p:spPr>
        <p:txBody>
          <a:bodyPr anchor="b"/>
          <a:lstStyle/>
          <a:p>
            <a:pPr/>
            <a:r>
              <a:t>タイトルテキスト</a:t>
            </a:r>
          </a:p>
        </p:txBody>
      </p:sp>
      <p:sp>
        <p:nvSpPr>
          <p:cNvPr id="12" name="本文レベル1…"/>
          <p:cNvSpPr txBox="1"/>
          <p:nvPr>
            <p:ph type="body" sz="quarter" idx="1"/>
          </p:nvPr>
        </p:nvSpPr>
        <p:spPr>
          <a:xfrm>
            <a:off x="1270000" y="5041900"/>
            <a:ext cx="10464800" cy="1130300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3700"/>
            </a:lvl1pPr>
            <a:lvl2pPr marL="0" indent="0" algn="ctr">
              <a:spcBef>
                <a:spcPts val="0"/>
              </a:spcBef>
              <a:buSzTx/>
              <a:buNone/>
              <a:defRPr sz="3700"/>
            </a:lvl2pPr>
            <a:lvl3pPr marL="0" indent="0" algn="ctr">
              <a:spcBef>
                <a:spcPts val="0"/>
              </a:spcBef>
              <a:buSzTx/>
              <a:buNone/>
              <a:defRPr sz="3700"/>
            </a:lvl3pPr>
            <a:lvl4pPr marL="0" indent="0" algn="ctr">
              <a:spcBef>
                <a:spcPts val="0"/>
              </a:spcBef>
              <a:buSzTx/>
              <a:buNone/>
              <a:defRPr sz="3700"/>
            </a:lvl4pPr>
            <a:lvl5pPr marL="0" indent="0" algn="ctr">
              <a:spcBef>
                <a:spcPts val="0"/>
              </a:spcBef>
              <a:buSzTx/>
              <a:buNone/>
              <a:defRPr sz="3700"/>
            </a:lvl5pPr>
          </a:lstStyle>
          <a:p>
            <a:pPr/>
            <a:r>
              <a:t>本文レベル1</a:t>
            </a:r>
          </a:p>
          <a:p>
            <a:pPr lvl="1"/>
            <a:r>
              <a:t>本文レベル2</a:t>
            </a:r>
          </a:p>
          <a:p>
            <a:pPr lvl="2"/>
            <a:r>
              <a:t>本文レベル3</a:t>
            </a:r>
          </a:p>
          <a:p>
            <a:pPr lvl="3"/>
            <a:r>
              <a:t>本文レベル4</a:t>
            </a:r>
          </a:p>
          <a:p>
            <a:pPr lvl="4"/>
            <a:r>
              <a:t>本文レベル5</a:t>
            </a:r>
          </a:p>
        </p:txBody>
      </p:sp>
      <p:sp>
        <p:nvSpPr>
          <p:cNvPr id="13" name="スライド番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latin typeface="Helvetica Neue Thin"/>
                <a:ea typeface="Helvetica Neue Thin"/>
                <a:cs typeface="Helvetica Neue Thin"/>
                <a:sym typeface="Helvetica Neue Thin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画像（横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イメージ"/>
          <p:cNvSpPr/>
          <p:nvPr>
            <p:ph type="pic" idx="13"/>
          </p:nvPr>
        </p:nvSpPr>
        <p:spPr>
          <a:xfrm>
            <a:off x="1625600" y="673100"/>
            <a:ext cx="9753600" cy="59055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21" name="タイトルテキスト"/>
          <p:cNvSpPr txBox="1"/>
          <p:nvPr>
            <p:ph type="title"/>
          </p:nvPr>
        </p:nvSpPr>
        <p:spPr>
          <a:xfrm>
            <a:off x="1270000" y="6718300"/>
            <a:ext cx="10464800" cy="1422400"/>
          </a:xfrm>
          <a:prstGeom prst="rect">
            <a:avLst/>
          </a:prstGeom>
        </p:spPr>
        <p:txBody>
          <a:bodyPr anchor="b"/>
          <a:lstStyle/>
          <a:p>
            <a:pPr/>
            <a:r>
              <a:t>タイトルテキスト</a:t>
            </a:r>
          </a:p>
        </p:txBody>
      </p:sp>
      <p:sp>
        <p:nvSpPr>
          <p:cNvPr id="22" name="本文レベル1…"/>
          <p:cNvSpPr txBox="1"/>
          <p:nvPr>
            <p:ph type="body" sz="quarter" idx="1"/>
          </p:nvPr>
        </p:nvSpPr>
        <p:spPr>
          <a:xfrm>
            <a:off x="1270000" y="8153400"/>
            <a:ext cx="10464800" cy="1130300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3700"/>
            </a:lvl1pPr>
            <a:lvl2pPr marL="0" indent="0" algn="ctr">
              <a:spcBef>
                <a:spcPts val="0"/>
              </a:spcBef>
              <a:buSzTx/>
              <a:buNone/>
              <a:defRPr sz="3700"/>
            </a:lvl2pPr>
            <a:lvl3pPr marL="0" indent="0" algn="ctr">
              <a:spcBef>
                <a:spcPts val="0"/>
              </a:spcBef>
              <a:buSzTx/>
              <a:buNone/>
              <a:defRPr sz="3700"/>
            </a:lvl3pPr>
            <a:lvl4pPr marL="0" indent="0" algn="ctr">
              <a:spcBef>
                <a:spcPts val="0"/>
              </a:spcBef>
              <a:buSzTx/>
              <a:buNone/>
              <a:defRPr sz="3700"/>
            </a:lvl4pPr>
            <a:lvl5pPr marL="0" indent="0" algn="ctr">
              <a:spcBef>
                <a:spcPts val="0"/>
              </a:spcBef>
              <a:buSzTx/>
              <a:buNone/>
              <a:defRPr sz="3700"/>
            </a:lvl5pPr>
          </a:lstStyle>
          <a:p>
            <a:pPr/>
            <a:r>
              <a:t>本文レベル1</a:t>
            </a:r>
          </a:p>
          <a:p>
            <a:pPr lvl="1"/>
            <a:r>
              <a:t>本文レベル2</a:t>
            </a:r>
          </a:p>
          <a:p>
            <a:pPr lvl="2"/>
            <a:r>
              <a:t>本文レベル3</a:t>
            </a:r>
          </a:p>
          <a:p>
            <a:pPr lvl="3"/>
            <a:r>
              <a:t>本文レベル4</a:t>
            </a:r>
          </a:p>
          <a:p>
            <a:pPr lvl="4"/>
            <a:r>
              <a:t>本文レベル5</a:t>
            </a:r>
          </a:p>
        </p:txBody>
      </p:sp>
      <p:sp>
        <p:nvSpPr>
          <p:cNvPr id="23" name="スライド番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タイトル（中央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タイトルテキスト"/>
          <p:cNvSpPr txBox="1"/>
          <p:nvPr>
            <p:ph type="title"/>
          </p:nvPr>
        </p:nvSpPr>
        <p:spPr>
          <a:xfrm>
            <a:off x="1270000" y="3225800"/>
            <a:ext cx="10464800" cy="3302000"/>
          </a:xfrm>
          <a:prstGeom prst="rect">
            <a:avLst/>
          </a:prstGeom>
        </p:spPr>
        <p:txBody>
          <a:bodyPr/>
          <a:lstStyle/>
          <a:p>
            <a:pPr/>
            <a:r>
              <a:t>タイトルテキスト</a:t>
            </a:r>
          </a:p>
        </p:txBody>
      </p:sp>
      <p:sp>
        <p:nvSpPr>
          <p:cNvPr id="31" name="スライド番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画像（縦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イメージ"/>
          <p:cNvSpPr/>
          <p:nvPr>
            <p:ph type="pic" sz="half" idx="13"/>
          </p:nvPr>
        </p:nvSpPr>
        <p:spPr>
          <a:xfrm>
            <a:off x="6718300" y="635000"/>
            <a:ext cx="5334000" cy="82169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39" name="タイトルテキスト"/>
          <p:cNvSpPr txBox="1"/>
          <p:nvPr>
            <p:ph type="title"/>
          </p:nvPr>
        </p:nvSpPr>
        <p:spPr>
          <a:xfrm>
            <a:off x="952500" y="635000"/>
            <a:ext cx="5334000" cy="3987800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pPr/>
            <a:r>
              <a:t>タイトルテキスト</a:t>
            </a:r>
          </a:p>
        </p:txBody>
      </p:sp>
      <p:sp>
        <p:nvSpPr>
          <p:cNvPr id="40" name="本文レベル1…"/>
          <p:cNvSpPr txBox="1"/>
          <p:nvPr>
            <p:ph type="body" sz="quarter" idx="1"/>
          </p:nvPr>
        </p:nvSpPr>
        <p:spPr>
          <a:xfrm>
            <a:off x="952500" y="4724400"/>
            <a:ext cx="5334000" cy="4114800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3700"/>
            </a:lvl1pPr>
            <a:lvl2pPr marL="0" indent="0" algn="ctr">
              <a:spcBef>
                <a:spcPts val="0"/>
              </a:spcBef>
              <a:buSzTx/>
              <a:buNone/>
              <a:defRPr sz="3700"/>
            </a:lvl2pPr>
            <a:lvl3pPr marL="0" indent="0" algn="ctr">
              <a:spcBef>
                <a:spcPts val="0"/>
              </a:spcBef>
              <a:buSzTx/>
              <a:buNone/>
              <a:defRPr sz="3700"/>
            </a:lvl3pPr>
            <a:lvl4pPr marL="0" indent="0" algn="ctr">
              <a:spcBef>
                <a:spcPts val="0"/>
              </a:spcBef>
              <a:buSzTx/>
              <a:buNone/>
              <a:defRPr sz="3700"/>
            </a:lvl4pPr>
            <a:lvl5pPr marL="0" indent="0" algn="ctr">
              <a:spcBef>
                <a:spcPts val="0"/>
              </a:spcBef>
              <a:buSzTx/>
              <a:buNone/>
              <a:defRPr sz="3700"/>
            </a:lvl5pPr>
          </a:lstStyle>
          <a:p>
            <a:pPr/>
            <a:r>
              <a:t>本文レベル1</a:t>
            </a:r>
          </a:p>
          <a:p>
            <a:pPr lvl="1"/>
            <a:r>
              <a:t>本文レベル2</a:t>
            </a:r>
          </a:p>
          <a:p>
            <a:pPr lvl="2"/>
            <a:r>
              <a:t>本文レベル3</a:t>
            </a:r>
          </a:p>
          <a:p>
            <a:pPr lvl="3"/>
            <a:r>
              <a:t>本文レベル4</a:t>
            </a:r>
          </a:p>
          <a:p>
            <a:pPr lvl="4"/>
            <a:r>
              <a:t>本文レベル5</a:t>
            </a:r>
          </a:p>
        </p:txBody>
      </p:sp>
      <p:sp>
        <p:nvSpPr>
          <p:cNvPr id="41" name="スライド番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タイトル（上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タイトルテキスト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タイトルテキスト</a:t>
            </a:r>
          </a:p>
        </p:txBody>
      </p:sp>
      <p:sp>
        <p:nvSpPr>
          <p:cNvPr id="49" name="スライド番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タイトル&amp;箇条書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タイトルテキスト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タイトルテキスト</a:t>
            </a:r>
          </a:p>
        </p:txBody>
      </p:sp>
      <p:sp>
        <p:nvSpPr>
          <p:cNvPr id="57" name="本文レベル1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本文レベル1</a:t>
            </a:r>
          </a:p>
          <a:p>
            <a:pPr lvl="1"/>
            <a:r>
              <a:t>本文レベル2</a:t>
            </a:r>
          </a:p>
          <a:p>
            <a:pPr lvl="2"/>
            <a:r>
              <a:t>本文レベル3</a:t>
            </a:r>
          </a:p>
          <a:p>
            <a:pPr lvl="3"/>
            <a:r>
              <a:t>本文レベル4</a:t>
            </a:r>
          </a:p>
          <a:p>
            <a:pPr lvl="4"/>
            <a:r>
              <a:t>本文レベル5</a:t>
            </a:r>
          </a:p>
        </p:txBody>
      </p:sp>
      <p:sp>
        <p:nvSpPr>
          <p:cNvPr id="58" name="スライド番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タイトル、箇条書き、画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イメージ"/>
          <p:cNvSpPr/>
          <p:nvPr>
            <p:ph type="pic" sz="half" idx="13"/>
          </p:nvPr>
        </p:nvSpPr>
        <p:spPr>
          <a:xfrm>
            <a:off x="6718300" y="2590800"/>
            <a:ext cx="5334000" cy="62865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66" name="タイトルテキスト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タイトルテキスト</a:t>
            </a:r>
          </a:p>
        </p:txBody>
      </p:sp>
      <p:sp>
        <p:nvSpPr>
          <p:cNvPr id="67" name="本文レベル1…"/>
          <p:cNvSpPr txBox="1"/>
          <p:nvPr>
            <p:ph type="body" sz="half" idx="1"/>
          </p:nvPr>
        </p:nvSpPr>
        <p:spPr>
          <a:xfrm>
            <a:off x="952500" y="2590800"/>
            <a:ext cx="5334000" cy="6286500"/>
          </a:xfrm>
          <a:prstGeom prst="rect">
            <a:avLst/>
          </a:prstGeom>
        </p:spPr>
        <p:txBody>
          <a:bodyPr/>
          <a:lstStyle>
            <a:lvl1pPr marL="342900" indent="-342900">
              <a:spcBef>
                <a:spcPts val="3200"/>
              </a:spcBef>
              <a:defRPr sz="2800"/>
            </a:lvl1pPr>
            <a:lvl2pPr marL="685800" indent="-342900">
              <a:spcBef>
                <a:spcPts val="3200"/>
              </a:spcBef>
              <a:defRPr sz="2800"/>
            </a:lvl2pPr>
            <a:lvl3pPr marL="1028700" indent="-342900">
              <a:spcBef>
                <a:spcPts val="3200"/>
              </a:spcBef>
              <a:defRPr sz="2800"/>
            </a:lvl3pPr>
            <a:lvl4pPr marL="1371600" indent="-342900">
              <a:spcBef>
                <a:spcPts val="3200"/>
              </a:spcBef>
              <a:defRPr sz="2800"/>
            </a:lvl4pPr>
            <a:lvl5pPr marL="1714500" indent="-342900">
              <a:spcBef>
                <a:spcPts val="3200"/>
              </a:spcBef>
              <a:defRPr sz="2800"/>
            </a:lvl5pPr>
          </a:lstStyle>
          <a:p>
            <a:pPr/>
            <a:r>
              <a:t>本文レベル1</a:t>
            </a:r>
          </a:p>
          <a:p>
            <a:pPr lvl="1"/>
            <a:r>
              <a:t>本文レベル2</a:t>
            </a:r>
          </a:p>
          <a:p>
            <a:pPr lvl="2"/>
            <a:r>
              <a:t>本文レベル3</a:t>
            </a:r>
          </a:p>
          <a:p>
            <a:pPr lvl="3"/>
            <a:r>
              <a:t>本文レベル4</a:t>
            </a:r>
          </a:p>
          <a:p>
            <a:pPr lvl="4"/>
            <a:r>
              <a:t>本文レベル5</a:t>
            </a:r>
          </a:p>
        </p:txBody>
      </p:sp>
      <p:sp>
        <p:nvSpPr>
          <p:cNvPr id="68" name="スライド番号"/>
          <p:cNvSpPr txBox="1"/>
          <p:nvPr>
            <p:ph type="sldNum" sz="quarter" idx="2"/>
          </p:nvPr>
        </p:nvSpPr>
        <p:spPr>
          <a:xfrm>
            <a:off x="6308360" y="9296400"/>
            <a:ext cx="381306" cy="304800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  <a:ea typeface="+mn-ea"/>
                <a:cs typeface="+mn-cs"/>
                <a:sym typeface="ヒラギノ角ゴ ProN W3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箇条書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本文レベル1…"/>
          <p:cNvSpPr txBox="1"/>
          <p:nvPr>
            <p:ph type="body" idx="1"/>
          </p:nvPr>
        </p:nvSpPr>
        <p:spPr>
          <a:xfrm>
            <a:off x="952500" y="1270000"/>
            <a:ext cx="11099800" cy="7213600"/>
          </a:xfrm>
          <a:prstGeom prst="rect">
            <a:avLst/>
          </a:prstGeom>
        </p:spPr>
        <p:txBody>
          <a:bodyPr/>
          <a:lstStyle/>
          <a:p>
            <a:pPr/>
            <a:r>
              <a:t>本文レベル1</a:t>
            </a:r>
          </a:p>
          <a:p>
            <a:pPr lvl="1"/>
            <a:r>
              <a:t>本文レベル2</a:t>
            </a:r>
          </a:p>
          <a:p>
            <a:pPr lvl="2"/>
            <a:r>
              <a:t>本文レベル3</a:t>
            </a:r>
          </a:p>
          <a:p>
            <a:pPr lvl="3"/>
            <a:r>
              <a:t>本文レベル4</a:t>
            </a:r>
          </a:p>
          <a:p>
            <a:pPr lvl="4"/>
            <a:r>
              <a:t>本文レベル5</a:t>
            </a:r>
          </a:p>
        </p:txBody>
      </p:sp>
      <p:sp>
        <p:nvSpPr>
          <p:cNvPr id="76" name="スライド番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画像（3点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イメージ"/>
          <p:cNvSpPr/>
          <p:nvPr>
            <p:ph type="pic" sz="quarter" idx="13"/>
          </p:nvPr>
        </p:nvSpPr>
        <p:spPr>
          <a:xfrm>
            <a:off x="6718300" y="5092700"/>
            <a:ext cx="5334000" cy="37719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84" name="イメージ"/>
          <p:cNvSpPr/>
          <p:nvPr>
            <p:ph type="pic" sz="quarter" idx="14"/>
          </p:nvPr>
        </p:nvSpPr>
        <p:spPr>
          <a:xfrm>
            <a:off x="6718300" y="889000"/>
            <a:ext cx="5334000" cy="37719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85" name="イメージ"/>
          <p:cNvSpPr/>
          <p:nvPr>
            <p:ph type="pic" sz="half" idx="15"/>
          </p:nvPr>
        </p:nvSpPr>
        <p:spPr>
          <a:xfrm>
            <a:off x="952500" y="889000"/>
            <a:ext cx="5334000" cy="79756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86" name="スライド番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引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–Johnny Appleseed"/>
          <p:cNvSpPr txBox="1"/>
          <p:nvPr>
            <p:ph type="body" sz="quarter" idx="13"/>
          </p:nvPr>
        </p:nvSpPr>
        <p:spPr>
          <a:xfrm>
            <a:off x="1270000" y="6362700"/>
            <a:ext cx="10464800" cy="457200"/>
          </a:xfrm>
          <a:prstGeom prst="rect">
            <a:avLst/>
          </a:prstGeo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buSzTx/>
              <a:buNone/>
              <a:defRPr sz="2400"/>
            </a:lvl1pPr>
          </a:lstStyle>
          <a:p>
            <a:pPr/>
            <a:r>
              <a:t>–Johnny Appleseed</a:t>
            </a:r>
          </a:p>
        </p:txBody>
      </p:sp>
      <p:sp>
        <p:nvSpPr>
          <p:cNvPr id="94" name="“ここに引用を入力してください。”"/>
          <p:cNvSpPr txBox="1"/>
          <p:nvPr>
            <p:ph type="body" sz="quarter" idx="14"/>
          </p:nvPr>
        </p:nvSpPr>
        <p:spPr>
          <a:xfrm>
            <a:off x="1270000" y="4267200"/>
            <a:ext cx="10464800" cy="609600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SzTx/>
              <a:buNone/>
              <a:defRPr sz="3400"/>
            </a:lvl1pPr>
          </a:lstStyle>
          <a:p>
            <a:pPr/>
            <a:r>
              <a:t>“ここに引用を入力してください。”</a:t>
            </a:r>
          </a:p>
        </p:txBody>
      </p:sp>
      <p:sp>
        <p:nvSpPr>
          <p:cNvPr id="95" name="スライド番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写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イメージ"/>
          <p:cNvSpPr/>
          <p:nvPr>
            <p:ph type="pic" idx="13"/>
          </p:nvPr>
        </p:nvSpPr>
        <p:spPr>
          <a:xfrm>
            <a:off x="0" y="0"/>
            <a:ext cx="13004800" cy="97536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103" name="スライド番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スライド番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テキスト"/>
          <p:cNvSpPr txBox="1"/>
          <p:nvPr>
            <p:ph type="title"/>
          </p:nvPr>
        </p:nvSpPr>
        <p:spPr>
          <a:xfrm>
            <a:off x="952500" y="254000"/>
            <a:ext cx="11099800" cy="2159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normAutofit fontScale="100000" lnSpcReduction="0"/>
          </a:bodyPr>
          <a:lstStyle/>
          <a:p>
            <a:pPr/>
            <a:r>
              <a:t>タイトルテキスト</a:t>
            </a:r>
          </a:p>
        </p:txBody>
      </p:sp>
      <p:sp>
        <p:nvSpPr>
          <p:cNvPr id="3" name="本文レベル1…"/>
          <p:cNvSpPr txBox="1"/>
          <p:nvPr>
            <p:ph type="body" idx="1"/>
          </p:nvPr>
        </p:nvSpPr>
        <p:spPr>
          <a:xfrm>
            <a:off x="952500" y="2590800"/>
            <a:ext cx="11099800" cy="6286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normAutofit fontScale="100000" lnSpcReduction="0"/>
          </a:bodyPr>
          <a:lstStyle/>
          <a:p>
            <a:pPr/>
            <a:r>
              <a:t>本文レベル1</a:t>
            </a:r>
          </a:p>
          <a:p>
            <a:pPr lvl="1"/>
            <a:r>
              <a:t>本文レベル2</a:t>
            </a:r>
          </a:p>
          <a:p>
            <a:pPr lvl="2"/>
            <a:r>
              <a:t>本文レベル3</a:t>
            </a:r>
          </a:p>
          <a:p>
            <a:pPr lvl="3"/>
            <a:r>
              <a:t>本文レベル4</a:t>
            </a:r>
          </a:p>
          <a:p>
            <a:pPr lvl="4"/>
            <a:r>
              <a:t>本文レベル5</a:t>
            </a:r>
          </a:p>
        </p:txBody>
      </p:sp>
      <p:sp>
        <p:nvSpPr>
          <p:cNvPr id="4" name="スライド番号"/>
          <p:cNvSpPr txBox="1"/>
          <p:nvPr>
            <p:ph type="sldNum" sz="quarter" idx="2"/>
          </p:nvPr>
        </p:nvSpPr>
        <p:spPr>
          <a:xfrm>
            <a:off x="6328884" y="9296400"/>
            <a:ext cx="340259" cy="324306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>
              <a:defRPr sz="160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transition xmlns:p14="http://schemas.microsoft.com/office/powerpoint/2010/main" spd="med" advClick="1"/>
  <p:txStyles>
    <p:title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8000" u="none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ヒラギノ角ゴ ProN W3"/>
        </a:defRPr>
      </a:lvl1pPr>
      <a:lvl2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8000" u="none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ヒラギノ角ゴ ProN W3"/>
        </a:defRPr>
      </a:lvl2pPr>
      <a:lvl3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8000" u="none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ヒラギノ角ゴ ProN W3"/>
        </a:defRPr>
      </a:lvl3pPr>
      <a:lvl4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8000" u="none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ヒラギノ角ゴ ProN W3"/>
        </a:defRPr>
      </a:lvl4pPr>
      <a:lvl5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8000" u="none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ヒラギノ角ゴ ProN W3"/>
        </a:defRPr>
      </a:lvl5pPr>
      <a:lvl6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8000" u="none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ヒラギノ角ゴ ProN W3"/>
        </a:defRPr>
      </a:lvl6pPr>
      <a:lvl7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8000" u="none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ヒラギノ角ゴ ProN W3"/>
        </a:defRPr>
      </a:lvl7pPr>
      <a:lvl8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8000" u="none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ヒラギノ角ゴ ProN W3"/>
        </a:defRPr>
      </a:lvl8pPr>
      <a:lvl9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8000" u="none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ヒラギノ角ゴ ProN W3"/>
        </a:defRPr>
      </a:lvl9pPr>
    </p:titleStyle>
    <p:bodyStyle>
      <a:lvl1pPr marL="4445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145000"/>
        <a:buFontTx/>
        <a:buChar char="•"/>
        <a:tabLst/>
        <a:defRPr b="0" baseline="0" cap="none" i="0" spc="0" strike="noStrike" sz="3200" u="none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ヒラギノ角ゴ ProN W3"/>
        </a:defRPr>
      </a:lvl1pPr>
      <a:lvl2pPr marL="8890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145000"/>
        <a:buFontTx/>
        <a:buChar char="•"/>
        <a:tabLst/>
        <a:defRPr b="0" baseline="0" cap="none" i="0" spc="0" strike="noStrike" sz="3200" u="none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ヒラギノ角ゴ ProN W3"/>
        </a:defRPr>
      </a:lvl2pPr>
      <a:lvl3pPr marL="13335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145000"/>
        <a:buFontTx/>
        <a:buChar char="•"/>
        <a:tabLst/>
        <a:defRPr b="0" baseline="0" cap="none" i="0" spc="0" strike="noStrike" sz="3200" u="none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ヒラギノ角ゴ ProN W3"/>
        </a:defRPr>
      </a:lvl3pPr>
      <a:lvl4pPr marL="17780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145000"/>
        <a:buFontTx/>
        <a:buChar char="•"/>
        <a:tabLst/>
        <a:defRPr b="0" baseline="0" cap="none" i="0" spc="0" strike="noStrike" sz="3200" u="none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ヒラギノ角ゴ ProN W3"/>
        </a:defRPr>
      </a:lvl4pPr>
      <a:lvl5pPr marL="22225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145000"/>
        <a:buFontTx/>
        <a:buChar char="•"/>
        <a:tabLst/>
        <a:defRPr b="0" baseline="0" cap="none" i="0" spc="0" strike="noStrike" sz="3200" u="none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ヒラギノ角ゴ ProN W3"/>
        </a:defRPr>
      </a:lvl5pPr>
      <a:lvl6pPr marL="26670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145000"/>
        <a:buFontTx/>
        <a:buChar char="•"/>
        <a:tabLst/>
        <a:defRPr b="0" baseline="0" cap="none" i="0" spc="0" strike="noStrike" sz="3200" u="none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ヒラギノ角ゴ ProN W3"/>
        </a:defRPr>
      </a:lvl6pPr>
      <a:lvl7pPr marL="31115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145000"/>
        <a:buFontTx/>
        <a:buChar char="•"/>
        <a:tabLst/>
        <a:defRPr b="0" baseline="0" cap="none" i="0" spc="0" strike="noStrike" sz="3200" u="none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ヒラギノ角ゴ ProN W3"/>
        </a:defRPr>
      </a:lvl7pPr>
      <a:lvl8pPr marL="35560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145000"/>
        <a:buFontTx/>
        <a:buChar char="•"/>
        <a:tabLst/>
        <a:defRPr b="0" baseline="0" cap="none" i="0" spc="0" strike="noStrike" sz="3200" u="none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ヒラギノ角ゴ ProN W3"/>
        </a:defRPr>
      </a:lvl8pPr>
      <a:lvl9pPr marL="40005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145000"/>
        <a:buFontTx/>
        <a:buChar char="•"/>
        <a:tabLst/>
        <a:defRPr b="0" baseline="0" cap="none" i="0" spc="0" strike="noStrike" sz="3200" u="none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ヒラギノ角ゴ ProN W3"/>
        </a:defRPr>
      </a:lvl9pPr>
    </p:bodyStyle>
    <p:otherStyle>
      <a:lvl1pPr marL="0" marR="0" indent="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600" u="none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1pPr>
      <a:lvl2pPr marL="0" marR="0" indent="2286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600" u="none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2pPr>
      <a:lvl3pPr marL="0" marR="0" indent="4572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600" u="none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3pPr>
      <a:lvl4pPr marL="0" marR="0" indent="6858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600" u="none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4pPr>
      <a:lvl5pPr marL="0" marR="0" indent="9144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600" u="none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5pPr>
      <a:lvl6pPr marL="0" marR="0" indent="11430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600" u="none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6pPr>
      <a:lvl7pPr marL="0" marR="0" indent="13716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600" u="none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7pPr>
      <a:lvl8pPr marL="0" marR="0" indent="16002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600" u="none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8pPr>
      <a:lvl9pPr marL="0" marR="0" indent="18288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600" u="none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9" name="表"/>
          <p:cNvGraphicFramePr/>
          <p:nvPr/>
        </p:nvGraphicFramePr>
        <p:xfrm>
          <a:off x="613833" y="1227567"/>
          <a:ext cx="1879932" cy="5332116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{2708684C-4D16-4618-839F-0558EEFCDFE6}</a:tableStyleId>
              </a:tblPr>
              <a:tblGrid>
                <a:gridCol w="939965"/>
                <a:gridCol w="939965"/>
              </a:tblGrid>
              <a:tr h="888685"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2200">
                          <a:sym typeface="ヒラギノ角ゴ ProN W3"/>
                        </a:rPr>
                        <a:t>2m</a:t>
                      </a:r>
                    </a:p>
                  </a:txBody>
                  <a:tcPr marL="50800" marR="50800" marT="50800" marB="50800" anchor="ctr" anchorCtr="0" horzOverflow="overflow">
                    <a:lnL w="12700">
                      <a:miter lim="400000"/>
                    </a:lnL>
                    <a:lnT w="12700">
                      <a:miter lim="400000"/>
                    </a:lnT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2200">
                          <a:sym typeface="ヒラギノ角ゴ ProN W3"/>
                        </a:rPr>
                        <a:t>3本</a:t>
                      </a:r>
                    </a:p>
                  </a:txBody>
                  <a:tcPr marL="50800" marR="50800" marT="50800" marB="50800" anchor="ctr" anchorCtr="0" horzOverflow="overflow">
                    <a:lnR w="12700">
                      <a:miter lim="400000"/>
                    </a:lnR>
                    <a:lnT w="12700">
                      <a:miter lim="400000"/>
                    </a:lnT>
                  </a:tcPr>
                </a:tc>
              </a:tr>
              <a:tr h="888685"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2200">
                          <a:sym typeface="ヒラギノ角ゴ ProN W3"/>
                        </a:rPr>
                        <a:t>2.8m</a:t>
                      </a:r>
                    </a:p>
                  </a:txBody>
                  <a:tcPr marL="50800" marR="50800" marT="50800" marB="50800" anchor="ctr" anchorCtr="0" horzOverflow="overflow">
                    <a:lnL w="12700"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2200">
                          <a:sym typeface="ヒラギノ角ゴ ProN W3"/>
                        </a:rPr>
                        <a:t>3本</a:t>
                      </a:r>
                    </a:p>
                  </a:txBody>
                  <a:tcPr marL="50800" marR="50800" marT="50800" marB="50800" anchor="ctr" anchorCtr="0" horzOverflow="overflow">
                    <a:lnR w="12700">
                      <a:miter lim="400000"/>
                    </a:lnR>
                  </a:tcPr>
                </a:tc>
              </a:tr>
              <a:tr h="888685"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2200">
                          <a:sym typeface="ヒラギノ角ゴ ProN W3"/>
                        </a:rPr>
                        <a:t>3m</a:t>
                      </a:r>
                    </a:p>
                  </a:txBody>
                  <a:tcPr marL="50800" marR="50800" marT="50800" marB="50800" anchor="ctr" anchorCtr="0" horzOverflow="overflow">
                    <a:lnL w="12700"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2200">
                          <a:sym typeface="ヒラギノ角ゴ ProN W3"/>
                        </a:rPr>
                        <a:t>16本</a:t>
                      </a:r>
                    </a:p>
                  </a:txBody>
                  <a:tcPr marL="50800" marR="50800" marT="50800" marB="50800" anchor="ctr" anchorCtr="0" horzOverflow="overflow">
                    <a:lnR w="12700">
                      <a:miter lim="400000"/>
                    </a:lnR>
                  </a:tcPr>
                </a:tc>
              </a:tr>
              <a:tr h="888685"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2200">
                          <a:sym typeface="ヒラギノ角ゴ ProN W3"/>
                        </a:rPr>
                        <a:t>3.3m</a:t>
                      </a:r>
                    </a:p>
                  </a:txBody>
                  <a:tcPr marL="50800" marR="50800" marT="50800" marB="50800" anchor="ctr" anchorCtr="0" horzOverflow="overflow">
                    <a:lnL w="12700"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2200">
                          <a:sym typeface="ヒラギノ角ゴ ProN W3"/>
                        </a:rPr>
                        <a:t>8本</a:t>
                      </a:r>
                    </a:p>
                  </a:txBody>
                  <a:tcPr marL="50800" marR="50800" marT="50800" marB="50800" anchor="ctr" anchorCtr="0" horzOverflow="overflow">
                    <a:lnR w="12700">
                      <a:miter lim="400000"/>
                    </a:lnR>
                  </a:tcPr>
                </a:tc>
              </a:tr>
              <a:tr h="888685"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2200">
                          <a:sym typeface="ヒラギノ角ゴ ProN W3"/>
                        </a:rPr>
                        <a:t>3.4m</a:t>
                      </a:r>
                    </a:p>
                  </a:txBody>
                  <a:tcPr marL="50800" marR="50800" marT="50800" marB="50800" anchor="ctr" anchorCtr="0" horzOverflow="overflow">
                    <a:lnL w="12700"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2200">
                          <a:sym typeface="ヒラギノ角ゴ ProN W3"/>
                        </a:rPr>
                        <a:t>1本</a:t>
                      </a:r>
                    </a:p>
                  </a:txBody>
                  <a:tcPr marL="50800" marR="50800" marT="50800" marB="50800" anchor="ctr" anchorCtr="0" horzOverflow="overflow">
                    <a:lnR w="12700">
                      <a:miter lim="400000"/>
                    </a:lnR>
                  </a:tcPr>
                </a:tc>
              </a:tr>
              <a:tr h="888685"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2200">
                          <a:sym typeface="ヒラギノ角ゴ ProN W3"/>
                        </a:rPr>
                        <a:t>4m</a:t>
                      </a:r>
                    </a:p>
                  </a:txBody>
                  <a:tcPr marL="50800" marR="50800" marT="50800" marB="50800" anchor="ctr" anchorCtr="0" horzOverflow="overflow">
                    <a:lnL w="12700">
                      <a:miter lim="400000"/>
                    </a:lnL>
                    <a:lnB w="1270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2200">
                          <a:sym typeface="ヒラギノ角ゴ ProN W3"/>
                        </a:rPr>
                        <a:t>15本</a:t>
                      </a:r>
                    </a:p>
                  </a:txBody>
                  <a:tcPr marL="50800" marR="50800" marT="50800" marB="50800" anchor="ctr" anchorCtr="0" horzOverflow="overflow">
                    <a:lnR w="12700">
                      <a:miter lim="400000"/>
                    </a:lnR>
                    <a:lnB w="12700">
                      <a:miter lim="400000"/>
                    </a:lnB>
                  </a:tcPr>
                </a:tc>
              </a:tr>
            </a:tbl>
          </a:graphicData>
        </a:graphic>
      </p:graphicFrame>
      <p:sp>
        <p:nvSpPr>
          <p:cNvPr id="120" name="中庭倉庫"/>
          <p:cNvSpPr txBox="1"/>
          <p:nvPr/>
        </p:nvSpPr>
        <p:spPr>
          <a:xfrm>
            <a:off x="379048" y="524933"/>
            <a:ext cx="1333501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中庭倉庫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6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ヒラギノ角ゴ ProN W3"/>
        <a:ea typeface="ヒラギノ角ゴ ProN W3"/>
        <a:cs typeface="ヒラギノ角ゴ ProN W3"/>
      </a:majorFont>
      <a:minorFont>
        <a:latin typeface="ヒラギノ角ゴ ProN W3"/>
        <a:ea typeface="ヒラギノ角ゴ ProN W3"/>
        <a:cs typeface="ヒラギノ角ゴ ProN W3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2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ヒラギノ角ゴ ProN W3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24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ヒラギノ角ゴ ProN W6"/>
            <a:ea typeface="ヒラギノ角ゴ ProN W6"/>
            <a:cs typeface="ヒラギノ角ゴ ProN W6"/>
            <a:sym typeface="ヒラギノ角ゴ ProN W6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6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ヒラギノ角ゴ ProN W3"/>
        <a:ea typeface="ヒラギノ角ゴ ProN W3"/>
        <a:cs typeface="ヒラギノ角ゴ ProN W3"/>
      </a:majorFont>
      <a:minorFont>
        <a:latin typeface="ヒラギノ角ゴ ProN W3"/>
        <a:ea typeface="ヒラギノ角ゴ ProN W3"/>
        <a:cs typeface="ヒラギノ角ゴ ProN W3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2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ヒラギノ角ゴ ProN W3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24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ヒラギノ角ゴ ProN W6"/>
            <a:ea typeface="ヒラギノ角ゴ ProN W6"/>
            <a:cs typeface="ヒラギノ角ゴ ProN W6"/>
            <a:sym typeface="ヒラギノ角ゴ ProN W6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