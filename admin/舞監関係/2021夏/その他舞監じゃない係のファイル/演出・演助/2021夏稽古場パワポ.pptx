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5" r:id="rId6"/>
    <p:sldId id="266" r:id="rId7"/>
    <p:sldId id="267" r:id="rId8"/>
    <p:sldId id="268" r:id="rId9"/>
    <p:sldId id="269" r:id="rId10"/>
    <p:sldId id="270" r:id="rId11"/>
    <p:sldId id="260" r:id="rId12"/>
    <p:sldId id="262" r:id="rId13"/>
    <p:sldId id="263" r:id="rId14"/>
    <p:sldId id="261" r:id="rId15"/>
    <p:sldId id="259"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9" autoAdjust="0"/>
    <p:restoredTop sz="94660"/>
  </p:normalViewPr>
  <p:slideViewPr>
    <p:cSldViewPr snapToGrid="0">
      <p:cViewPr varScale="1">
        <p:scale>
          <a:sx n="83" d="100"/>
          <a:sy n="83" d="100"/>
        </p:scale>
        <p:origin x="45"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C94EE4-CDE3-4847-980F-27858C12923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FFAADEC-3713-4F95-9146-04049C06F3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CA60004-BD96-4B2D-A547-0F60A00C3951}"/>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5" name="フッター プレースホルダー 4">
            <a:extLst>
              <a:ext uri="{FF2B5EF4-FFF2-40B4-BE49-F238E27FC236}">
                <a16:creationId xmlns:a16="http://schemas.microsoft.com/office/drawing/2014/main" id="{BD7BF190-BB3A-4D3B-8A83-F5AA9B8B5AA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29558A-BBBF-431B-8457-EDBD6573D527}"/>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2465992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AB9CC6-3EEC-45BF-87D6-12E5E65A8E9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C463EA5-72D3-4EEE-B40F-4CD80303253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A22279-E878-4471-966D-26227B2D546C}"/>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5" name="フッター プレースホルダー 4">
            <a:extLst>
              <a:ext uri="{FF2B5EF4-FFF2-40B4-BE49-F238E27FC236}">
                <a16:creationId xmlns:a16="http://schemas.microsoft.com/office/drawing/2014/main" id="{D288057B-A857-4096-9A97-2058E916D4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8B64AC-F1BE-4D56-B999-28B8D498D2B7}"/>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1539602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8FE942-C4E2-406F-B337-A1678B8985E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52681FC-CFEC-4898-A360-250BCBD146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2F90DCA-0854-45BE-BF37-254C17C60F3E}"/>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5" name="フッター プレースホルダー 4">
            <a:extLst>
              <a:ext uri="{FF2B5EF4-FFF2-40B4-BE49-F238E27FC236}">
                <a16:creationId xmlns:a16="http://schemas.microsoft.com/office/drawing/2014/main" id="{195E2F05-DD2A-4138-8E82-25831AD69B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EC47713-FBB4-440B-858E-54F628BB43DC}"/>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239612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F9EC49-1BC8-4993-ADED-D8D9A71F0ED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1FC2CE5-CF8A-45AC-939C-B8FAEEFAE2E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A333C11-CCE8-46CF-8410-1329C5530A3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E012F1D-7583-40A3-87DF-D693A85E0FFF}"/>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6" name="フッター プレースホルダー 5">
            <a:extLst>
              <a:ext uri="{FF2B5EF4-FFF2-40B4-BE49-F238E27FC236}">
                <a16:creationId xmlns:a16="http://schemas.microsoft.com/office/drawing/2014/main" id="{2EB68F14-E0B4-49AC-88D5-B10FBD6591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2F212F0-3853-46F1-883D-374185190D67}"/>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1826439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548B27-F12F-4D0F-BB11-AAECA5FB408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B9E12D5-3921-4D0E-A7EC-46CBDD51C2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F06DC32-0F71-4CD9-908E-C6475615D5C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B67FB7B-E596-423E-9E16-94FD10ACC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3B4A048-3B46-4D53-939D-F4847F135A6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3798B67-637B-40C7-AD37-546EB09731C4}"/>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8" name="フッター プレースホルダー 7">
            <a:extLst>
              <a:ext uri="{FF2B5EF4-FFF2-40B4-BE49-F238E27FC236}">
                <a16:creationId xmlns:a16="http://schemas.microsoft.com/office/drawing/2014/main" id="{DE149DEC-1392-4E29-B7B0-73F67DC0C02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F64BA17-8826-4631-AA37-CDBF9EB50620}"/>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1575679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D17773-1B3C-4EAF-B8B4-A50A5BD20D3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F49C287-6889-4398-921F-2EA66C90C57A}"/>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4" name="フッター プレースホルダー 3">
            <a:extLst>
              <a:ext uri="{FF2B5EF4-FFF2-40B4-BE49-F238E27FC236}">
                <a16:creationId xmlns:a16="http://schemas.microsoft.com/office/drawing/2014/main" id="{D30FB0DE-D90E-437C-AAE9-064F725A6A2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13ED746-C489-404E-B867-F066CB680057}"/>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24507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1F7069A-21EC-4AE6-94CB-41DE72BB095C}"/>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3" name="フッター プレースホルダー 2">
            <a:extLst>
              <a:ext uri="{FF2B5EF4-FFF2-40B4-BE49-F238E27FC236}">
                <a16:creationId xmlns:a16="http://schemas.microsoft.com/office/drawing/2014/main" id="{35D9FF39-C2F2-4AFC-8818-09DC85F8E95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6B867F9-7F79-4C0D-8B8E-5BD638BE14D0}"/>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239453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47639F-296C-4205-87EE-4240FECFA3F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6DBCA5-426E-4D4F-9283-D5614595C9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B83635E-E16B-4127-BBC9-76AADFE7C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18A2ECD-E9E2-4541-9638-9608E8162A91}"/>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6" name="フッター プレースホルダー 5">
            <a:extLst>
              <a:ext uri="{FF2B5EF4-FFF2-40B4-BE49-F238E27FC236}">
                <a16:creationId xmlns:a16="http://schemas.microsoft.com/office/drawing/2014/main" id="{9C09B3AA-41DF-4FD2-A2BC-17D10DF94F4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3DB736-1068-494D-85E5-5F570B2D9915}"/>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38228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C162EA-530A-46A5-B718-346F867188C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AC079F0-0A3A-4085-B52F-25CA95548A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300F3A0-15E6-477C-B2E4-4C505D1350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1CBCAE1-7AC2-4A13-A5CF-A1E012D96A4E}"/>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6" name="フッター プレースホルダー 5">
            <a:extLst>
              <a:ext uri="{FF2B5EF4-FFF2-40B4-BE49-F238E27FC236}">
                <a16:creationId xmlns:a16="http://schemas.microsoft.com/office/drawing/2014/main" id="{3BECA4AD-9379-4E80-B293-F380D042BD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CBFA15-DE22-4390-B39A-65C9A7DE67F3}"/>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764659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077A2-8553-45DC-BB05-8609B12E24A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C637B48-FEE4-4341-A1E5-F948AC33D8C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06A8548-E0BC-4C76-9E67-5B7A3864F5E3}"/>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5" name="フッター プレースホルダー 4">
            <a:extLst>
              <a:ext uri="{FF2B5EF4-FFF2-40B4-BE49-F238E27FC236}">
                <a16:creationId xmlns:a16="http://schemas.microsoft.com/office/drawing/2014/main" id="{C2E9921C-8688-43A1-A986-3604B7E41A0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B7487B-2853-476B-B53B-AE00CDEEACBE}"/>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334346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1989485-7308-485A-B57F-952DDF11540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1074283-78DB-4F17-BAB9-D6BDB5616A0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296BE7-3DE4-4520-B657-4C77C1088AA6}"/>
              </a:ext>
            </a:extLst>
          </p:cNvPr>
          <p:cNvSpPr>
            <a:spLocks noGrp="1"/>
          </p:cNvSpPr>
          <p:nvPr>
            <p:ph type="dt" sz="half" idx="10"/>
          </p:nvPr>
        </p:nvSpPr>
        <p:spPr/>
        <p:txBody>
          <a:bodyPr/>
          <a:lstStyle/>
          <a:p>
            <a:fld id="{72031C1D-0DD7-4037-B061-F6F1D9CAC172}" type="datetimeFigureOut">
              <a:rPr kumimoji="1" lang="ja-JP" altLang="en-US" smtClean="0"/>
              <a:t>2021/6/23</a:t>
            </a:fld>
            <a:endParaRPr kumimoji="1" lang="ja-JP" altLang="en-US"/>
          </a:p>
        </p:txBody>
      </p:sp>
      <p:sp>
        <p:nvSpPr>
          <p:cNvPr id="5" name="フッター プレースホルダー 4">
            <a:extLst>
              <a:ext uri="{FF2B5EF4-FFF2-40B4-BE49-F238E27FC236}">
                <a16:creationId xmlns:a16="http://schemas.microsoft.com/office/drawing/2014/main" id="{0F27A863-8C9E-4556-9A4E-AC9B524FE1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6039A9D-745B-4DA7-A2AF-DBF1998DB263}"/>
              </a:ext>
            </a:extLst>
          </p:cNvPr>
          <p:cNvSpPr>
            <a:spLocks noGrp="1"/>
          </p:cNvSpPr>
          <p:nvPr>
            <p:ph type="sldNum" sz="quarter" idx="12"/>
          </p:nvPr>
        </p:nvSpPr>
        <p:spPr/>
        <p:txBody>
          <a:body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2693016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F5BECF0-6F97-451D-8C84-1CD76CB3A6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5604EF-80C2-45C0-9757-B3E325FE02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8624323-8B50-4E12-B150-8CCF356E3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031C1D-0DD7-4037-B061-F6F1D9CAC172}" type="datetimeFigureOut">
              <a:rPr kumimoji="1" lang="ja-JP" altLang="en-US" smtClean="0"/>
              <a:t>2021/6/23</a:t>
            </a:fld>
            <a:endParaRPr kumimoji="1" lang="ja-JP" altLang="en-US"/>
          </a:p>
        </p:txBody>
      </p:sp>
      <p:sp>
        <p:nvSpPr>
          <p:cNvPr id="5" name="フッター プレースホルダー 4">
            <a:extLst>
              <a:ext uri="{FF2B5EF4-FFF2-40B4-BE49-F238E27FC236}">
                <a16:creationId xmlns:a16="http://schemas.microsoft.com/office/drawing/2014/main" id="{697F0468-0B59-4E37-AF2A-5D10974F41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5210A55-1167-4921-BD79-A8C66A9A9E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15D66D-1DE2-4E24-9B91-36D798F71A82}" type="slidenum">
              <a:rPr kumimoji="1" lang="ja-JP" altLang="en-US" smtClean="0"/>
              <a:t>‹#›</a:t>
            </a:fld>
            <a:endParaRPr kumimoji="1" lang="ja-JP" altLang="en-US"/>
          </a:p>
        </p:txBody>
      </p:sp>
    </p:spTree>
    <p:extLst>
      <p:ext uri="{BB962C8B-B14F-4D97-AF65-F5344CB8AC3E}">
        <p14:creationId xmlns:p14="http://schemas.microsoft.com/office/powerpoint/2010/main" val="2145873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3999" y="499758"/>
            <a:ext cx="9144000" cy="454146"/>
          </a:xfrm>
        </p:spPr>
        <p:txBody>
          <a:bodyPr>
            <a:noAutofit/>
          </a:bodyPr>
          <a:lstStyle/>
          <a:p>
            <a:r>
              <a:rPr kumimoji="1" lang="ja-JP" altLang="en-US" sz="4000" b="1" dirty="0"/>
              <a:t>キャストオーディション</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5"/>
            <a:ext cx="11694207" cy="4541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en-US" altLang="ja-JP" dirty="0"/>
              <a:t>A</a:t>
            </a:r>
            <a:r>
              <a:rPr lang="ja-JP" altLang="en-US" dirty="0"/>
              <a:t>・</a:t>
            </a:r>
            <a:r>
              <a:rPr lang="en-US" altLang="ja-JP" dirty="0"/>
              <a:t>C</a:t>
            </a:r>
            <a:r>
              <a:rPr lang="ja-JP" altLang="en-US" dirty="0"/>
              <a:t>・</a:t>
            </a:r>
            <a:r>
              <a:rPr lang="en-US" altLang="ja-JP" dirty="0"/>
              <a:t>D</a:t>
            </a:r>
            <a:r>
              <a:rPr lang="ja-JP" altLang="en-US" dirty="0"/>
              <a:t>でローテーション⇒時間余った</a:t>
            </a:r>
            <a:r>
              <a:rPr lang="en-US" altLang="ja-JP" dirty="0"/>
              <a:t>&amp;</a:t>
            </a:r>
            <a:r>
              <a:rPr lang="ja-JP" altLang="en-US" dirty="0"/>
              <a:t>森田もっと見たい：</a:t>
            </a:r>
            <a:r>
              <a:rPr lang="en-US" altLang="ja-JP" dirty="0"/>
              <a:t>B</a:t>
            </a:r>
            <a:r>
              <a:rPr lang="ja-JP" altLang="en-US" dirty="0"/>
              <a:t>でローテーション</a:t>
            </a:r>
          </a:p>
        </p:txBody>
      </p:sp>
      <p:pic>
        <p:nvPicPr>
          <p:cNvPr id="7" name="図 6">
            <a:extLst>
              <a:ext uri="{FF2B5EF4-FFF2-40B4-BE49-F238E27FC236}">
                <a16:creationId xmlns:a16="http://schemas.microsoft.com/office/drawing/2014/main" id="{48AE7566-A7F4-4F2E-B4FE-322F96BA11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58" y="2217127"/>
            <a:ext cx="11030483" cy="3914042"/>
          </a:xfrm>
          <a:prstGeom prst="rect">
            <a:avLst/>
          </a:prstGeom>
        </p:spPr>
      </p:pic>
      <p:sp>
        <p:nvSpPr>
          <p:cNvPr id="2" name="正方形/長方形 1">
            <a:extLst>
              <a:ext uri="{FF2B5EF4-FFF2-40B4-BE49-F238E27FC236}">
                <a16:creationId xmlns:a16="http://schemas.microsoft.com/office/drawing/2014/main" id="{0156DF20-3386-4736-A677-9EBEBAE65795}"/>
              </a:ext>
            </a:extLst>
          </p:cNvPr>
          <p:cNvSpPr/>
          <p:nvPr/>
        </p:nvSpPr>
        <p:spPr>
          <a:xfrm>
            <a:off x="2967463" y="3493827"/>
            <a:ext cx="914400" cy="225188"/>
          </a:xfrm>
          <a:prstGeom prst="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正方形/長方形 5">
            <a:extLst>
              <a:ext uri="{FF2B5EF4-FFF2-40B4-BE49-F238E27FC236}">
                <a16:creationId xmlns:a16="http://schemas.microsoft.com/office/drawing/2014/main" id="{B3FD836B-AF8C-4595-8D91-B8951E8C9682}"/>
              </a:ext>
            </a:extLst>
          </p:cNvPr>
          <p:cNvSpPr/>
          <p:nvPr/>
        </p:nvSpPr>
        <p:spPr>
          <a:xfrm>
            <a:off x="5098028" y="4881213"/>
            <a:ext cx="914400" cy="225188"/>
          </a:xfrm>
          <a:prstGeom prst="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7AFFDE8-02FA-4936-B069-DCD9B9A95245}"/>
              </a:ext>
            </a:extLst>
          </p:cNvPr>
          <p:cNvSpPr/>
          <p:nvPr/>
        </p:nvSpPr>
        <p:spPr>
          <a:xfrm>
            <a:off x="7215234" y="4174148"/>
            <a:ext cx="914400" cy="225188"/>
          </a:xfrm>
          <a:prstGeom prst="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DC90DB3-1C24-4166-A870-7374154A1231}"/>
              </a:ext>
            </a:extLst>
          </p:cNvPr>
          <p:cNvSpPr/>
          <p:nvPr/>
        </p:nvSpPr>
        <p:spPr>
          <a:xfrm>
            <a:off x="9324549" y="4174148"/>
            <a:ext cx="914400" cy="225188"/>
          </a:xfrm>
          <a:prstGeom prst="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74741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第１回稽古</a:t>
            </a:r>
            <a:r>
              <a:rPr lang="en-US" altLang="ja-JP" sz="4000" b="1" dirty="0"/>
              <a:t>:6/9(</a:t>
            </a:r>
            <a:r>
              <a:rPr lang="ja-JP" altLang="en-US" sz="4000" b="1" dirty="0"/>
              <a:t>水</a:t>
            </a:r>
            <a:r>
              <a:rPr lang="en-US" altLang="ja-JP" sz="4000" b="1" dirty="0"/>
              <a:t>)@Zoom</a:t>
            </a:r>
          </a:p>
          <a:p>
            <a:r>
              <a:rPr lang="en-US" altLang="ja-JP" sz="4000" b="1" dirty="0"/>
              <a:t>19:00-22:00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出席予定：演出・演出助手・片岡・森田・霧島</a:t>
            </a:r>
            <a:endParaRPr lang="en-US" altLang="ja-JP" dirty="0"/>
          </a:p>
          <a:p>
            <a:endParaRPr lang="en-US" altLang="ja-JP" dirty="0"/>
          </a:p>
          <a:p>
            <a:r>
              <a:rPr lang="ja-JP" altLang="en-US" dirty="0"/>
              <a:t>滑舌チェック</a:t>
            </a:r>
            <a:r>
              <a:rPr lang="en-US" altLang="ja-JP" dirty="0"/>
              <a:t>(</a:t>
            </a:r>
            <a:r>
              <a:rPr lang="ja-JP" altLang="en-US" dirty="0"/>
              <a:t>活舌練習</a:t>
            </a:r>
            <a:r>
              <a:rPr lang="en-US" altLang="ja-JP" dirty="0"/>
              <a:t>pdf)…</a:t>
            </a:r>
            <a:r>
              <a:rPr lang="ja-JP" altLang="en-US" dirty="0"/>
              <a:t>奇数番目</a:t>
            </a:r>
            <a:r>
              <a:rPr lang="en-US" altLang="ja-JP" dirty="0"/>
              <a:t>(</a:t>
            </a:r>
            <a:r>
              <a:rPr lang="ja-JP" altLang="en-US" dirty="0"/>
              <a:t>三浦⇒小磯⇒藤居⇒吉川</a:t>
            </a:r>
            <a:r>
              <a:rPr lang="en-US" altLang="ja-JP" dirty="0"/>
              <a:t>)</a:t>
            </a:r>
          </a:p>
          <a:p>
            <a:r>
              <a:rPr lang="ja-JP" altLang="en-US" dirty="0"/>
              <a:t>テンション上げ</a:t>
            </a:r>
            <a:r>
              <a:rPr lang="en-US" altLang="ja-JP" dirty="0"/>
              <a:t>(</a:t>
            </a:r>
            <a:r>
              <a:rPr lang="ja-JP" altLang="en-US" dirty="0"/>
              <a:t>外郎売</a:t>
            </a:r>
            <a:r>
              <a:rPr lang="en-US" altLang="ja-JP" dirty="0"/>
              <a:t>)…</a:t>
            </a:r>
            <a:r>
              <a:rPr lang="ja-JP" altLang="en-US" dirty="0"/>
              <a:t>テンションが上がるように読んでください！！！</a:t>
            </a:r>
            <a:endParaRPr lang="en-US" altLang="ja-JP" dirty="0"/>
          </a:p>
          <a:p>
            <a:r>
              <a:rPr lang="ja-JP" altLang="en-US" dirty="0"/>
              <a:t>素読み</a:t>
            </a:r>
            <a:r>
              <a:rPr lang="en-US" altLang="ja-JP" dirty="0"/>
              <a:t>…</a:t>
            </a:r>
            <a:r>
              <a:rPr lang="ja-JP" altLang="en-US" dirty="0"/>
              <a:t>全体の時間確認など。　</a:t>
            </a:r>
            <a:r>
              <a:rPr lang="en-US" altLang="ja-JP" dirty="0"/>
              <a:t>※</a:t>
            </a:r>
            <a:r>
              <a:rPr lang="ja-JP" altLang="en-US" dirty="0"/>
              <a:t>録音予定</a:t>
            </a:r>
            <a:endParaRPr lang="en-US" altLang="ja-JP" dirty="0"/>
          </a:p>
          <a:p>
            <a:r>
              <a:rPr lang="ja-JP" altLang="en-US" dirty="0"/>
              <a:t>シーン１</a:t>
            </a:r>
            <a:r>
              <a:rPr lang="en-US" altLang="ja-JP" dirty="0"/>
              <a:t>…</a:t>
            </a:r>
            <a:r>
              <a:rPr lang="ja-JP" altLang="en-US" dirty="0"/>
              <a:t>返しアリ</a:t>
            </a:r>
            <a:r>
              <a:rPr lang="en-US" altLang="ja-JP" dirty="0"/>
              <a:t>(</a:t>
            </a:r>
            <a:r>
              <a:rPr lang="ja-JP" altLang="en-US" dirty="0"/>
              <a:t>時間余ってたら</a:t>
            </a:r>
            <a:r>
              <a:rPr lang="en-US" altLang="ja-JP" dirty="0"/>
              <a:t>)</a:t>
            </a:r>
            <a:r>
              <a:rPr lang="ja-JP" altLang="en-US" dirty="0"/>
              <a:t>　</a:t>
            </a:r>
            <a:r>
              <a:rPr lang="en-US" altLang="ja-JP" dirty="0"/>
              <a:t>※</a:t>
            </a:r>
            <a:r>
              <a:rPr lang="ja-JP" altLang="en-US" dirty="0"/>
              <a:t>録音するかも？</a:t>
            </a:r>
            <a:endParaRPr lang="en-US" altLang="ja-JP" dirty="0"/>
          </a:p>
          <a:p>
            <a:endParaRPr lang="en-US" altLang="ja-JP" dirty="0"/>
          </a:p>
          <a:p>
            <a:r>
              <a:rPr lang="en-US" altLang="ja-JP" dirty="0"/>
              <a:t>【</a:t>
            </a:r>
            <a:r>
              <a:rPr lang="ja-JP" altLang="en-US" dirty="0"/>
              <a:t>次回の予定</a:t>
            </a:r>
            <a:r>
              <a:rPr lang="en-US" altLang="ja-JP" dirty="0"/>
              <a:t>】12(</a:t>
            </a:r>
            <a:r>
              <a:rPr lang="ja-JP" altLang="en-US" dirty="0"/>
              <a:t>土</a:t>
            </a:r>
            <a:r>
              <a:rPr lang="en-US" altLang="ja-JP" dirty="0"/>
              <a:t>)9:00-12:00</a:t>
            </a:r>
            <a:r>
              <a:rPr lang="ja-JP" altLang="en-US" dirty="0"/>
              <a:t>：シーン</a:t>
            </a:r>
            <a:r>
              <a:rPr lang="en-US" altLang="ja-JP" dirty="0"/>
              <a:t>2~4</a:t>
            </a:r>
          </a:p>
          <a:p>
            <a:r>
              <a:rPr lang="ja-JP" altLang="en-US" dirty="0"/>
              <a:t>プチ宿題</a:t>
            </a:r>
            <a:r>
              <a:rPr lang="en-US" altLang="ja-JP" dirty="0"/>
              <a:t>(</a:t>
            </a:r>
            <a:r>
              <a:rPr lang="ja-JP" altLang="en-US" dirty="0"/>
              <a:t>予定</a:t>
            </a:r>
            <a:r>
              <a:rPr lang="en-US" altLang="ja-JP" dirty="0"/>
              <a:t>)…</a:t>
            </a:r>
            <a:r>
              <a:rPr lang="ja-JP" altLang="en-US" dirty="0"/>
              <a:t>腹筋、体力づくり、シーン４まで覚え練</a:t>
            </a:r>
            <a:endParaRPr lang="en-US" altLang="ja-JP" dirty="0"/>
          </a:p>
          <a:p>
            <a:r>
              <a:rPr lang="en-US" altLang="ja-JP" dirty="0"/>
              <a:t>※</a:t>
            </a:r>
            <a:r>
              <a:rPr lang="ja-JP" altLang="en-US" dirty="0"/>
              <a:t>通しは脚本を覚えて臨むものなので、目途にしてくれればと思います。</a:t>
            </a:r>
          </a:p>
        </p:txBody>
      </p:sp>
    </p:spTree>
    <p:extLst>
      <p:ext uri="{BB962C8B-B14F-4D97-AF65-F5344CB8AC3E}">
        <p14:creationId xmlns:p14="http://schemas.microsoft.com/office/powerpoint/2010/main" val="3541151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第２回稽古</a:t>
            </a:r>
            <a:r>
              <a:rPr lang="en-US" altLang="ja-JP" sz="4000" b="1" dirty="0"/>
              <a:t>:6/12(</a:t>
            </a:r>
            <a:r>
              <a:rPr lang="ja-JP" altLang="en-US" sz="4000" b="1" dirty="0"/>
              <a:t>土</a:t>
            </a:r>
            <a:r>
              <a:rPr lang="en-US" altLang="ja-JP" sz="4000" b="1" dirty="0"/>
              <a:t>)@Zoom</a:t>
            </a:r>
          </a:p>
          <a:p>
            <a:r>
              <a:rPr lang="en-US" altLang="ja-JP" sz="4000" b="1" dirty="0"/>
              <a:t>9:00-12:00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出席予定：演出・演出助手・片岡・森田・霧島・小木</a:t>
            </a:r>
            <a:endParaRPr lang="en-US" altLang="ja-JP" dirty="0"/>
          </a:p>
          <a:p>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偶数番目</a:t>
            </a:r>
            <a:r>
              <a:rPr lang="en-US" altLang="ja-JP" dirty="0"/>
              <a:t>(</a:t>
            </a:r>
            <a:r>
              <a:rPr lang="ja-JP" altLang="en-US" dirty="0"/>
              <a:t>藤居⇒堂後⇒小磯⇒渡辺⇒三浦</a:t>
            </a:r>
            <a:r>
              <a:rPr lang="en-US" altLang="ja-JP" dirty="0"/>
              <a:t>)</a:t>
            </a:r>
          </a:p>
          <a:p>
            <a:r>
              <a:rPr lang="ja-JP" altLang="en-US" dirty="0"/>
              <a:t>テンション上げ</a:t>
            </a:r>
            <a:r>
              <a:rPr lang="en-US" altLang="ja-JP" dirty="0"/>
              <a:t>(</a:t>
            </a:r>
            <a:r>
              <a:rPr lang="ja-JP" altLang="en-US" dirty="0"/>
              <a:t>外郎売</a:t>
            </a:r>
            <a:r>
              <a:rPr lang="en-US" altLang="ja-JP" dirty="0"/>
              <a:t>)…</a:t>
            </a:r>
            <a:r>
              <a:rPr lang="ja-JP" altLang="en-US" dirty="0"/>
              <a:t>テンションが上がるように！！！</a:t>
            </a:r>
            <a:endParaRPr lang="en-US" altLang="ja-JP" dirty="0"/>
          </a:p>
          <a:p>
            <a:r>
              <a:rPr lang="ja-JP" altLang="en-US" dirty="0"/>
              <a:t>シーン</a:t>
            </a:r>
            <a:r>
              <a:rPr lang="en-US" altLang="ja-JP" dirty="0"/>
              <a:t>2-4…</a:t>
            </a:r>
            <a:r>
              <a:rPr lang="ja-JP" altLang="en-US" dirty="0"/>
              <a:t>返しアリ　</a:t>
            </a:r>
            <a:r>
              <a:rPr lang="en-US" altLang="ja-JP" dirty="0"/>
              <a:t>※</a:t>
            </a:r>
            <a:r>
              <a:rPr lang="ja-JP" altLang="en-US" dirty="0"/>
              <a:t>録音予定</a:t>
            </a:r>
            <a:r>
              <a:rPr lang="ja-JP" altLang="en-US" dirty="0">
                <a:solidFill>
                  <a:srgbClr val="FF0000"/>
                </a:solidFill>
              </a:rPr>
              <a:t>⇐４は予備日にもう一回</a:t>
            </a:r>
            <a:endParaRPr lang="en-US" altLang="ja-JP" dirty="0">
              <a:solidFill>
                <a:srgbClr val="FF0000"/>
              </a:solidFill>
            </a:endParaRPr>
          </a:p>
          <a:p>
            <a:r>
              <a:rPr lang="en-US" altLang="ja-JP" dirty="0"/>
              <a:t>(</a:t>
            </a:r>
            <a:r>
              <a:rPr lang="ja-JP" altLang="en-US" dirty="0"/>
              <a:t>自分が登場しないシーン中は覚え練やテーブル稽古など詰めていると◎</a:t>
            </a:r>
            <a:r>
              <a:rPr lang="en-US" altLang="ja-JP" dirty="0"/>
              <a:t>)</a:t>
            </a:r>
          </a:p>
          <a:p>
            <a:endParaRPr lang="en-US" altLang="ja-JP" dirty="0"/>
          </a:p>
          <a:p>
            <a:r>
              <a:rPr lang="en-US" altLang="ja-JP" dirty="0"/>
              <a:t>【</a:t>
            </a:r>
            <a:r>
              <a:rPr lang="ja-JP" altLang="en-US" dirty="0"/>
              <a:t>次回の予定</a:t>
            </a:r>
            <a:r>
              <a:rPr lang="en-US" altLang="ja-JP" dirty="0"/>
              <a:t>】</a:t>
            </a:r>
            <a:r>
              <a:rPr lang="ja-JP" altLang="en-US" dirty="0"/>
              <a:t>、</a:t>
            </a:r>
            <a:r>
              <a:rPr lang="en-US" altLang="ja-JP" dirty="0"/>
              <a:t>13(</a:t>
            </a:r>
            <a:r>
              <a:rPr lang="ja-JP" altLang="en-US" dirty="0"/>
              <a:t>日</a:t>
            </a:r>
            <a:r>
              <a:rPr lang="en-US" altLang="ja-JP" dirty="0"/>
              <a:t>)9:00-12:00</a:t>
            </a:r>
            <a:r>
              <a:rPr lang="ja-JP" altLang="en-US" dirty="0"/>
              <a:t>：シーン</a:t>
            </a:r>
            <a:r>
              <a:rPr lang="en-US" altLang="ja-JP" dirty="0"/>
              <a:t>5~8</a:t>
            </a:r>
          </a:p>
          <a:p>
            <a:r>
              <a:rPr lang="ja-JP" altLang="en-US" dirty="0"/>
              <a:t>プチ宿題</a:t>
            </a:r>
            <a:r>
              <a:rPr lang="en-US" altLang="ja-JP" dirty="0"/>
              <a:t>…</a:t>
            </a:r>
            <a:r>
              <a:rPr lang="ja-JP" altLang="en-US" dirty="0"/>
              <a:t>腹筋、体力づくり、シーン</a:t>
            </a:r>
            <a:r>
              <a:rPr lang="en-US" altLang="ja-JP" dirty="0"/>
              <a:t>8</a:t>
            </a:r>
            <a:r>
              <a:rPr lang="ja-JP" altLang="en-US" dirty="0"/>
              <a:t>まで覚え練</a:t>
            </a:r>
            <a:r>
              <a:rPr lang="en-US" altLang="ja-JP" dirty="0"/>
              <a:t>(</a:t>
            </a:r>
            <a:r>
              <a:rPr lang="ja-JP" altLang="en-US" dirty="0"/>
              <a:t>１日で？！</a:t>
            </a:r>
            <a:r>
              <a:rPr lang="en-US" altLang="ja-JP" dirty="0"/>
              <a:t>)</a:t>
            </a:r>
          </a:p>
          <a:p>
            <a:r>
              <a:rPr lang="en-US" altLang="ja-JP" dirty="0"/>
              <a:t>※</a:t>
            </a:r>
            <a:r>
              <a:rPr lang="ja-JP" altLang="en-US" dirty="0"/>
              <a:t>通しは脚本を覚えて臨むものなので、目途にしてくれればと思います。</a:t>
            </a:r>
          </a:p>
        </p:txBody>
      </p:sp>
    </p:spTree>
    <p:extLst>
      <p:ext uri="{BB962C8B-B14F-4D97-AF65-F5344CB8AC3E}">
        <p14:creationId xmlns:p14="http://schemas.microsoft.com/office/powerpoint/2010/main" val="208452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第３回稽古</a:t>
            </a:r>
            <a:r>
              <a:rPr lang="en-US" altLang="ja-JP" sz="4000" b="1" dirty="0"/>
              <a:t>:6/13(</a:t>
            </a:r>
            <a:r>
              <a:rPr lang="ja-JP" altLang="en-US" sz="4000" b="1" dirty="0"/>
              <a:t>日</a:t>
            </a:r>
            <a:r>
              <a:rPr lang="en-US" altLang="ja-JP" sz="4000" b="1" dirty="0"/>
              <a:t>)@Zoom</a:t>
            </a:r>
          </a:p>
          <a:p>
            <a:r>
              <a:rPr lang="en-US" altLang="ja-JP" sz="4000" b="1" dirty="0"/>
              <a:t>9:00-12:00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出席予定：演出・演出助手・片岡・森田・霧島・小木</a:t>
            </a:r>
            <a:r>
              <a:rPr lang="en-US" altLang="ja-JP" dirty="0"/>
              <a:t>(10</a:t>
            </a:r>
            <a:r>
              <a:rPr lang="ja-JP" altLang="en-US" dirty="0"/>
              <a:t>時まで</a:t>
            </a:r>
            <a:r>
              <a:rPr lang="en-US" altLang="ja-JP" dirty="0"/>
              <a:t>)</a:t>
            </a:r>
          </a:p>
          <a:p>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奇数番目をみんなで三回ずつ読もう！</a:t>
            </a:r>
            <a:endParaRPr lang="en-US" altLang="ja-JP" dirty="0"/>
          </a:p>
          <a:p>
            <a:r>
              <a:rPr lang="ja-JP" altLang="en-US" dirty="0"/>
              <a:t>テンション上げはお休みです</a:t>
            </a:r>
            <a:r>
              <a:rPr lang="en-US" altLang="ja-JP" dirty="0"/>
              <a:t>(˘ω˘)</a:t>
            </a:r>
            <a:r>
              <a:rPr lang="en-US" altLang="ja-JP" dirty="0" err="1"/>
              <a:t>zZ</a:t>
            </a:r>
            <a:r>
              <a:rPr lang="ja-JP" altLang="en-US" dirty="0"/>
              <a:t>。</a:t>
            </a:r>
            <a:endParaRPr lang="en-US" altLang="ja-JP" dirty="0"/>
          </a:p>
          <a:p>
            <a:r>
              <a:rPr lang="ja-JP" altLang="en-US" dirty="0"/>
              <a:t>シーン</a:t>
            </a:r>
            <a:r>
              <a:rPr lang="en-US" altLang="ja-JP" dirty="0"/>
              <a:t>8,5-7…</a:t>
            </a:r>
            <a:r>
              <a:rPr lang="ja-JP" altLang="en-US" dirty="0"/>
              <a:t>返しアリ　</a:t>
            </a:r>
            <a:r>
              <a:rPr lang="en-US" altLang="ja-JP" dirty="0"/>
              <a:t>※</a:t>
            </a:r>
            <a:r>
              <a:rPr lang="ja-JP" altLang="en-US" dirty="0"/>
              <a:t>録音予定</a:t>
            </a:r>
            <a:endParaRPr lang="en-US" altLang="ja-JP" dirty="0"/>
          </a:p>
          <a:p>
            <a:r>
              <a:rPr lang="en-US" altLang="ja-JP" dirty="0"/>
              <a:t>(</a:t>
            </a:r>
            <a:r>
              <a:rPr lang="ja-JP" altLang="en-US" dirty="0"/>
              <a:t>自分が登場しないシーン中は覚え練やテーブル稽古など詰めていると◎</a:t>
            </a:r>
            <a:r>
              <a:rPr lang="en-US" altLang="ja-JP" dirty="0"/>
              <a:t>)</a:t>
            </a:r>
          </a:p>
          <a:p>
            <a:endParaRPr lang="en-US" altLang="ja-JP" dirty="0"/>
          </a:p>
          <a:p>
            <a:r>
              <a:rPr lang="en-US" altLang="ja-JP" dirty="0"/>
              <a:t>【</a:t>
            </a:r>
            <a:r>
              <a:rPr lang="ja-JP" altLang="en-US" dirty="0"/>
              <a:t>次回の予定</a:t>
            </a:r>
            <a:r>
              <a:rPr lang="en-US" altLang="ja-JP" dirty="0"/>
              <a:t>】</a:t>
            </a:r>
            <a:r>
              <a:rPr lang="ja-JP" altLang="en-US" dirty="0">
                <a:solidFill>
                  <a:srgbClr val="FF0000"/>
                </a:solidFill>
              </a:rPr>
              <a:t>本日夜は決起会</a:t>
            </a:r>
            <a:r>
              <a:rPr lang="ja-JP" altLang="en-US" dirty="0"/>
              <a:t>、</a:t>
            </a:r>
            <a:r>
              <a:rPr lang="en-US" altLang="ja-JP" dirty="0"/>
              <a:t>16(</a:t>
            </a:r>
            <a:r>
              <a:rPr lang="ja-JP" altLang="en-US" dirty="0"/>
              <a:t>水</a:t>
            </a:r>
            <a:r>
              <a:rPr lang="en-US" altLang="ja-JP" dirty="0"/>
              <a:t>)19:00-22:00</a:t>
            </a:r>
            <a:r>
              <a:rPr lang="ja-JP" altLang="en-US" dirty="0"/>
              <a:t>：シーン</a:t>
            </a:r>
            <a:r>
              <a:rPr lang="en-US" altLang="ja-JP" dirty="0"/>
              <a:t>10~13(9</a:t>
            </a:r>
            <a:r>
              <a:rPr lang="ja-JP" altLang="en-US" dirty="0"/>
              <a:t>スキップ</a:t>
            </a:r>
            <a:r>
              <a:rPr lang="en-US" altLang="ja-JP" dirty="0"/>
              <a:t>)</a:t>
            </a:r>
          </a:p>
          <a:p>
            <a:r>
              <a:rPr lang="ja-JP" altLang="en-US" dirty="0"/>
              <a:t>プチ宿題</a:t>
            </a:r>
            <a:r>
              <a:rPr lang="en-US" altLang="ja-JP" dirty="0"/>
              <a:t>…</a:t>
            </a:r>
            <a:r>
              <a:rPr lang="ja-JP" altLang="en-US" dirty="0"/>
              <a:t>滑舌、腹筋、体力づくり、シーン</a:t>
            </a:r>
            <a:r>
              <a:rPr lang="en-US" altLang="ja-JP" dirty="0"/>
              <a:t>13</a:t>
            </a:r>
            <a:r>
              <a:rPr lang="ja-JP" altLang="en-US" dirty="0"/>
              <a:t>まで覚え練</a:t>
            </a:r>
            <a:endParaRPr lang="en-US" altLang="ja-JP" dirty="0"/>
          </a:p>
          <a:p>
            <a:r>
              <a:rPr lang="en-US" altLang="ja-JP" dirty="0"/>
              <a:t>※</a:t>
            </a:r>
            <a:r>
              <a:rPr lang="ja-JP" altLang="en-US" dirty="0"/>
              <a:t>通しは脚本を覚えて臨むものなので、目途にしてくれればと思います。</a:t>
            </a:r>
          </a:p>
        </p:txBody>
      </p:sp>
    </p:spTree>
    <p:extLst>
      <p:ext uri="{BB962C8B-B14F-4D97-AF65-F5344CB8AC3E}">
        <p14:creationId xmlns:p14="http://schemas.microsoft.com/office/powerpoint/2010/main" val="873639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第４回稽古</a:t>
            </a:r>
            <a:r>
              <a:rPr lang="en-US" altLang="ja-JP" sz="4000" b="1" dirty="0"/>
              <a:t>:6/16(</a:t>
            </a:r>
            <a:r>
              <a:rPr lang="ja-JP" altLang="en-US" sz="4000" b="1" dirty="0"/>
              <a:t>水</a:t>
            </a:r>
            <a:r>
              <a:rPr lang="en-US" altLang="ja-JP" sz="4000" b="1" dirty="0"/>
              <a:t>)@Zoom</a:t>
            </a:r>
          </a:p>
          <a:p>
            <a:r>
              <a:rPr lang="en-US" altLang="ja-JP" sz="4000" b="1" dirty="0"/>
              <a:t>19:00-22:00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出席：演出・演出助手・片岡・森田・霧島</a:t>
            </a:r>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偶数番目</a:t>
            </a:r>
            <a:r>
              <a:rPr lang="en-US" altLang="ja-JP" dirty="0"/>
              <a:t>(</a:t>
            </a:r>
            <a:r>
              <a:rPr lang="ja-JP" altLang="en-US" dirty="0"/>
              <a:t>小磯⇒吉川⇒三浦⇒藤居</a:t>
            </a:r>
            <a:r>
              <a:rPr lang="en-US" altLang="ja-JP" dirty="0"/>
              <a:t>)</a:t>
            </a:r>
          </a:p>
          <a:p>
            <a:r>
              <a:rPr lang="ja-JP" altLang="en-US" dirty="0"/>
              <a:t>テンション上げ</a:t>
            </a:r>
            <a:r>
              <a:rPr lang="en-US" altLang="ja-JP" dirty="0"/>
              <a:t>(</a:t>
            </a:r>
            <a:r>
              <a:rPr lang="ja-JP" altLang="en-US" dirty="0"/>
              <a:t>外郎売</a:t>
            </a:r>
            <a:r>
              <a:rPr lang="en-US" altLang="ja-JP" dirty="0"/>
              <a:t>)…</a:t>
            </a:r>
            <a:r>
              <a:rPr lang="ja-JP" altLang="en-US" dirty="0"/>
              <a:t>テンションが上がるように！！！</a:t>
            </a:r>
            <a:endParaRPr lang="en-US" altLang="ja-JP" dirty="0"/>
          </a:p>
          <a:p>
            <a:r>
              <a:rPr lang="ja-JP" altLang="en-US" dirty="0"/>
              <a:t>シーン</a:t>
            </a:r>
            <a:r>
              <a:rPr lang="en-US" altLang="ja-JP" dirty="0"/>
              <a:t>10,11</a:t>
            </a:r>
            <a:r>
              <a:rPr lang="ja-JP" altLang="en-US" dirty="0"/>
              <a:t>後半</a:t>
            </a:r>
            <a:r>
              <a:rPr lang="en-US" altLang="ja-JP" dirty="0"/>
              <a:t>,12,13…</a:t>
            </a:r>
            <a:r>
              <a:rPr lang="ja-JP" altLang="en-US" dirty="0"/>
              <a:t>返しアリ　</a:t>
            </a:r>
            <a:r>
              <a:rPr lang="en-US" altLang="ja-JP" dirty="0"/>
              <a:t>※</a:t>
            </a:r>
            <a:r>
              <a:rPr lang="ja-JP" altLang="en-US" dirty="0"/>
              <a:t>録音予定</a:t>
            </a:r>
            <a:r>
              <a:rPr lang="ja-JP" altLang="en-US" dirty="0">
                <a:solidFill>
                  <a:srgbClr val="FF0000"/>
                </a:solidFill>
              </a:rPr>
              <a:t> </a:t>
            </a:r>
            <a:endParaRPr lang="en-US" altLang="ja-JP" dirty="0">
              <a:solidFill>
                <a:srgbClr val="FF0000"/>
              </a:solidFill>
            </a:endParaRPr>
          </a:p>
          <a:p>
            <a:r>
              <a:rPr lang="en-US" altLang="ja-JP" dirty="0"/>
              <a:t>(</a:t>
            </a:r>
            <a:r>
              <a:rPr lang="ja-JP" altLang="en-US" dirty="0"/>
              <a:t>自分が登場しないシーン中は覚え練やテーブル稽古など詰めていると◎</a:t>
            </a:r>
            <a:r>
              <a:rPr lang="en-US" altLang="ja-JP" dirty="0"/>
              <a:t>)</a:t>
            </a:r>
          </a:p>
          <a:p>
            <a:endParaRPr lang="en-US" altLang="ja-JP" dirty="0"/>
          </a:p>
          <a:p>
            <a:r>
              <a:rPr lang="en-US" altLang="ja-JP" dirty="0"/>
              <a:t>【</a:t>
            </a:r>
            <a:r>
              <a:rPr lang="ja-JP" altLang="en-US" dirty="0"/>
              <a:t>次回の予定</a:t>
            </a:r>
            <a:r>
              <a:rPr lang="en-US" altLang="ja-JP" dirty="0"/>
              <a:t>】19(</a:t>
            </a:r>
            <a:r>
              <a:rPr lang="ja-JP" altLang="en-US" dirty="0"/>
              <a:t>土</a:t>
            </a:r>
            <a:r>
              <a:rPr lang="en-US" altLang="ja-JP" dirty="0"/>
              <a:t>)9:00-12:00</a:t>
            </a:r>
            <a:r>
              <a:rPr lang="ja-JP" altLang="en-US" dirty="0"/>
              <a:t>：シーン</a:t>
            </a:r>
            <a:r>
              <a:rPr lang="en-US" altLang="ja-JP" dirty="0"/>
              <a:t>11</a:t>
            </a:r>
            <a:r>
              <a:rPr lang="ja-JP" altLang="en-US" dirty="0"/>
              <a:t>前半</a:t>
            </a:r>
            <a:r>
              <a:rPr lang="en-US" altLang="ja-JP" dirty="0"/>
              <a:t>,14~16</a:t>
            </a:r>
          </a:p>
          <a:p>
            <a:r>
              <a:rPr lang="ja-JP" altLang="en-US" dirty="0"/>
              <a:t>プチ宿題</a:t>
            </a:r>
            <a:r>
              <a:rPr lang="en-US" altLang="ja-JP" dirty="0"/>
              <a:t>…</a:t>
            </a:r>
            <a:r>
              <a:rPr lang="ja-JP" altLang="en-US" dirty="0">
                <a:solidFill>
                  <a:srgbClr val="FF0000"/>
                </a:solidFill>
              </a:rPr>
              <a:t>テーブル稽古・七月の予定送信</a:t>
            </a:r>
            <a:r>
              <a:rPr lang="en-US" altLang="ja-JP" dirty="0">
                <a:solidFill>
                  <a:srgbClr val="FF0000"/>
                </a:solidFill>
              </a:rPr>
              <a:t>(</a:t>
            </a:r>
            <a:r>
              <a:rPr lang="ja-JP" altLang="en-US" dirty="0">
                <a:solidFill>
                  <a:srgbClr val="FF0000"/>
                </a:solidFill>
              </a:rPr>
              <a:t>対面なので注意</a:t>
            </a:r>
            <a:r>
              <a:rPr lang="en-US" altLang="ja-JP" dirty="0">
                <a:solidFill>
                  <a:srgbClr val="FF0000"/>
                </a:solidFill>
              </a:rPr>
              <a:t>)</a:t>
            </a:r>
            <a:r>
              <a:rPr lang="ja-JP" altLang="en-US" dirty="0">
                <a:solidFill>
                  <a:srgbClr val="FF0000"/>
                </a:solidFill>
              </a:rPr>
              <a:t>：</a:t>
            </a:r>
            <a:r>
              <a:rPr lang="en-US" altLang="ja-JP" dirty="0">
                <a:solidFill>
                  <a:srgbClr val="FF0000"/>
                </a:solidFill>
              </a:rPr>
              <a:t>6/19</a:t>
            </a:r>
            <a:r>
              <a:rPr lang="ja-JP" altLang="en-US" dirty="0">
                <a:solidFill>
                  <a:srgbClr val="FF0000"/>
                </a:solidFill>
              </a:rPr>
              <a:t>〆</a:t>
            </a:r>
            <a:r>
              <a:rPr lang="ja-JP" altLang="en-US" dirty="0"/>
              <a:t>、</a:t>
            </a:r>
            <a:endParaRPr lang="en-US" altLang="ja-JP" dirty="0"/>
          </a:p>
          <a:p>
            <a:r>
              <a:rPr lang="ja-JP" altLang="en-US" dirty="0"/>
              <a:t>滑舌、腹筋、体力づくり、シーン</a:t>
            </a:r>
            <a:r>
              <a:rPr lang="en-US" altLang="ja-JP" dirty="0"/>
              <a:t>16</a:t>
            </a:r>
            <a:r>
              <a:rPr lang="ja-JP" altLang="en-US" dirty="0"/>
              <a:t>まで覚え練</a:t>
            </a:r>
            <a:endParaRPr lang="en-US" altLang="ja-JP" dirty="0"/>
          </a:p>
          <a:p>
            <a:r>
              <a:rPr lang="en-US" altLang="ja-JP" dirty="0"/>
              <a:t>※</a:t>
            </a:r>
            <a:r>
              <a:rPr lang="ja-JP" altLang="en-US" dirty="0"/>
              <a:t>通しは脚本を覚えて臨むものなので、目途にしてくれればと思います。</a:t>
            </a:r>
          </a:p>
        </p:txBody>
      </p:sp>
    </p:spTree>
    <p:extLst>
      <p:ext uri="{BB962C8B-B14F-4D97-AF65-F5344CB8AC3E}">
        <p14:creationId xmlns:p14="http://schemas.microsoft.com/office/powerpoint/2010/main" val="2671601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第５回稽古</a:t>
            </a:r>
            <a:r>
              <a:rPr lang="en-US" altLang="ja-JP" sz="4000" b="1" dirty="0"/>
              <a:t>:6/19(</a:t>
            </a:r>
            <a:r>
              <a:rPr lang="ja-JP" altLang="en-US" sz="4000" b="1" dirty="0"/>
              <a:t>土</a:t>
            </a:r>
            <a:r>
              <a:rPr lang="en-US" altLang="ja-JP" sz="4000" b="1" dirty="0"/>
              <a:t>)@Zoom</a:t>
            </a:r>
          </a:p>
          <a:p>
            <a:r>
              <a:rPr lang="en-US" altLang="ja-JP" sz="4000" b="1" dirty="0"/>
              <a:t>9:00-12:00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出席予定：演出・演出助手・片岡・森田・霧島・小木</a:t>
            </a:r>
            <a:endParaRPr lang="en-US" altLang="ja-JP" dirty="0"/>
          </a:p>
          <a:p>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奇数番目</a:t>
            </a:r>
            <a:r>
              <a:rPr lang="en-US" altLang="ja-JP" dirty="0"/>
              <a:t>(</a:t>
            </a:r>
            <a:r>
              <a:rPr lang="ja-JP" altLang="en-US" dirty="0"/>
              <a:t>小磯⇒渡辺⇒三浦⇒藤居⇒堂後</a:t>
            </a:r>
            <a:r>
              <a:rPr lang="en-US" altLang="ja-JP" dirty="0"/>
              <a:t>)</a:t>
            </a:r>
          </a:p>
          <a:p>
            <a:r>
              <a:rPr lang="ja-JP" altLang="en-US" dirty="0"/>
              <a:t>テンション上げ</a:t>
            </a:r>
            <a:r>
              <a:rPr lang="en-US" altLang="ja-JP" dirty="0"/>
              <a:t>(</a:t>
            </a:r>
            <a:r>
              <a:rPr lang="ja-JP" altLang="en-US" dirty="0"/>
              <a:t>ミャンマー</a:t>
            </a:r>
            <a:r>
              <a:rPr lang="en-US" altLang="ja-JP" dirty="0"/>
              <a:t>)…</a:t>
            </a:r>
            <a:r>
              <a:rPr lang="ja-JP" altLang="en-US" dirty="0"/>
              <a:t>テンション上げたいので巻いてこう！</a:t>
            </a:r>
            <a:r>
              <a:rPr lang="en-US" altLang="ja-JP" dirty="0"/>
              <a:t>(</a:t>
            </a:r>
            <a:r>
              <a:rPr lang="ja-JP" altLang="en-US" dirty="0"/>
              <a:t>？</a:t>
            </a:r>
            <a:r>
              <a:rPr lang="en-US" altLang="ja-JP" dirty="0"/>
              <a:t>)</a:t>
            </a:r>
          </a:p>
          <a:p>
            <a:r>
              <a:rPr lang="ja-JP" altLang="en-US" dirty="0"/>
              <a:t>シーン</a:t>
            </a:r>
            <a:r>
              <a:rPr lang="en-US" altLang="ja-JP" dirty="0"/>
              <a:t>11</a:t>
            </a:r>
            <a:r>
              <a:rPr lang="ja-JP" altLang="en-US" dirty="0"/>
              <a:t>前半</a:t>
            </a:r>
            <a:r>
              <a:rPr lang="en-US" altLang="ja-JP" dirty="0"/>
              <a:t>,14-16…</a:t>
            </a:r>
            <a:r>
              <a:rPr lang="ja-JP" altLang="en-US" dirty="0"/>
              <a:t>返しアリ　</a:t>
            </a:r>
            <a:r>
              <a:rPr lang="en-US" altLang="ja-JP" dirty="0"/>
              <a:t>※</a:t>
            </a:r>
            <a:r>
              <a:rPr lang="ja-JP" altLang="en-US" dirty="0"/>
              <a:t>録音予定</a:t>
            </a:r>
            <a:r>
              <a:rPr lang="ja-JP" altLang="en-US" dirty="0">
                <a:solidFill>
                  <a:srgbClr val="FF0000"/>
                </a:solidFill>
              </a:rPr>
              <a:t> </a:t>
            </a:r>
            <a:endParaRPr lang="en-US" altLang="ja-JP" dirty="0">
              <a:solidFill>
                <a:srgbClr val="FF0000"/>
              </a:solidFill>
            </a:endParaRPr>
          </a:p>
          <a:p>
            <a:r>
              <a:rPr lang="en-US" altLang="ja-JP" dirty="0"/>
              <a:t>(</a:t>
            </a:r>
            <a:r>
              <a:rPr lang="ja-JP" altLang="en-US" dirty="0"/>
              <a:t>自分が登場しないシーン中は覚え練やテーブル稽古など詰めていると◎</a:t>
            </a:r>
            <a:r>
              <a:rPr lang="en-US" altLang="ja-JP" dirty="0"/>
              <a:t>)</a:t>
            </a:r>
          </a:p>
          <a:p>
            <a:endParaRPr lang="en-US" altLang="ja-JP" dirty="0"/>
          </a:p>
          <a:p>
            <a:r>
              <a:rPr lang="en-US" altLang="ja-JP" dirty="0"/>
              <a:t>【</a:t>
            </a:r>
            <a:r>
              <a:rPr lang="ja-JP" altLang="en-US" dirty="0"/>
              <a:t>次回の予定</a:t>
            </a:r>
            <a:r>
              <a:rPr lang="en-US" altLang="ja-JP" dirty="0"/>
              <a:t>】20(</a:t>
            </a:r>
            <a:r>
              <a:rPr lang="ja-JP" altLang="en-US" dirty="0"/>
              <a:t>日</a:t>
            </a:r>
            <a:r>
              <a:rPr lang="en-US" altLang="ja-JP" dirty="0"/>
              <a:t>)9:00-12:00</a:t>
            </a:r>
            <a:r>
              <a:rPr lang="ja-JP" altLang="en-US" dirty="0"/>
              <a:t>：予備日</a:t>
            </a:r>
            <a:endParaRPr lang="en-US" altLang="ja-JP" dirty="0"/>
          </a:p>
          <a:p>
            <a:r>
              <a:rPr lang="ja-JP" altLang="en-US" dirty="0"/>
              <a:t>プチ宿題</a:t>
            </a:r>
            <a:r>
              <a:rPr lang="en-US" altLang="ja-JP" dirty="0"/>
              <a:t>…</a:t>
            </a:r>
            <a:r>
              <a:rPr lang="ja-JP" altLang="en-US" dirty="0"/>
              <a:t>滑舌、腹筋、体力づくり、自分のシーン覚え練</a:t>
            </a:r>
            <a:endParaRPr lang="en-US" altLang="ja-JP" dirty="0"/>
          </a:p>
          <a:p>
            <a:r>
              <a:rPr lang="en-US" altLang="ja-JP" dirty="0"/>
              <a:t>※</a:t>
            </a:r>
            <a:r>
              <a:rPr lang="ja-JP" altLang="en-US" dirty="0"/>
              <a:t>通しは脚本を覚えて臨むものなので、目途にしてくれればと思います。</a:t>
            </a:r>
          </a:p>
        </p:txBody>
      </p:sp>
    </p:spTree>
    <p:extLst>
      <p:ext uri="{BB962C8B-B14F-4D97-AF65-F5344CB8AC3E}">
        <p14:creationId xmlns:p14="http://schemas.microsoft.com/office/powerpoint/2010/main" val="1950081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第６回稽古</a:t>
            </a:r>
            <a:r>
              <a:rPr lang="en-US" altLang="ja-JP" sz="4000" b="1" dirty="0"/>
              <a:t>:6/20(</a:t>
            </a:r>
            <a:r>
              <a:rPr lang="ja-JP" altLang="en-US" sz="4000" b="1" dirty="0"/>
              <a:t>日</a:t>
            </a:r>
            <a:r>
              <a:rPr lang="en-US" altLang="ja-JP" sz="4000" b="1" dirty="0"/>
              <a:t>)@Zoom</a:t>
            </a:r>
          </a:p>
          <a:p>
            <a:r>
              <a:rPr lang="en-US" altLang="ja-JP" sz="4000" b="1" dirty="0"/>
              <a:t>9:00-12:00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出席予定：演出・演出助手・片岡・森田・霧島・小木</a:t>
            </a:r>
            <a:endParaRPr lang="en-US" altLang="ja-JP" dirty="0"/>
          </a:p>
          <a:p>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偶数番目</a:t>
            </a:r>
            <a:r>
              <a:rPr lang="en-US" altLang="ja-JP" dirty="0"/>
              <a:t>(</a:t>
            </a:r>
            <a:r>
              <a:rPr lang="ja-JP" altLang="en-US" dirty="0"/>
              <a:t>渡辺⇒三浦⇒藤居⇒堂後⇒小磯</a:t>
            </a:r>
            <a:r>
              <a:rPr lang="en-US" altLang="ja-JP" dirty="0"/>
              <a:t>)</a:t>
            </a:r>
          </a:p>
          <a:p>
            <a:r>
              <a:rPr lang="ja-JP" altLang="en-US" dirty="0"/>
              <a:t>テンション上げ</a:t>
            </a:r>
            <a:r>
              <a:rPr lang="en-US" altLang="ja-JP" dirty="0"/>
              <a:t>(</a:t>
            </a:r>
            <a:r>
              <a:rPr lang="ja-JP" altLang="en-US" dirty="0"/>
              <a:t>以心伝心</a:t>
            </a:r>
            <a:r>
              <a:rPr lang="en-US" altLang="ja-JP" dirty="0"/>
              <a:t>)…</a:t>
            </a:r>
            <a:r>
              <a:rPr lang="ja-JP" altLang="en-US" dirty="0"/>
              <a:t>テンションが上がってください！</a:t>
            </a:r>
            <a:endParaRPr lang="en-US" altLang="ja-JP" dirty="0"/>
          </a:p>
          <a:p>
            <a:r>
              <a:rPr lang="ja-JP" altLang="en-US" dirty="0"/>
              <a:t>シーン</a:t>
            </a:r>
            <a:r>
              <a:rPr lang="en-US" altLang="ja-JP" dirty="0"/>
              <a:t>2,(4</a:t>
            </a:r>
            <a:r>
              <a:rPr lang="ja-JP" altLang="en-US" dirty="0"/>
              <a:t>の片岡の理想</a:t>
            </a:r>
            <a:r>
              <a:rPr lang="en-US" altLang="ja-JP" dirty="0"/>
              <a:t>),8,…</a:t>
            </a:r>
            <a:r>
              <a:rPr lang="ja-JP" altLang="en-US" dirty="0"/>
              <a:t>返しアリ　</a:t>
            </a:r>
            <a:r>
              <a:rPr lang="en-US" altLang="ja-JP" dirty="0"/>
              <a:t>※</a:t>
            </a:r>
            <a:r>
              <a:rPr lang="ja-JP" altLang="en-US" dirty="0"/>
              <a:t>録音予定</a:t>
            </a:r>
            <a:endParaRPr lang="en-US" altLang="ja-JP" dirty="0"/>
          </a:p>
          <a:p>
            <a:r>
              <a:rPr lang="ja-JP" altLang="en-US" dirty="0">
                <a:solidFill>
                  <a:srgbClr val="FF0000"/>
                </a:solidFill>
              </a:rPr>
              <a:t>時間が余ればテーブル稽古の返し的なやつ </a:t>
            </a:r>
            <a:endParaRPr lang="en-US" altLang="ja-JP" dirty="0">
              <a:solidFill>
                <a:srgbClr val="FF0000"/>
              </a:solidFill>
            </a:endParaRPr>
          </a:p>
          <a:p>
            <a:r>
              <a:rPr lang="en-US" altLang="ja-JP" dirty="0"/>
              <a:t>(</a:t>
            </a:r>
            <a:r>
              <a:rPr lang="ja-JP" altLang="en-US" dirty="0"/>
              <a:t>自分が登場しないシーン中は覚え練やテーブル稽古など詰めていると◎</a:t>
            </a:r>
            <a:r>
              <a:rPr lang="en-US" altLang="ja-JP" dirty="0"/>
              <a:t>)</a:t>
            </a:r>
          </a:p>
          <a:p>
            <a:endParaRPr lang="en-US" altLang="ja-JP" dirty="0"/>
          </a:p>
          <a:p>
            <a:r>
              <a:rPr lang="en-US" altLang="ja-JP" dirty="0"/>
              <a:t>【</a:t>
            </a:r>
            <a:r>
              <a:rPr lang="ja-JP" altLang="en-US" dirty="0"/>
              <a:t>次回の予定</a:t>
            </a:r>
            <a:r>
              <a:rPr lang="en-US" altLang="ja-JP" dirty="0"/>
              <a:t>】</a:t>
            </a:r>
            <a:r>
              <a:rPr lang="ja-JP" altLang="en-US" dirty="0">
                <a:solidFill>
                  <a:srgbClr val="FF0000"/>
                </a:solidFill>
              </a:rPr>
              <a:t>本日スタッフ会議</a:t>
            </a:r>
            <a:r>
              <a:rPr lang="en-US" altLang="ja-JP" dirty="0">
                <a:solidFill>
                  <a:srgbClr val="FF0000"/>
                </a:solidFill>
              </a:rPr>
              <a:t>(</a:t>
            </a:r>
            <a:r>
              <a:rPr lang="ja-JP" altLang="en-US" dirty="0">
                <a:solidFill>
                  <a:srgbClr val="FF0000"/>
                </a:solidFill>
              </a:rPr>
              <a:t>キャストは任意</a:t>
            </a:r>
            <a:r>
              <a:rPr lang="en-US" altLang="ja-JP" dirty="0">
                <a:solidFill>
                  <a:srgbClr val="FF0000"/>
                </a:solidFill>
              </a:rPr>
              <a:t>)</a:t>
            </a:r>
          </a:p>
          <a:p>
            <a:r>
              <a:rPr lang="en-US" altLang="ja-JP" dirty="0"/>
              <a:t>23(</a:t>
            </a:r>
            <a:r>
              <a:rPr lang="ja-JP" altLang="en-US" dirty="0"/>
              <a:t>水</a:t>
            </a:r>
            <a:r>
              <a:rPr lang="en-US" altLang="ja-JP" dirty="0"/>
              <a:t>)17:30-19:45</a:t>
            </a:r>
            <a:r>
              <a:rPr lang="en-US" altLang="ja-JP" dirty="0">
                <a:solidFill>
                  <a:srgbClr val="FF0000"/>
                </a:solidFill>
              </a:rPr>
              <a:t>@W541</a:t>
            </a:r>
            <a:r>
              <a:rPr lang="ja-JP" altLang="en-US" dirty="0"/>
              <a:t>：動き確認、できそうなシーン</a:t>
            </a:r>
            <a:endParaRPr lang="en-US" altLang="ja-JP" dirty="0"/>
          </a:p>
          <a:p>
            <a:r>
              <a:rPr lang="ja-JP" altLang="en-US" dirty="0"/>
              <a:t>プチ宿題</a:t>
            </a:r>
            <a:r>
              <a:rPr lang="en-US" altLang="ja-JP" dirty="0"/>
              <a:t>…</a:t>
            </a:r>
            <a:r>
              <a:rPr lang="ja-JP" altLang="en-US" dirty="0"/>
              <a:t>滑舌、腹筋、体力づくり、自分のシーン覚え練</a:t>
            </a:r>
            <a:endParaRPr lang="en-US" altLang="ja-JP" dirty="0"/>
          </a:p>
        </p:txBody>
      </p:sp>
    </p:spTree>
    <p:extLst>
      <p:ext uri="{BB962C8B-B14F-4D97-AF65-F5344CB8AC3E}">
        <p14:creationId xmlns:p14="http://schemas.microsoft.com/office/powerpoint/2010/main" val="3679708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第７回稽古</a:t>
            </a:r>
            <a:r>
              <a:rPr lang="en-US" altLang="ja-JP" sz="4000" b="1" dirty="0"/>
              <a:t>:6/23(</a:t>
            </a:r>
            <a:r>
              <a:rPr lang="ja-JP" altLang="en-US" sz="4000" b="1" dirty="0"/>
              <a:t>水</a:t>
            </a:r>
            <a:r>
              <a:rPr lang="en-US" altLang="ja-JP" sz="4000" b="1" dirty="0"/>
              <a:t>)@W541</a:t>
            </a:r>
          </a:p>
          <a:p>
            <a:r>
              <a:rPr lang="en-US" altLang="ja-JP" sz="4000" b="1" dirty="0"/>
              <a:t>17:30-19:45</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出席予定：演出・演出助手・森田・霧島</a:t>
            </a:r>
            <a:endParaRPr lang="en-US" altLang="ja-JP" dirty="0"/>
          </a:p>
          <a:p>
            <a:endParaRPr lang="en-US" altLang="ja-JP" dirty="0"/>
          </a:p>
          <a:p>
            <a:r>
              <a:rPr lang="en-US" altLang="ja-JP" dirty="0"/>
              <a:t>jump</a:t>
            </a:r>
          </a:p>
          <a:p>
            <a:r>
              <a:rPr lang="ja-JP" altLang="en-US" dirty="0"/>
              <a:t>滑舌チェック</a:t>
            </a:r>
            <a:r>
              <a:rPr lang="en-US" altLang="ja-JP" dirty="0"/>
              <a:t>(</a:t>
            </a:r>
            <a:r>
              <a:rPr lang="ja-JP" altLang="en-US" dirty="0"/>
              <a:t>滑舌練習</a:t>
            </a:r>
            <a:r>
              <a:rPr lang="en-US" altLang="ja-JP" dirty="0"/>
              <a:t>pdf)…</a:t>
            </a:r>
            <a:r>
              <a:rPr lang="ja-JP" altLang="en-US" dirty="0"/>
              <a:t>奇数番目</a:t>
            </a:r>
            <a:r>
              <a:rPr lang="en-US" altLang="ja-JP" dirty="0"/>
              <a:t>(</a:t>
            </a:r>
            <a:r>
              <a:rPr lang="ja-JP" altLang="en-US" dirty="0"/>
              <a:t>藤居⇒吉川⇒小磯⇒三浦</a:t>
            </a:r>
            <a:r>
              <a:rPr lang="en-US" altLang="ja-JP" dirty="0"/>
              <a:t>)</a:t>
            </a:r>
          </a:p>
          <a:p>
            <a:r>
              <a:rPr lang="ja-JP" altLang="en-US" dirty="0"/>
              <a:t>テンション上げ</a:t>
            </a:r>
            <a:r>
              <a:rPr lang="en-US" altLang="ja-JP" dirty="0"/>
              <a:t>(</a:t>
            </a:r>
            <a:r>
              <a:rPr lang="ja-JP" altLang="en-US" dirty="0"/>
              <a:t>マカンコーサッポー</a:t>
            </a:r>
            <a:r>
              <a:rPr lang="en-US" altLang="ja-JP" dirty="0"/>
              <a:t>)</a:t>
            </a:r>
          </a:p>
          <a:p>
            <a:r>
              <a:rPr lang="ja-JP" altLang="en-US" dirty="0"/>
              <a:t>動き確認　</a:t>
            </a:r>
            <a:r>
              <a:rPr lang="en-US" altLang="ja-JP" dirty="0"/>
              <a:t>※</a:t>
            </a:r>
            <a:r>
              <a:rPr lang="ja-JP" altLang="en-US" dirty="0"/>
              <a:t>録画予定</a:t>
            </a:r>
            <a:r>
              <a:rPr lang="ja-JP" altLang="en-US" dirty="0">
                <a:solidFill>
                  <a:srgbClr val="FF0000"/>
                </a:solidFill>
              </a:rPr>
              <a:t> </a:t>
            </a:r>
            <a:endParaRPr lang="en-US" altLang="ja-JP" dirty="0">
              <a:solidFill>
                <a:srgbClr val="FF0000"/>
              </a:solidFill>
            </a:endParaRPr>
          </a:p>
          <a:p>
            <a:r>
              <a:rPr lang="ja-JP" altLang="en-US" dirty="0"/>
              <a:t>できそうなシーンの練習　</a:t>
            </a:r>
            <a:r>
              <a:rPr lang="en-US" altLang="ja-JP" dirty="0"/>
              <a:t>※</a:t>
            </a:r>
            <a:r>
              <a:rPr lang="ja-JP" altLang="en-US" dirty="0"/>
              <a:t>録画予定</a:t>
            </a:r>
            <a:endParaRPr lang="en-US" altLang="ja-JP" dirty="0"/>
          </a:p>
          <a:p>
            <a:endParaRPr lang="en-US" altLang="ja-JP" dirty="0"/>
          </a:p>
          <a:p>
            <a:r>
              <a:rPr lang="en-US" altLang="ja-JP" dirty="0"/>
              <a:t>【</a:t>
            </a:r>
            <a:r>
              <a:rPr lang="ja-JP" altLang="en-US" dirty="0"/>
              <a:t>次回の予定</a:t>
            </a:r>
            <a:r>
              <a:rPr lang="en-US" altLang="ja-JP" dirty="0"/>
              <a:t>】23(</a:t>
            </a:r>
            <a:r>
              <a:rPr lang="ja-JP" altLang="en-US" dirty="0"/>
              <a:t>木</a:t>
            </a:r>
            <a:r>
              <a:rPr lang="en-US" altLang="ja-JP" dirty="0"/>
              <a:t>)18:05-19:45</a:t>
            </a:r>
            <a:r>
              <a:rPr lang="en-US" altLang="ja-JP" dirty="0">
                <a:solidFill>
                  <a:srgbClr val="FF0000"/>
                </a:solidFill>
              </a:rPr>
              <a:t>@W521</a:t>
            </a:r>
            <a:r>
              <a:rPr lang="ja-JP" altLang="en-US" dirty="0"/>
              <a:t>：シーン</a:t>
            </a:r>
            <a:r>
              <a:rPr lang="en-US" altLang="ja-JP" dirty="0"/>
              <a:t>1,3,5,6</a:t>
            </a:r>
          </a:p>
          <a:p>
            <a:r>
              <a:rPr lang="ja-JP" altLang="en-US" dirty="0"/>
              <a:t>プチ宿題</a:t>
            </a:r>
            <a:r>
              <a:rPr lang="en-US" altLang="ja-JP" dirty="0"/>
              <a:t>…</a:t>
            </a:r>
            <a:r>
              <a:rPr lang="ja-JP" altLang="en-US" dirty="0"/>
              <a:t>滑舌、腹筋、体力づくり、シーン</a:t>
            </a:r>
            <a:r>
              <a:rPr lang="en-US" altLang="ja-JP" dirty="0"/>
              <a:t>1,3,5,6</a:t>
            </a:r>
            <a:r>
              <a:rPr lang="ja-JP" altLang="en-US" dirty="0"/>
              <a:t>の演技をつめる</a:t>
            </a:r>
            <a:endParaRPr lang="en-US" altLang="ja-JP" dirty="0"/>
          </a:p>
        </p:txBody>
      </p:sp>
    </p:spTree>
    <p:extLst>
      <p:ext uri="{BB962C8B-B14F-4D97-AF65-F5344CB8AC3E}">
        <p14:creationId xmlns:p14="http://schemas.microsoft.com/office/powerpoint/2010/main" val="1936052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第８回稽古</a:t>
            </a:r>
            <a:r>
              <a:rPr lang="en-US" altLang="ja-JP" sz="4000" b="1" dirty="0"/>
              <a:t>:6/24(</a:t>
            </a:r>
            <a:r>
              <a:rPr lang="ja-JP" altLang="en-US" sz="4000" b="1" dirty="0"/>
              <a:t>木</a:t>
            </a:r>
            <a:r>
              <a:rPr lang="en-US" altLang="ja-JP" sz="4000" b="1" dirty="0"/>
              <a:t>)@W521</a:t>
            </a:r>
          </a:p>
          <a:p>
            <a:r>
              <a:rPr lang="en-US" altLang="ja-JP" sz="4000" b="1" dirty="0"/>
              <a:t>18:05-19:45</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a:t>
            </a:r>
            <a:r>
              <a:rPr lang="en-US" altLang="ja-JP" dirty="0"/>
              <a:t>(</a:t>
            </a:r>
            <a:r>
              <a:rPr lang="ja-JP" altLang="en-US" dirty="0"/>
              <a:t>霧島：途中から？</a:t>
            </a:r>
            <a:r>
              <a:rPr lang="en-US" altLang="ja-JP" dirty="0"/>
              <a:t>)</a:t>
            </a:r>
          </a:p>
          <a:p>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偶数番目</a:t>
            </a:r>
            <a:r>
              <a:rPr lang="en-US" altLang="ja-JP" dirty="0"/>
              <a:t>(</a:t>
            </a:r>
            <a:r>
              <a:rPr lang="ja-JP" altLang="en-US" dirty="0"/>
              <a:t>堂後⇒吉川⇒三浦⇒藤居</a:t>
            </a:r>
            <a:r>
              <a:rPr lang="en-US" altLang="ja-JP" dirty="0"/>
              <a:t>)</a:t>
            </a:r>
          </a:p>
          <a:p>
            <a:r>
              <a:rPr lang="ja-JP" altLang="en-US" dirty="0"/>
              <a:t>テンション上げ</a:t>
            </a:r>
            <a:r>
              <a:rPr lang="en-US" altLang="ja-JP" dirty="0"/>
              <a:t>(</a:t>
            </a:r>
            <a:r>
              <a:rPr lang="ja-JP" altLang="en-US" dirty="0"/>
              <a:t>やってないやつ</a:t>
            </a:r>
            <a:r>
              <a:rPr lang="en-US" altLang="ja-JP" dirty="0"/>
              <a:t>)</a:t>
            </a:r>
          </a:p>
          <a:p>
            <a:r>
              <a:rPr lang="ja-JP" altLang="en-US" dirty="0"/>
              <a:t>シーン</a:t>
            </a:r>
            <a:r>
              <a:rPr lang="en-US" altLang="ja-JP" dirty="0"/>
              <a:t>1,3,5,6(</a:t>
            </a:r>
            <a:r>
              <a:rPr lang="ja-JP" altLang="en-US" dirty="0"/>
              <a:t>多分無理</a:t>
            </a:r>
            <a:r>
              <a:rPr lang="en-US" altLang="ja-JP" dirty="0"/>
              <a:t>)</a:t>
            </a:r>
            <a:r>
              <a:rPr lang="ja-JP" altLang="en-US" dirty="0"/>
              <a:t>　</a:t>
            </a:r>
            <a:r>
              <a:rPr lang="en-US" altLang="ja-JP" dirty="0"/>
              <a:t>※</a:t>
            </a:r>
            <a:r>
              <a:rPr lang="ja-JP" altLang="en-US" dirty="0"/>
              <a:t>録画予定</a:t>
            </a:r>
            <a:r>
              <a:rPr lang="ja-JP" altLang="en-US" dirty="0">
                <a:solidFill>
                  <a:srgbClr val="FF0000"/>
                </a:solidFill>
              </a:rPr>
              <a:t> </a:t>
            </a:r>
            <a:endParaRPr lang="en-US" altLang="ja-JP" dirty="0">
              <a:solidFill>
                <a:srgbClr val="FF0000"/>
              </a:solidFill>
            </a:endParaRPr>
          </a:p>
          <a:p>
            <a:endParaRPr lang="en-US" altLang="ja-JP" dirty="0"/>
          </a:p>
          <a:p>
            <a:r>
              <a:rPr lang="en-US" altLang="ja-JP" dirty="0"/>
              <a:t>【</a:t>
            </a:r>
            <a:r>
              <a:rPr lang="ja-JP" altLang="en-US" dirty="0"/>
              <a:t>次回の予定</a:t>
            </a:r>
            <a:r>
              <a:rPr lang="en-US" altLang="ja-JP" dirty="0"/>
              <a:t>】27(</a:t>
            </a:r>
            <a:r>
              <a:rPr lang="ja-JP" altLang="en-US" dirty="0"/>
              <a:t>日</a:t>
            </a:r>
            <a:r>
              <a:rPr lang="en-US" altLang="ja-JP" dirty="0"/>
              <a:t>)18:05-19:45</a:t>
            </a:r>
            <a:r>
              <a:rPr lang="en-US" altLang="ja-JP" dirty="0">
                <a:solidFill>
                  <a:srgbClr val="FF0000"/>
                </a:solidFill>
              </a:rPr>
              <a:t>@Zoom</a:t>
            </a:r>
            <a:r>
              <a:rPr lang="ja-JP" altLang="en-US" dirty="0"/>
              <a:t>：第一回通し練</a:t>
            </a:r>
            <a:endParaRPr lang="en-US" altLang="ja-JP" dirty="0"/>
          </a:p>
          <a:p>
            <a:r>
              <a:rPr lang="ja-JP" altLang="en-US" dirty="0"/>
              <a:t>宿題</a:t>
            </a:r>
            <a:r>
              <a:rPr lang="en-US" altLang="ja-JP" dirty="0"/>
              <a:t>…</a:t>
            </a:r>
            <a:r>
              <a:rPr lang="ja-JP" altLang="en-US" dirty="0"/>
              <a:t>滑舌、台本を見ないでつらつら言えるように！　感情もしっかり込めて！</a:t>
            </a:r>
            <a:endParaRPr lang="en-US" altLang="ja-JP" dirty="0"/>
          </a:p>
        </p:txBody>
      </p:sp>
    </p:spTree>
    <p:extLst>
      <p:ext uri="{BB962C8B-B14F-4D97-AF65-F5344CB8AC3E}">
        <p14:creationId xmlns:p14="http://schemas.microsoft.com/office/powerpoint/2010/main" val="4039702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51CA9D7C-6EC7-4894-9E85-4D0D754FA820}"/>
              </a:ext>
            </a:extLst>
          </p:cNvPr>
          <p:cNvSpPr>
            <a:spLocks noGrp="1"/>
          </p:cNvSpPr>
          <p:nvPr>
            <p:ph type="subTitle" idx="1"/>
          </p:nvPr>
        </p:nvSpPr>
        <p:spPr>
          <a:xfrm>
            <a:off x="1524000" y="499758"/>
            <a:ext cx="9144000" cy="454146"/>
          </a:xfrm>
        </p:spPr>
        <p:txBody>
          <a:bodyPr>
            <a:noAutofit/>
          </a:bodyPr>
          <a:lstStyle/>
          <a:p>
            <a:r>
              <a:rPr lang="ja-JP" altLang="en-US" sz="4000" b="1" dirty="0"/>
              <a:t>第９回稽古</a:t>
            </a:r>
            <a:r>
              <a:rPr lang="en-US" altLang="ja-JP" sz="4000" b="1" dirty="0"/>
              <a:t>:6/27(</a:t>
            </a:r>
            <a:r>
              <a:rPr lang="ja-JP" altLang="en-US" sz="4000" b="1" dirty="0"/>
              <a:t>日</a:t>
            </a:r>
            <a:r>
              <a:rPr lang="en-US" altLang="ja-JP" sz="4000" b="1" dirty="0"/>
              <a:t>)@Zoom</a:t>
            </a:r>
          </a:p>
          <a:p>
            <a:r>
              <a:rPr lang="en-US" altLang="ja-JP" sz="4000" b="1" dirty="0"/>
              <a:t>20:00-22:00</a:t>
            </a:r>
          </a:p>
        </p:txBody>
      </p:sp>
      <p:sp>
        <p:nvSpPr>
          <p:cNvPr id="4" name="字幕 2">
            <a:extLst>
              <a:ext uri="{FF2B5EF4-FFF2-40B4-BE49-F238E27FC236}">
                <a16:creationId xmlns:a16="http://schemas.microsoft.com/office/drawing/2014/main" id="{C92FD955-176D-4334-A42A-107277B70E8B}"/>
              </a:ext>
            </a:extLst>
          </p:cNvPr>
          <p:cNvSpPr txBox="1">
            <a:spLocks/>
          </p:cNvSpPr>
          <p:nvPr/>
        </p:nvSpPr>
        <p:spPr>
          <a:xfrm>
            <a:off x="204715" y="1491884"/>
            <a:ext cx="11694207" cy="50584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en-US" altLang="ja-JP" dirty="0"/>
          </a:p>
          <a:p>
            <a:r>
              <a:rPr lang="ja-JP" altLang="en-US" dirty="0"/>
              <a:t>出席予定：演出・演出助手・片岡・森田・霧島・小木</a:t>
            </a:r>
            <a:endParaRPr lang="en-US" altLang="ja-JP" dirty="0"/>
          </a:p>
          <a:p>
            <a:endParaRPr lang="en-US" altLang="ja-JP" dirty="0"/>
          </a:p>
          <a:p>
            <a:r>
              <a:rPr lang="ja-JP" altLang="en-US" dirty="0"/>
              <a:t>滑舌チェック</a:t>
            </a:r>
            <a:r>
              <a:rPr lang="en-US" altLang="ja-JP" dirty="0"/>
              <a:t>(</a:t>
            </a:r>
            <a:r>
              <a:rPr lang="ja-JP" altLang="en-US" dirty="0"/>
              <a:t>滑舌練習</a:t>
            </a:r>
            <a:r>
              <a:rPr lang="en-US" altLang="ja-JP" dirty="0"/>
              <a:t>pdf)…</a:t>
            </a:r>
            <a:r>
              <a:rPr lang="ja-JP" altLang="en-US" dirty="0"/>
              <a:t>奇数番目</a:t>
            </a:r>
            <a:r>
              <a:rPr lang="en-US" altLang="ja-JP" dirty="0"/>
              <a:t>(</a:t>
            </a:r>
            <a:r>
              <a:rPr lang="ja-JP" altLang="en-US" dirty="0"/>
              <a:t>小磯⇒渡辺⇒三浦⇒藤居⇒堂後</a:t>
            </a:r>
            <a:r>
              <a:rPr lang="en-US" altLang="ja-JP" dirty="0"/>
              <a:t>)</a:t>
            </a:r>
          </a:p>
          <a:p>
            <a:r>
              <a:rPr lang="ja-JP" altLang="en-US" dirty="0"/>
              <a:t>テンション上げ</a:t>
            </a:r>
            <a:r>
              <a:rPr lang="en-US" altLang="ja-JP" dirty="0"/>
              <a:t>(</a:t>
            </a:r>
            <a:r>
              <a:rPr lang="ja-JP" altLang="en-US" dirty="0"/>
              <a:t>外郎売</a:t>
            </a:r>
            <a:r>
              <a:rPr lang="en-US" altLang="ja-JP" dirty="0"/>
              <a:t>) )…</a:t>
            </a:r>
            <a:r>
              <a:rPr lang="ja-JP" altLang="en-US" dirty="0"/>
              <a:t>テンションが上がるように読んでください！！！</a:t>
            </a:r>
            <a:endParaRPr lang="en-US" altLang="ja-JP" dirty="0"/>
          </a:p>
          <a:p>
            <a:r>
              <a:rPr lang="ja-JP" altLang="en-US" dirty="0"/>
              <a:t>！！通し練！！　</a:t>
            </a:r>
            <a:r>
              <a:rPr lang="en-US" altLang="ja-JP" dirty="0"/>
              <a:t>※</a:t>
            </a:r>
            <a:r>
              <a:rPr lang="ja-JP" altLang="en-US" dirty="0"/>
              <a:t>録音予定</a:t>
            </a:r>
            <a:endParaRPr lang="en-US" altLang="ja-JP" dirty="0"/>
          </a:p>
          <a:p>
            <a:endParaRPr lang="en-US" altLang="ja-JP" dirty="0"/>
          </a:p>
          <a:p>
            <a:r>
              <a:rPr lang="en-US" altLang="ja-JP" dirty="0"/>
              <a:t>【</a:t>
            </a:r>
            <a:r>
              <a:rPr lang="ja-JP" altLang="en-US" dirty="0"/>
              <a:t>次回の予定</a:t>
            </a:r>
            <a:r>
              <a:rPr lang="en-US" altLang="ja-JP" dirty="0"/>
              <a:t>】</a:t>
            </a:r>
            <a:r>
              <a:rPr lang="ja-JP" altLang="en-US" dirty="0"/>
              <a:t>未定</a:t>
            </a:r>
            <a:endParaRPr lang="en-US" altLang="ja-JP" dirty="0"/>
          </a:p>
          <a:p>
            <a:r>
              <a:rPr lang="ja-JP" altLang="en-US" dirty="0"/>
              <a:t>宿題</a:t>
            </a:r>
            <a:r>
              <a:rPr lang="en-US" altLang="ja-JP" dirty="0"/>
              <a:t>…</a:t>
            </a:r>
            <a:r>
              <a:rPr lang="ja-JP" altLang="en-US" dirty="0"/>
              <a:t>滑舌、筋トレ、体力づくり</a:t>
            </a:r>
            <a:endParaRPr lang="en-US" altLang="ja-JP" dirty="0"/>
          </a:p>
        </p:txBody>
      </p:sp>
    </p:spTree>
    <p:extLst>
      <p:ext uri="{BB962C8B-B14F-4D97-AF65-F5344CB8AC3E}">
        <p14:creationId xmlns:p14="http://schemas.microsoft.com/office/powerpoint/2010/main" val="2871232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2875C574-BF12-4118-9637-CF909251A837}"/>
              </a:ext>
            </a:extLst>
          </p:cNvPr>
          <p:cNvSpPr/>
          <p:nvPr/>
        </p:nvSpPr>
        <p:spPr>
          <a:xfrm>
            <a:off x="-63260" y="-92015"/>
            <a:ext cx="12364528" cy="707366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E771CC5D-9C89-4A63-B768-F6CD103F32FA}"/>
              </a:ext>
            </a:extLst>
          </p:cNvPr>
          <p:cNvSpPr>
            <a:spLocks noGrp="1"/>
          </p:cNvSpPr>
          <p:nvPr>
            <p:ph type="title"/>
          </p:nvPr>
        </p:nvSpPr>
        <p:spPr/>
        <p:txBody>
          <a:bodyPr>
            <a:normAutofit/>
          </a:bodyPr>
          <a:lstStyle/>
          <a:p>
            <a:pPr algn="ctr"/>
            <a:r>
              <a:rPr lang="ja-JP" altLang="en-US" sz="6000" b="1" dirty="0">
                <a:solidFill>
                  <a:schemeClr val="bg1"/>
                </a:solidFill>
                <a:latin typeface="游ゴシック Medium" panose="020B0500000000000000" pitchFamily="50" charset="-128"/>
                <a:ea typeface="游ゴシック Medium" panose="020B0500000000000000" pitchFamily="50" charset="-128"/>
              </a:rPr>
              <a:t>テンション上げ</a:t>
            </a:r>
            <a:endParaRPr kumimoji="1" lang="ja-JP" altLang="en-US" sz="6000" b="1" dirty="0">
              <a:solidFill>
                <a:schemeClr val="bg1"/>
              </a:solidFill>
              <a:latin typeface="游ゴシック Medium" panose="020B0500000000000000" pitchFamily="50" charset="-128"/>
              <a:ea typeface="游ゴシック Medium" panose="020B0500000000000000" pitchFamily="50" charset="-128"/>
            </a:endParaRPr>
          </a:p>
        </p:txBody>
      </p:sp>
      <p:sp>
        <p:nvSpPr>
          <p:cNvPr id="3" name="コンテンツ プレースホルダー 2">
            <a:extLst>
              <a:ext uri="{FF2B5EF4-FFF2-40B4-BE49-F238E27FC236}">
                <a16:creationId xmlns:a16="http://schemas.microsoft.com/office/drawing/2014/main" id="{032FC262-5EF5-4D59-A0B3-96495710E7CB}"/>
              </a:ext>
            </a:extLst>
          </p:cNvPr>
          <p:cNvSpPr>
            <a:spLocks noGrp="1"/>
          </p:cNvSpPr>
          <p:nvPr>
            <p:ph idx="1"/>
          </p:nvPr>
        </p:nvSpPr>
        <p:spPr>
          <a:xfrm>
            <a:off x="838200" y="1758156"/>
            <a:ext cx="5257800" cy="5156020"/>
          </a:xfrm>
        </p:spPr>
        <p:txBody>
          <a:bodyPr>
            <a:normAutofit/>
          </a:bodyPr>
          <a:lstStyle/>
          <a:p>
            <a:pPr marL="0" indent="0">
              <a:buNone/>
            </a:pPr>
            <a:r>
              <a:rPr kumimoji="1" lang="en-US" altLang="ja-JP" sz="3200" b="1" dirty="0">
                <a:solidFill>
                  <a:schemeClr val="bg1"/>
                </a:solidFill>
              </a:rPr>
              <a:t>【</a:t>
            </a:r>
            <a:r>
              <a:rPr kumimoji="1" lang="ja-JP" altLang="en-US" sz="3200" b="1" dirty="0">
                <a:solidFill>
                  <a:schemeClr val="bg1"/>
                </a:solidFill>
              </a:rPr>
              <a:t>オンライン</a:t>
            </a:r>
            <a:r>
              <a:rPr kumimoji="1" lang="en-US" altLang="ja-JP" sz="3200" b="1" dirty="0">
                <a:solidFill>
                  <a:schemeClr val="bg1"/>
                </a:solidFill>
              </a:rPr>
              <a:t>】</a:t>
            </a:r>
          </a:p>
          <a:p>
            <a:r>
              <a:rPr kumimoji="1" lang="ja-JP" altLang="en-US" sz="3200" b="1" dirty="0">
                <a:solidFill>
                  <a:schemeClr val="bg1"/>
                </a:solidFill>
              </a:rPr>
              <a:t>以心伝心</a:t>
            </a:r>
            <a:endParaRPr kumimoji="1" lang="en-US" altLang="ja-JP" sz="3200" b="1" dirty="0">
              <a:solidFill>
                <a:schemeClr val="bg1"/>
              </a:solidFill>
            </a:endParaRPr>
          </a:p>
          <a:p>
            <a:r>
              <a:rPr lang="ja-JP" altLang="en-US" sz="3200" b="1" dirty="0">
                <a:solidFill>
                  <a:schemeClr val="bg1"/>
                </a:solidFill>
              </a:rPr>
              <a:t>ミャンマーゲーム</a:t>
            </a:r>
            <a:endParaRPr kumimoji="1" lang="en-US" altLang="ja-JP" sz="3200" b="1" dirty="0">
              <a:solidFill>
                <a:schemeClr val="bg1"/>
              </a:solidFill>
            </a:endParaRPr>
          </a:p>
          <a:p>
            <a:r>
              <a:rPr kumimoji="1" lang="ja-JP" altLang="en-US" sz="3200" b="1" dirty="0">
                <a:solidFill>
                  <a:schemeClr val="bg1"/>
                </a:solidFill>
              </a:rPr>
              <a:t>私は誰でしょう</a:t>
            </a:r>
            <a:r>
              <a:rPr kumimoji="1" lang="en-US" altLang="ja-JP" sz="3200" b="1" dirty="0">
                <a:solidFill>
                  <a:schemeClr val="bg1"/>
                </a:solidFill>
              </a:rPr>
              <a:t>(</a:t>
            </a:r>
            <a:r>
              <a:rPr kumimoji="1" lang="ja-JP" altLang="en-US" sz="3200" b="1" dirty="0">
                <a:solidFill>
                  <a:schemeClr val="bg1"/>
                </a:solidFill>
              </a:rPr>
              <a:t>やらない</a:t>
            </a:r>
            <a:r>
              <a:rPr kumimoji="1" lang="en-US" altLang="ja-JP" sz="3200" b="1" dirty="0">
                <a:solidFill>
                  <a:schemeClr val="bg1"/>
                </a:solidFill>
              </a:rPr>
              <a:t>)</a:t>
            </a:r>
          </a:p>
          <a:p>
            <a:r>
              <a:rPr kumimoji="1" lang="ja-JP" altLang="en-US" sz="3200" b="1" dirty="0">
                <a:solidFill>
                  <a:schemeClr val="bg1"/>
                </a:solidFill>
              </a:rPr>
              <a:t>外郎売</a:t>
            </a:r>
          </a:p>
        </p:txBody>
      </p:sp>
      <p:sp>
        <p:nvSpPr>
          <p:cNvPr id="5" name="コンテンツ プレースホルダー 2">
            <a:extLst>
              <a:ext uri="{FF2B5EF4-FFF2-40B4-BE49-F238E27FC236}">
                <a16:creationId xmlns:a16="http://schemas.microsoft.com/office/drawing/2014/main" id="{D4564F26-13C9-43A6-BBC0-D837736C2AA8}"/>
              </a:ext>
            </a:extLst>
          </p:cNvPr>
          <p:cNvSpPr txBox="1">
            <a:spLocks/>
          </p:cNvSpPr>
          <p:nvPr/>
        </p:nvSpPr>
        <p:spPr>
          <a:xfrm>
            <a:off x="6886353" y="1758156"/>
            <a:ext cx="5305647" cy="51560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3200" b="1" dirty="0">
                <a:solidFill>
                  <a:schemeClr val="bg1"/>
                </a:solidFill>
              </a:rPr>
              <a:t>【</a:t>
            </a:r>
            <a:r>
              <a:rPr lang="ja-JP" altLang="en-US" sz="3200" b="1" dirty="0">
                <a:solidFill>
                  <a:schemeClr val="bg1"/>
                </a:solidFill>
              </a:rPr>
              <a:t>対面</a:t>
            </a:r>
            <a:r>
              <a:rPr lang="en-US" altLang="ja-JP" sz="3200" b="1" dirty="0">
                <a:solidFill>
                  <a:schemeClr val="bg1"/>
                </a:solidFill>
              </a:rPr>
              <a:t>】</a:t>
            </a:r>
          </a:p>
          <a:p>
            <a:r>
              <a:rPr lang="ja-JP" altLang="en-US" sz="3200" b="1" dirty="0">
                <a:solidFill>
                  <a:schemeClr val="bg1"/>
                </a:solidFill>
              </a:rPr>
              <a:t>たるえだ</a:t>
            </a:r>
            <a:endParaRPr lang="en-US" altLang="ja-JP" sz="3200" b="1" dirty="0">
              <a:solidFill>
                <a:schemeClr val="bg1"/>
              </a:solidFill>
            </a:endParaRPr>
          </a:p>
          <a:p>
            <a:r>
              <a:rPr lang="ja-JP" altLang="en-US" sz="3200" b="1" dirty="0">
                <a:solidFill>
                  <a:schemeClr val="bg1"/>
                </a:solidFill>
              </a:rPr>
              <a:t>モッツァレラ</a:t>
            </a:r>
            <a:endParaRPr lang="en-US" altLang="ja-JP" sz="3200" b="1" dirty="0">
              <a:solidFill>
                <a:schemeClr val="bg1"/>
              </a:solidFill>
            </a:endParaRPr>
          </a:p>
          <a:p>
            <a:r>
              <a:rPr lang="ja-JP" altLang="en-US" sz="3200" b="1" dirty="0">
                <a:solidFill>
                  <a:schemeClr val="bg1"/>
                </a:solidFill>
              </a:rPr>
              <a:t>ドンズバ</a:t>
            </a:r>
            <a:endParaRPr lang="en-US" altLang="ja-JP" sz="3200" b="1" dirty="0">
              <a:solidFill>
                <a:schemeClr val="bg1"/>
              </a:solidFill>
            </a:endParaRPr>
          </a:p>
          <a:p>
            <a:r>
              <a:rPr lang="en-US" altLang="ja-JP" sz="3200" b="1" dirty="0">
                <a:solidFill>
                  <a:schemeClr val="bg1"/>
                </a:solidFill>
              </a:rPr>
              <a:t>3</a:t>
            </a:r>
            <a:r>
              <a:rPr lang="ja-JP" altLang="en-US" sz="3200" b="1" dirty="0">
                <a:solidFill>
                  <a:schemeClr val="bg1"/>
                </a:solidFill>
              </a:rPr>
              <a:t>と</a:t>
            </a:r>
            <a:r>
              <a:rPr lang="en-US" altLang="ja-JP" sz="3200" b="1" dirty="0">
                <a:solidFill>
                  <a:schemeClr val="bg1"/>
                </a:solidFill>
              </a:rPr>
              <a:t>4</a:t>
            </a:r>
            <a:r>
              <a:rPr lang="ja-JP" altLang="en-US" sz="3200" b="1" dirty="0">
                <a:solidFill>
                  <a:schemeClr val="bg1"/>
                </a:solidFill>
              </a:rPr>
              <a:t>ゲーム</a:t>
            </a:r>
            <a:endParaRPr lang="en-US" altLang="ja-JP" sz="3200" b="1" dirty="0">
              <a:solidFill>
                <a:schemeClr val="bg1"/>
              </a:solidFill>
            </a:endParaRPr>
          </a:p>
          <a:p>
            <a:r>
              <a:rPr lang="ja-JP" altLang="en-US" sz="3200" b="1" dirty="0">
                <a:solidFill>
                  <a:schemeClr val="bg1"/>
                </a:solidFill>
              </a:rPr>
              <a:t>ファイヤー</a:t>
            </a:r>
            <a:endParaRPr lang="en-US" altLang="ja-JP" sz="3200" b="1" dirty="0">
              <a:solidFill>
                <a:schemeClr val="bg1"/>
              </a:solidFill>
            </a:endParaRPr>
          </a:p>
          <a:p>
            <a:r>
              <a:rPr lang="ja-JP" altLang="en-US" sz="3200" b="1" dirty="0">
                <a:solidFill>
                  <a:schemeClr val="bg1"/>
                </a:solidFill>
              </a:rPr>
              <a:t>名前鬼</a:t>
            </a:r>
            <a:endParaRPr lang="en-US" altLang="ja-JP" sz="3200" b="1" dirty="0">
              <a:solidFill>
                <a:schemeClr val="bg1"/>
              </a:solidFill>
            </a:endParaRPr>
          </a:p>
          <a:p>
            <a:r>
              <a:rPr lang="ja-JP" altLang="en-US" sz="3200" b="1" dirty="0">
                <a:solidFill>
                  <a:schemeClr val="bg1"/>
                </a:solidFill>
              </a:rPr>
              <a:t>いいね、それやろう</a:t>
            </a:r>
          </a:p>
        </p:txBody>
      </p:sp>
    </p:spTree>
    <p:extLst>
      <p:ext uri="{BB962C8B-B14F-4D97-AF65-F5344CB8AC3E}">
        <p14:creationId xmlns:p14="http://schemas.microsoft.com/office/powerpoint/2010/main" val="2836039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2875C574-BF12-4118-9637-CF909251A837}"/>
              </a:ext>
            </a:extLst>
          </p:cNvPr>
          <p:cNvSpPr/>
          <p:nvPr/>
        </p:nvSpPr>
        <p:spPr>
          <a:xfrm>
            <a:off x="-63260" y="-92015"/>
            <a:ext cx="12364528" cy="707366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E771CC5D-9C89-4A63-B768-F6CD103F32FA}"/>
              </a:ext>
            </a:extLst>
          </p:cNvPr>
          <p:cNvSpPr>
            <a:spLocks noGrp="1"/>
          </p:cNvSpPr>
          <p:nvPr>
            <p:ph type="title"/>
          </p:nvPr>
        </p:nvSpPr>
        <p:spPr/>
        <p:txBody>
          <a:bodyPr>
            <a:normAutofit/>
          </a:bodyPr>
          <a:lstStyle/>
          <a:p>
            <a:pPr algn="ctr"/>
            <a:r>
              <a:rPr lang="ja-JP" altLang="en-US" sz="6000" b="1" dirty="0">
                <a:solidFill>
                  <a:schemeClr val="bg1"/>
                </a:solidFill>
                <a:latin typeface="游ゴシック Medium" panose="020B0500000000000000" pitchFamily="50" charset="-128"/>
                <a:ea typeface="游ゴシック Medium" panose="020B0500000000000000" pitchFamily="50" charset="-128"/>
              </a:rPr>
              <a:t>テンション上げ：説明</a:t>
            </a:r>
            <a:endParaRPr kumimoji="1" lang="ja-JP" altLang="en-US" sz="6000" b="1" dirty="0">
              <a:solidFill>
                <a:schemeClr val="bg1"/>
              </a:solidFill>
              <a:latin typeface="游ゴシック Medium" panose="020B0500000000000000" pitchFamily="50" charset="-128"/>
              <a:ea typeface="游ゴシック Medium" panose="020B0500000000000000" pitchFamily="50" charset="-128"/>
            </a:endParaRPr>
          </a:p>
        </p:txBody>
      </p:sp>
      <p:sp>
        <p:nvSpPr>
          <p:cNvPr id="3" name="コンテンツ プレースホルダー 2">
            <a:extLst>
              <a:ext uri="{FF2B5EF4-FFF2-40B4-BE49-F238E27FC236}">
                <a16:creationId xmlns:a16="http://schemas.microsoft.com/office/drawing/2014/main" id="{032FC262-5EF5-4D59-A0B3-96495710E7CB}"/>
              </a:ext>
            </a:extLst>
          </p:cNvPr>
          <p:cNvSpPr>
            <a:spLocks noGrp="1"/>
          </p:cNvSpPr>
          <p:nvPr>
            <p:ph idx="1"/>
          </p:nvPr>
        </p:nvSpPr>
        <p:spPr>
          <a:xfrm>
            <a:off x="838200" y="1758156"/>
            <a:ext cx="5257800" cy="5156020"/>
          </a:xfrm>
        </p:spPr>
        <p:txBody>
          <a:bodyPr>
            <a:normAutofit lnSpcReduction="10000"/>
          </a:bodyPr>
          <a:lstStyle/>
          <a:p>
            <a:r>
              <a:rPr lang="ja-JP" altLang="en-US" sz="3200" b="1" dirty="0">
                <a:solidFill>
                  <a:schemeClr val="bg1"/>
                </a:solidFill>
              </a:rPr>
              <a:t>たるえだ：舞台に四人くらい立たせて即興劇。「あなたは走っています。障害物避けてね！」⇒「落とし穴」「樽」「枝」とか</a:t>
            </a:r>
            <a:endParaRPr lang="en-US" altLang="ja-JP" sz="3200" b="1" dirty="0">
              <a:solidFill>
                <a:schemeClr val="bg1"/>
              </a:solidFill>
            </a:endParaRPr>
          </a:p>
          <a:p>
            <a:r>
              <a:rPr lang="ja-JP" altLang="en-US" sz="3200" b="1" dirty="0">
                <a:solidFill>
                  <a:schemeClr val="bg1"/>
                </a:solidFill>
              </a:rPr>
              <a:t>いいねそれやろう：上と同様即興劇。</a:t>
            </a:r>
            <a:endParaRPr lang="en-US" altLang="ja-JP" sz="3200" b="1" dirty="0">
              <a:solidFill>
                <a:schemeClr val="bg1"/>
              </a:solidFill>
            </a:endParaRPr>
          </a:p>
          <a:p>
            <a:pPr marL="0" indent="0">
              <a:buNone/>
            </a:pPr>
            <a:r>
              <a:rPr lang="ja-JP" altLang="en-US" sz="3200" b="1" dirty="0">
                <a:solidFill>
                  <a:schemeClr val="bg1"/>
                </a:solidFill>
              </a:rPr>
              <a:t>「そうだ、○○しよう！」「いいね、それやろう」だれてきたら別の人が</a:t>
            </a:r>
            <a:r>
              <a:rPr lang="en-US" altLang="ja-JP" sz="3200" b="1" dirty="0">
                <a:solidFill>
                  <a:schemeClr val="bg1"/>
                </a:solidFill>
              </a:rPr>
              <a:t>〃</a:t>
            </a:r>
          </a:p>
          <a:p>
            <a:endParaRPr kumimoji="1" lang="ja-JP" altLang="en-US" sz="3200" b="1" dirty="0">
              <a:solidFill>
                <a:schemeClr val="bg1"/>
              </a:solidFill>
            </a:endParaRPr>
          </a:p>
        </p:txBody>
      </p:sp>
      <p:sp>
        <p:nvSpPr>
          <p:cNvPr id="5" name="コンテンツ プレースホルダー 2">
            <a:extLst>
              <a:ext uri="{FF2B5EF4-FFF2-40B4-BE49-F238E27FC236}">
                <a16:creationId xmlns:a16="http://schemas.microsoft.com/office/drawing/2014/main" id="{D4564F26-13C9-43A6-BBC0-D837736C2AA8}"/>
              </a:ext>
            </a:extLst>
          </p:cNvPr>
          <p:cNvSpPr txBox="1">
            <a:spLocks/>
          </p:cNvSpPr>
          <p:nvPr/>
        </p:nvSpPr>
        <p:spPr>
          <a:xfrm>
            <a:off x="6545810" y="1758156"/>
            <a:ext cx="5305647" cy="51560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3200" b="1" dirty="0">
                <a:solidFill>
                  <a:schemeClr val="bg1"/>
                </a:solidFill>
              </a:rPr>
              <a:t>マカンコウサッポウ：任意の必殺技をテンション高く叫び相手に放つ。相手はテンションが足りてると思わなければ「グウ</a:t>
            </a:r>
            <a:r>
              <a:rPr lang="en-US" altLang="ja-JP" sz="3200" b="1" dirty="0">
                <a:solidFill>
                  <a:schemeClr val="bg1"/>
                </a:solidFill>
              </a:rPr>
              <a:t>…</a:t>
            </a:r>
            <a:r>
              <a:rPr lang="ja-JP" altLang="en-US" sz="3200" b="1" dirty="0">
                <a:solidFill>
                  <a:schemeClr val="bg1"/>
                </a:solidFill>
              </a:rPr>
              <a:t>」と言い、テンションが足りてると思えば今度はその人が別の人にまた任意の必殺技を放つ</a:t>
            </a:r>
          </a:p>
        </p:txBody>
      </p:sp>
    </p:spTree>
    <p:extLst>
      <p:ext uri="{BB962C8B-B14F-4D97-AF65-F5344CB8AC3E}">
        <p14:creationId xmlns:p14="http://schemas.microsoft.com/office/powerpoint/2010/main" val="3307883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2875C574-BF12-4118-9637-CF909251A837}"/>
              </a:ext>
            </a:extLst>
          </p:cNvPr>
          <p:cNvSpPr/>
          <p:nvPr/>
        </p:nvSpPr>
        <p:spPr>
          <a:xfrm>
            <a:off x="-63260" y="-92015"/>
            <a:ext cx="12364528" cy="707366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E771CC5D-9C89-4A63-B768-F6CD103F32FA}"/>
              </a:ext>
            </a:extLst>
          </p:cNvPr>
          <p:cNvSpPr>
            <a:spLocks noGrp="1"/>
          </p:cNvSpPr>
          <p:nvPr>
            <p:ph type="title"/>
          </p:nvPr>
        </p:nvSpPr>
        <p:spPr/>
        <p:txBody>
          <a:bodyPr>
            <a:normAutofit/>
          </a:bodyPr>
          <a:lstStyle/>
          <a:p>
            <a:pPr algn="ctr"/>
            <a:r>
              <a:rPr kumimoji="1" lang="ja-JP" altLang="en-US" sz="6000" b="1" dirty="0">
                <a:solidFill>
                  <a:schemeClr val="bg1"/>
                </a:solidFill>
                <a:latin typeface="游ゴシック Medium" panose="020B0500000000000000" pitchFamily="50" charset="-128"/>
                <a:ea typeface="游ゴシック Medium" panose="020B0500000000000000" pitchFamily="50" charset="-128"/>
              </a:rPr>
              <a:t>その他対面用練習</a:t>
            </a:r>
          </a:p>
        </p:txBody>
      </p:sp>
      <p:sp>
        <p:nvSpPr>
          <p:cNvPr id="3" name="コンテンツ プレースホルダー 2">
            <a:extLst>
              <a:ext uri="{FF2B5EF4-FFF2-40B4-BE49-F238E27FC236}">
                <a16:creationId xmlns:a16="http://schemas.microsoft.com/office/drawing/2014/main" id="{032FC262-5EF5-4D59-A0B3-96495710E7CB}"/>
              </a:ext>
            </a:extLst>
          </p:cNvPr>
          <p:cNvSpPr>
            <a:spLocks noGrp="1"/>
          </p:cNvSpPr>
          <p:nvPr>
            <p:ph idx="1"/>
          </p:nvPr>
        </p:nvSpPr>
        <p:spPr>
          <a:xfrm>
            <a:off x="838200" y="1758156"/>
            <a:ext cx="5257800" cy="5156020"/>
          </a:xfrm>
        </p:spPr>
        <p:txBody>
          <a:bodyPr>
            <a:normAutofit/>
          </a:bodyPr>
          <a:lstStyle/>
          <a:p>
            <a:r>
              <a:rPr kumimoji="1" lang="ja-JP" altLang="en-US" sz="3200" b="1" dirty="0">
                <a:solidFill>
                  <a:schemeClr val="bg1"/>
                </a:solidFill>
              </a:rPr>
              <a:t>かいわれ</a:t>
            </a:r>
            <a:endParaRPr kumimoji="1" lang="en-US" altLang="ja-JP" sz="3200" b="1" dirty="0">
              <a:solidFill>
                <a:schemeClr val="bg1"/>
              </a:solidFill>
            </a:endParaRPr>
          </a:p>
          <a:p>
            <a:r>
              <a:rPr lang="ja-JP" altLang="en-US" sz="3200" b="1" dirty="0">
                <a:solidFill>
                  <a:schemeClr val="bg1"/>
                </a:solidFill>
              </a:rPr>
              <a:t>喜怒哀楽</a:t>
            </a:r>
            <a:endParaRPr lang="en-US" altLang="ja-JP" sz="3200" b="1" dirty="0">
              <a:solidFill>
                <a:schemeClr val="bg1"/>
              </a:solidFill>
            </a:endParaRPr>
          </a:p>
          <a:p>
            <a:r>
              <a:rPr kumimoji="1" lang="ja-JP" altLang="en-US" sz="3200" b="1" dirty="0">
                <a:solidFill>
                  <a:schemeClr val="bg1"/>
                </a:solidFill>
              </a:rPr>
              <a:t>笑いっぱなし</a:t>
            </a:r>
            <a:endParaRPr kumimoji="1" lang="en-US" altLang="ja-JP" sz="3200" b="1" dirty="0">
              <a:solidFill>
                <a:schemeClr val="bg1"/>
              </a:solidFill>
            </a:endParaRPr>
          </a:p>
          <a:p>
            <a:r>
              <a:rPr lang="ja-JP" altLang="en-US" sz="3200" b="1" dirty="0">
                <a:solidFill>
                  <a:schemeClr val="bg1"/>
                </a:solidFill>
              </a:rPr>
              <a:t>「あえいうえおあお」にあわせて手と足を動かす練習</a:t>
            </a:r>
            <a:endParaRPr lang="en-US" altLang="ja-JP" sz="3200" b="1" dirty="0">
              <a:solidFill>
                <a:schemeClr val="bg1"/>
              </a:solidFill>
            </a:endParaRPr>
          </a:p>
          <a:p>
            <a:r>
              <a:rPr lang="ja-JP" altLang="en-US" sz="3200" b="1" dirty="0">
                <a:solidFill>
                  <a:schemeClr val="bg1"/>
                </a:solidFill>
              </a:rPr>
              <a:t>表情筋</a:t>
            </a:r>
            <a:endParaRPr lang="en-US" altLang="ja-JP" sz="3200" b="1" dirty="0">
              <a:solidFill>
                <a:schemeClr val="bg1"/>
              </a:solidFill>
            </a:endParaRPr>
          </a:p>
          <a:p>
            <a:endParaRPr kumimoji="1" lang="ja-JP" altLang="en-US" sz="3200" b="1" dirty="0">
              <a:solidFill>
                <a:schemeClr val="bg1"/>
              </a:solidFill>
            </a:endParaRPr>
          </a:p>
        </p:txBody>
      </p:sp>
      <p:sp>
        <p:nvSpPr>
          <p:cNvPr id="5" name="コンテンツ プレースホルダー 2">
            <a:extLst>
              <a:ext uri="{FF2B5EF4-FFF2-40B4-BE49-F238E27FC236}">
                <a16:creationId xmlns:a16="http://schemas.microsoft.com/office/drawing/2014/main" id="{D4564F26-13C9-43A6-BBC0-D837736C2AA8}"/>
              </a:ext>
            </a:extLst>
          </p:cNvPr>
          <p:cNvSpPr txBox="1">
            <a:spLocks/>
          </p:cNvSpPr>
          <p:nvPr/>
        </p:nvSpPr>
        <p:spPr>
          <a:xfrm>
            <a:off x="6545810" y="1758156"/>
            <a:ext cx="5305647" cy="51560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3200" b="1" dirty="0">
                <a:solidFill>
                  <a:schemeClr val="bg1"/>
                </a:solidFill>
              </a:rPr>
              <a:t>【</a:t>
            </a:r>
            <a:r>
              <a:rPr lang="ja-JP" altLang="en-US" sz="3200" b="1" dirty="0">
                <a:solidFill>
                  <a:schemeClr val="bg1"/>
                </a:solidFill>
              </a:rPr>
              <a:t>エチュード系</a:t>
            </a:r>
            <a:r>
              <a:rPr lang="en-US" altLang="ja-JP" sz="3200" b="1" dirty="0">
                <a:solidFill>
                  <a:schemeClr val="bg1"/>
                </a:solidFill>
              </a:rPr>
              <a:t>】</a:t>
            </a:r>
          </a:p>
          <a:p>
            <a:r>
              <a:rPr lang="ja-JP" altLang="en-US" sz="3200" b="1" dirty="0">
                <a:solidFill>
                  <a:schemeClr val="bg1"/>
                </a:solidFill>
              </a:rPr>
              <a:t>椅子に座らせる、立たせる</a:t>
            </a:r>
            <a:endParaRPr lang="en-US" altLang="ja-JP" sz="3200" b="1" dirty="0">
              <a:solidFill>
                <a:schemeClr val="bg1"/>
              </a:solidFill>
            </a:endParaRPr>
          </a:p>
          <a:p>
            <a:endParaRPr lang="ja-JP" altLang="en-US" sz="3200" b="1" dirty="0">
              <a:solidFill>
                <a:schemeClr val="bg1"/>
              </a:solidFill>
            </a:endParaRPr>
          </a:p>
        </p:txBody>
      </p:sp>
    </p:spTree>
    <p:extLst>
      <p:ext uri="{BB962C8B-B14F-4D97-AF65-F5344CB8AC3E}">
        <p14:creationId xmlns:p14="http://schemas.microsoft.com/office/powerpoint/2010/main" val="3400830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2875C574-BF12-4118-9637-CF909251A837}"/>
              </a:ext>
            </a:extLst>
          </p:cNvPr>
          <p:cNvSpPr/>
          <p:nvPr/>
        </p:nvSpPr>
        <p:spPr>
          <a:xfrm>
            <a:off x="-63260" y="-92015"/>
            <a:ext cx="12364528" cy="707366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E771CC5D-9C89-4A63-B768-F6CD103F32FA}"/>
              </a:ext>
            </a:extLst>
          </p:cNvPr>
          <p:cNvSpPr>
            <a:spLocks noGrp="1"/>
          </p:cNvSpPr>
          <p:nvPr>
            <p:ph type="title"/>
          </p:nvPr>
        </p:nvSpPr>
        <p:spPr/>
        <p:txBody>
          <a:bodyPr>
            <a:normAutofit/>
          </a:bodyPr>
          <a:lstStyle/>
          <a:p>
            <a:pPr algn="ctr"/>
            <a:r>
              <a:rPr kumimoji="1" lang="ja-JP" altLang="en-US" sz="6000" b="1" dirty="0">
                <a:solidFill>
                  <a:schemeClr val="bg1"/>
                </a:solidFill>
                <a:latin typeface="游ゴシック Medium" panose="020B0500000000000000" pitchFamily="50" charset="-128"/>
                <a:ea typeface="游ゴシック Medium" panose="020B0500000000000000" pitchFamily="50" charset="-128"/>
              </a:rPr>
              <a:t>シーン練</a:t>
            </a:r>
          </a:p>
        </p:txBody>
      </p:sp>
      <p:sp>
        <p:nvSpPr>
          <p:cNvPr id="3" name="コンテンツ プレースホルダー 2">
            <a:extLst>
              <a:ext uri="{FF2B5EF4-FFF2-40B4-BE49-F238E27FC236}">
                <a16:creationId xmlns:a16="http://schemas.microsoft.com/office/drawing/2014/main" id="{032FC262-5EF5-4D59-A0B3-96495710E7CB}"/>
              </a:ext>
            </a:extLst>
          </p:cNvPr>
          <p:cNvSpPr>
            <a:spLocks noGrp="1"/>
          </p:cNvSpPr>
          <p:nvPr>
            <p:ph idx="1"/>
          </p:nvPr>
        </p:nvSpPr>
        <p:spPr/>
        <p:txBody>
          <a:bodyPr>
            <a:normAutofit/>
          </a:bodyPr>
          <a:lstStyle/>
          <a:p>
            <a:r>
              <a:rPr kumimoji="1" lang="ja-JP" altLang="en-US" sz="3200" b="1" dirty="0">
                <a:solidFill>
                  <a:schemeClr val="bg1"/>
                </a:solidFill>
              </a:rPr>
              <a:t>指示されたシーンだけ読む</a:t>
            </a:r>
          </a:p>
          <a:p>
            <a:r>
              <a:rPr kumimoji="1" lang="ja-JP" altLang="en-US" sz="3200" b="1" dirty="0">
                <a:solidFill>
                  <a:schemeClr val="bg1"/>
                </a:solidFill>
              </a:rPr>
              <a:t>演出・演助が細かいとこちょっとずつ指摘。</a:t>
            </a:r>
            <a:r>
              <a:rPr kumimoji="1" lang="en-US" altLang="ja-JP" sz="3200" b="1" dirty="0">
                <a:solidFill>
                  <a:schemeClr val="bg1"/>
                </a:solidFill>
              </a:rPr>
              <a:t>(</a:t>
            </a:r>
            <a:r>
              <a:rPr kumimoji="1" lang="ja-JP" altLang="en-US" sz="3200" b="1" dirty="0">
                <a:solidFill>
                  <a:schemeClr val="bg1"/>
                </a:solidFill>
              </a:rPr>
              <a:t>＝返し</a:t>
            </a:r>
            <a:r>
              <a:rPr kumimoji="1" lang="en-US" altLang="ja-JP" sz="3200" b="1" dirty="0">
                <a:solidFill>
                  <a:schemeClr val="bg1"/>
                </a:solidFill>
              </a:rPr>
              <a:t>)</a:t>
            </a:r>
            <a:endParaRPr kumimoji="1" lang="ja-JP" altLang="en-US" sz="3200" b="1" dirty="0">
              <a:solidFill>
                <a:schemeClr val="bg1"/>
              </a:solidFill>
            </a:endParaRPr>
          </a:p>
          <a:p>
            <a:r>
              <a:rPr kumimoji="1" lang="ja-JP" altLang="en-US" sz="3200" b="1" dirty="0">
                <a:solidFill>
                  <a:schemeClr val="bg1"/>
                </a:solidFill>
              </a:rPr>
              <a:t>返しはキャストもあればどんどん言って！　</a:t>
            </a:r>
            <a:endParaRPr kumimoji="1" lang="en-US" altLang="ja-JP" sz="3200" b="1" dirty="0">
              <a:solidFill>
                <a:schemeClr val="bg1"/>
              </a:solidFill>
            </a:endParaRPr>
          </a:p>
          <a:p>
            <a:pPr marL="0" indent="0">
              <a:buNone/>
            </a:pPr>
            <a:r>
              <a:rPr lang="ja-JP" altLang="en-US" sz="3200" b="1" dirty="0">
                <a:solidFill>
                  <a:schemeClr val="bg1"/>
                </a:solidFill>
              </a:rPr>
              <a:t>　こうしたら次のセリフ言いやすい</a:t>
            </a:r>
            <a:r>
              <a:rPr kumimoji="1" lang="ja-JP" altLang="en-US" sz="3200" b="1" dirty="0">
                <a:solidFill>
                  <a:schemeClr val="bg1"/>
                </a:solidFill>
              </a:rPr>
              <a:t>とか、</a:t>
            </a:r>
            <a:endParaRPr kumimoji="1" lang="en-US" altLang="ja-JP" sz="3200" b="1" dirty="0">
              <a:solidFill>
                <a:schemeClr val="bg1"/>
              </a:solidFill>
            </a:endParaRPr>
          </a:p>
          <a:p>
            <a:pPr marL="0" indent="0">
              <a:buNone/>
            </a:pPr>
            <a:r>
              <a:rPr lang="ja-JP" altLang="en-US" sz="3200" b="1" dirty="0">
                <a:solidFill>
                  <a:schemeClr val="bg1"/>
                </a:solidFill>
              </a:rPr>
              <a:t>　</a:t>
            </a:r>
            <a:r>
              <a:rPr kumimoji="1" lang="ja-JP" altLang="en-US" sz="3200" b="1" dirty="0">
                <a:solidFill>
                  <a:schemeClr val="bg1"/>
                </a:solidFill>
              </a:rPr>
              <a:t>キャストしか分からない部分あるので。</a:t>
            </a:r>
          </a:p>
          <a:p>
            <a:r>
              <a:rPr kumimoji="1" lang="ja-JP" altLang="en-US" sz="3200" b="1" dirty="0">
                <a:solidFill>
                  <a:schemeClr val="bg1"/>
                </a:solidFill>
              </a:rPr>
              <a:t>それぞれの最後の演技を録音</a:t>
            </a:r>
          </a:p>
        </p:txBody>
      </p:sp>
    </p:spTree>
    <p:extLst>
      <p:ext uri="{BB962C8B-B14F-4D97-AF65-F5344CB8AC3E}">
        <p14:creationId xmlns:p14="http://schemas.microsoft.com/office/powerpoint/2010/main" val="502892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CC4820-6E24-44D6-B01F-254FFD51F824}"/>
              </a:ext>
            </a:extLst>
          </p:cNvPr>
          <p:cNvSpPr>
            <a:spLocks noGrp="1"/>
          </p:cNvSpPr>
          <p:nvPr>
            <p:ph type="title"/>
          </p:nvPr>
        </p:nvSpPr>
        <p:spPr/>
        <p:txBody>
          <a:bodyPr/>
          <a:lstStyle/>
          <a:p>
            <a:r>
              <a:rPr kumimoji="1" lang="ja-JP" altLang="en-US" dirty="0"/>
              <a:t>それぞれのシーンの大体の長さ</a:t>
            </a:r>
            <a:r>
              <a:rPr kumimoji="1" lang="en-US" altLang="ja-JP" dirty="0"/>
              <a:t>(</a:t>
            </a:r>
            <a:r>
              <a:rPr kumimoji="1" lang="ja-JP" altLang="en-US" dirty="0"/>
              <a:t>計</a:t>
            </a:r>
            <a:r>
              <a:rPr kumimoji="1" lang="en-US" altLang="ja-JP" dirty="0"/>
              <a:t>80</a:t>
            </a:r>
            <a:r>
              <a:rPr kumimoji="1" lang="ja-JP" altLang="en-US" dirty="0"/>
              <a:t>分弱</a:t>
            </a:r>
            <a:r>
              <a:rPr kumimoji="1"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5B3F4262-87B0-4392-BFEF-B003B9AEB9B0}"/>
              </a:ext>
            </a:extLst>
          </p:cNvPr>
          <p:cNvSpPr>
            <a:spLocks noGrp="1"/>
          </p:cNvSpPr>
          <p:nvPr>
            <p:ph idx="1"/>
          </p:nvPr>
        </p:nvSpPr>
        <p:spPr>
          <a:xfrm>
            <a:off x="838200" y="1825625"/>
            <a:ext cx="4741985" cy="4351338"/>
          </a:xfrm>
        </p:spPr>
        <p:txBody>
          <a:bodyPr/>
          <a:lstStyle/>
          <a:p>
            <a:r>
              <a:rPr lang="ja-JP" altLang="en-US" dirty="0"/>
              <a:t>シーン１</a:t>
            </a:r>
            <a:r>
              <a:rPr lang="en-US" altLang="ja-JP" dirty="0"/>
              <a:t>…6:35</a:t>
            </a:r>
          </a:p>
          <a:p>
            <a:r>
              <a:rPr kumimoji="1" lang="ja-JP" altLang="en-US" dirty="0"/>
              <a:t>シーン２</a:t>
            </a:r>
            <a:r>
              <a:rPr kumimoji="1" lang="en-US" altLang="ja-JP" dirty="0"/>
              <a:t>…4:11</a:t>
            </a:r>
          </a:p>
          <a:p>
            <a:r>
              <a:rPr lang="ja-JP" altLang="en-US" dirty="0"/>
              <a:t>シーン３</a:t>
            </a:r>
            <a:r>
              <a:rPr lang="en-US" altLang="ja-JP" dirty="0"/>
              <a:t>…6:06</a:t>
            </a:r>
          </a:p>
          <a:p>
            <a:r>
              <a:rPr kumimoji="1" lang="ja-JP" altLang="en-US" dirty="0"/>
              <a:t>シーン４</a:t>
            </a:r>
            <a:r>
              <a:rPr kumimoji="1" lang="en-US" altLang="ja-JP" dirty="0"/>
              <a:t>…8:55</a:t>
            </a:r>
          </a:p>
          <a:p>
            <a:r>
              <a:rPr lang="ja-JP" altLang="en-US" dirty="0"/>
              <a:t>シーン５</a:t>
            </a:r>
            <a:r>
              <a:rPr lang="en-US" altLang="ja-JP" dirty="0"/>
              <a:t>…1:30</a:t>
            </a:r>
          </a:p>
          <a:p>
            <a:r>
              <a:rPr kumimoji="1" lang="ja-JP" altLang="en-US" dirty="0"/>
              <a:t>シーン６</a:t>
            </a:r>
            <a:r>
              <a:rPr kumimoji="1" lang="en-US" altLang="ja-JP" dirty="0"/>
              <a:t>…3:47</a:t>
            </a:r>
          </a:p>
          <a:p>
            <a:r>
              <a:rPr lang="ja-JP" altLang="en-US" dirty="0"/>
              <a:t>シーン７</a:t>
            </a:r>
            <a:r>
              <a:rPr lang="en-US" altLang="ja-JP" dirty="0"/>
              <a:t>…0:36</a:t>
            </a:r>
          </a:p>
          <a:p>
            <a:r>
              <a:rPr kumimoji="1" lang="ja-JP" altLang="en-US" dirty="0"/>
              <a:t>シーン８</a:t>
            </a:r>
            <a:r>
              <a:rPr kumimoji="1" lang="en-US" altLang="ja-JP" dirty="0"/>
              <a:t>…5:35</a:t>
            </a:r>
            <a:endParaRPr kumimoji="1" lang="ja-JP" altLang="en-US" dirty="0"/>
          </a:p>
        </p:txBody>
      </p:sp>
      <p:sp>
        <p:nvSpPr>
          <p:cNvPr id="4" name="コンテンツ プレースホルダー 2">
            <a:extLst>
              <a:ext uri="{FF2B5EF4-FFF2-40B4-BE49-F238E27FC236}">
                <a16:creationId xmlns:a16="http://schemas.microsoft.com/office/drawing/2014/main" id="{A018C356-C84D-4B70-9897-084F6D29CF61}"/>
              </a:ext>
            </a:extLst>
          </p:cNvPr>
          <p:cNvSpPr txBox="1">
            <a:spLocks/>
          </p:cNvSpPr>
          <p:nvPr/>
        </p:nvSpPr>
        <p:spPr>
          <a:xfrm>
            <a:off x="6611817" y="1825625"/>
            <a:ext cx="474198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シーン９</a:t>
            </a:r>
            <a:r>
              <a:rPr lang="en-US" altLang="ja-JP" dirty="0"/>
              <a:t>…0:57</a:t>
            </a:r>
          </a:p>
          <a:p>
            <a:r>
              <a:rPr lang="ja-JP" altLang="en-US" dirty="0"/>
              <a:t>シーン１０</a:t>
            </a:r>
            <a:r>
              <a:rPr lang="en-US" altLang="ja-JP" dirty="0"/>
              <a:t>…4:47</a:t>
            </a:r>
          </a:p>
          <a:p>
            <a:r>
              <a:rPr lang="ja-JP" altLang="en-US" dirty="0"/>
              <a:t>シーン１１</a:t>
            </a:r>
            <a:r>
              <a:rPr lang="en-US" altLang="ja-JP" dirty="0"/>
              <a:t>…7:27</a:t>
            </a:r>
          </a:p>
          <a:p>
            <a:r>
              <a:rPr lang="ja-JP" altLang="en-US" dirty="0"/>
              <a:t>シーン１２</a:t>
            </a:r>
            <a:r>
              <a:rPr lang="en-US" altLang="ja-JP" dirty="0"/>
              <a:t>…2:12</a:t>
            </a:r>
          </a:p>
          <a:p>
            <a:r>
              <a:rPr lang="ja-JP" altLang="en-US" dirty="0"/>
              <a:t>シーン１３</a:t>
            </a:r>
            <a:r>
              <a:rPr lang="en-US" altLang="ja-JP" dirty="0"/>
              <a:t>…2:43</a:t>
            </a:r>
          </a:p>
          <a:p>
            <a:r>
              <a:rPr lang="ja-JP" altLang="en-US" dirty="0"/>
              <a:t>シーン１４</a:t>
            </a:r>
            <a:r>
              <a:rPr lang="en-US" altLang="ja-JP" dirty="0"/>
              <a:t>…7:54</a:t>
            </a:r>
          </a:p>
          <a:p>
            <a:r>
              <a:rPr lang="ja-JP" altLang="en-US" dirty="0"/>
              <a:t>シーン１５</a:t>
            </a:r>
            <a:r>
              <a:rPr lang="en-US" altLang="ja-JP" dirty="0"/>
              <a:t>…2:55</a:t>
            </a:r>
          </a:p>
          <a:p>
            <a:r>
              <a:rPr lang="ja-JP" altLang="en-US" dirty="0"/>
              <a:t>シーン１６</a:t>
            </a:r>
            <a:r>
              <a:rPr lang="en-US" altLang="ja-JP" dirty="0"/>
              <a:t>…6:41</a:t>
            </a:r>
          </a:p>
        </p:txBody>
      </p:sp>
    </p:spTree>
    <p:extLst>
      <p:ext uri="{BB962C8B-B14F-4D97-AF65-F5344CB8AC3E}">
        <p14:creationId xmlns:p14="http://schemas.microsoft.com/office/powerpoint/2010/main" val="42762148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1388</Words>
  <Application>Microsoft Office PowerPoint</Application>
  <PresentationFormat>ワイド画面</PresentationFormat>
  <Paragraphs>167</Paragraphs>
  <Slides>15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游ゴシック Medium</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テンション上げ</vt:lpstr>
      <vt:lpstr>テンション上げ：説明</vt:lpstr>
      <vt:lpstr>その他対面用練習</vt:lpstr>
      <vt:lpstr>シーン練</vt:lpstr>
      <vt:lpstr>それぞれのシーンの大体の長さ(計80分弱)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吉川 采里</dc:creator>
  <cp:lastModifiedBy>吉川 采里</cp:lastModifiedBy>
  <cp:revision>52</cp:revision>
  <dcterms:created xsi:type="dcterms:W3CDTF">2021-06-04T13:52:46Z</dcterms:created>
  <dcterms:modified xsi:type="dcterms:W3CDTF">2021-06-23T10:47:44Z</dcterms:modified>
</cp:coreProperties>
</file>